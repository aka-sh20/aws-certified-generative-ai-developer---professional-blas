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45"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diagrams/_rels/data5.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svg"/><Relationship Id="rId1" Type="http://schemas.openxmlformats.org/officeDocument/2006/relationships/image" Target="../media/image14.svg"/><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svg"/><Relationship Id="rId1" Type="http://schemas.openxmlformats.org/officeDocument/2006/relationships/image" Target="../media/image14.svg"/><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3">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2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3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4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4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1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5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6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6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2C4173-CAF3-4C00-B20F-4093E37986EF}" type="doc">
      <dgm:prSet loTypeId="urn:microsoft.com/office/officeart/2018/2/layout/IconCircleList" loCatId="icon" qsTypeId="urn:microsoft.com/office/officeart/2005/8/quickstyle/simple1#3" qsCatId="simple" csTypeId="urn:microsoft.com/office/officeart/2018/5/colors/Iconchunking_coloredtext_colorful1" csCatId="colorful" phldr="1"/>
      <dgm:spPr/>
      <dgm:t>
        <a:bodyPr/>
        <a:lstStyle/>
        <a:p>
          <a:endParaRPr lang="en-US"/>
        </a:p>
      </dgm:t>
    </dgm:pt>
    <dgm:pt modelId="{2AAB3644-22DA-43FB-98B0-7A56B72E792C}">
      <dgm:prSet/>
      <dgm:spPr/>
      <dgm:t>
        <a:bodyPr/>
        <a:lstStyle/>
        <a:p>
          <a:r>
            <a:rPr lang="en-US"/>
            <a:t>In the previous video, we learned the basic RAG workflow, embeddings, vector databases, and Amazon Bedrock Knowledge Bases.</a:t>
          </a:r>
        </a:p>
      </dgm:t>
    </dgm:pt>
    <dgm:pt modelId="{A21A79B7-9E3D-41A6-865A-EAC82232D5C1}" type="parTrans" cxnId="{95AEE870-ACED-4148-BDBE-4AAAF8141807}">
      <dgm:prSet/>
      <dgm:spPr/>
      <dgm:t>
        <a:bodyPr/>
        <a:lstStyle/>
        <a:p>
          <a:endParaRPr lang="en-US"/>
        </a:p>
      </dgm:t>
    </dgm:pt>
    <dgm:pt modelId="{4A100B9F-A609-482C-870F-7DBB69005B4E}" type="sibTrans" cxnId="{95AEE870-ACED-4148-BDBE-4AAAF8141807}">
      <dgm:prSet/>
      <dgm:spPr/>
      <dgm:t>
        <a:bodyPr/>
        <a:lstStyle/>
        <a:p>
          <a:endParaRPr lang="en-US"/>
        </a:p>
      </dgm:t>
    </dgm:pt>
    <dgm:pt modelId="{657D8159-D8A6-4B43-9B3C-DB1F19DA91BB}">
      <dgm:prSet/>
      <dgm:spPr/>
      <dgm:t>
        <a:bodyPr/>
        <a:lstStyle/>
        <a:p>
          <a:r>
            <a:rPr lang="en-US"/>
            <a:t>Now the focus is on improving retrieval quality. A RAG system can be connected correctly but still return weak answers if the wrong information is retrieved.</a:t>
          </a:r>
        </a:p>
      </dgm:t>
    </dgm:pt>
    <dgm:pt modelId="{DF033C9E-85C2-4CC0-99AF-861206C22F1D}" type="parTrans" cxnId="{5BA84009-92A0-404C-BA42-4A175DA13E9D}">
      <dgm:prSet/>
      <dgm:spPr/>
      <dgm:t>
        <a:bodyPr/>
        <a:lstStyle/>
        <a:p>
          <a:endParaRPr lang="en-US"/>
        </a:p>
      </dgm:t>
    </dgm:pt>
    <dgm:pt modelId="{EF45B2DF-6F14-4F91-9679-364D7A5D1869}" type="sibTrans" cxnId="{5BA84009-92A0-404C-BA42-4A175DA13E9D}">
      <dgm:prSet/>
      <dgm:spPr/>
      <dgm:t>
        <a:bodyPr/>
        <a:lstStyle/>
        <a:p>
          <a:endParaRPr lang="en-US"/>
        </a:p>
      </dgm:t>
    </dgm:pt>
    <dgm:pt modelId="{4EA8F00A-45D4-4C27-873C-9CBDCCEBAF49}">
      <dgm:prSet/>
      <dgm:spPr/>
      <dgm:t>
        <a:bodyPr/>
        <a:lstStyle/>
        <a:p>
          <a:r>
            <a:rPr lang="en-US"/>
            <a:t>Important factors include how documents are divided, the size of embeddings, metadata, data freshness, and how retrieval quality is measured.</a:t>
          </a:r>
        </a:p>
      </dgm:t>
    </dgm:pt>
    <dgm:pt modelId="{155EA789-CB23-4814-B944-16B5A8194D77}" type="parTrans" cxnId="{5094EF08-B38C-405F-84F1-A8C811F0A714}">
      <dgm:prSet/>
      <dgm:spPr/>
      <dgm:t>
        <a:bodyPr/>
        <a:lstStyle/>
        <a:p>
          <a:endParaRPr lang="en-US"/>
        </a:p>
      </dgm:t>
    </dgm:pt>
    <dgm:pt modelId="{C3095244-1C6C-438A-9E9F-478466A1DBF3}" type="sibTrans" cxnId="{5094EF08-B38C-405F-84F1-A8C811F0A714}">
      <dgm:prSet/>
      <dgm:spPr/>
      <dgm:t>
        <a:bodyPr/>
        <a:lstStyle/>
        <a:p>
          <a:endParaRPr lang="en-US"/>
        </a:p>
      </dgm:t>
    </dgm:pt>
    <dgm:pt modelId="{2773F1E6-A2E0-4BC9-846F-01186FA2C4A9}">
      <dgm:prSet/>
      <dgm:spPr/>
      <dgm:t>
        <a:bodyPr/>
        <a:lstStyle/>
        <a:p>
          <a:r>
            <a:rPr lang="en-US"/>
            <a:t>The main question for this presentation is: How can we give the Foundation Model better and more relevant context before it generates an answer?</a:t>
          </a:r>
        </a:p>
      </dgm:t>
    </dgm:pt>
    <dgm:pt modelId="{5F97B448-DA9C-4882-ADF1-4A7D6FBFDADD}" type="parTrans" cxnId="{E2B8FF15-DE22-45C7-B869-2AFCFBE12E37}">
      <dgm:prSet/>
      <dgm:spPr/>
      <dgm:t>
        <a:bodyPr/>
        <a:lstStyle/>
        <a:p>
          <a:endParaRPr lang="en-US"/>
        </a:p>
      </dgm:t>
    </dgm:pt>
    <dgm:pt modelId="{64172EFD-0D7A-4C71-9A35-913FA5B8574D}" type="sibTrans" cxnId="{E2B8FF15-DE22-45C7-B869-2AFCFBE12E37}">
      <dgm:prSet/>
      <dgm:spPr/>
      <dgm:t>
        <a:bodyPr/>
        <a:lstStyle/>
        <a:p>
          <a:endParaRPr lang="en-US"/>
        </a:p>
      </dgm:t>
    </dgm:pt>
    <dgm:pt modelId="{731B874B-B2A7-48AF-A7DE-39E11E558A14}" type="pres">
      <dgm:prSet presAssocID="{CD2C4173-CAF3-4C00-B20F-4093E37986EF}" presName="root" presStyleCnt="0">
        <dgm:presLayoutVars>
          <dgm:dir/>
          <dgm:resizeHandles val="exact"/>
        </dgm:presLayoutVars>
      </dgm:prSet>
      <dgm:spPr/>
    </dgm:pt>
    <dgm:pt modelId="{A207FE89-3C98-41C0-9784-E8E5667833EE}" type="pres">
      <dgm:prSet presAssocID="{CD2C4173-CAF3-4C00-B20F-4093E37986EF}" presName="container" presStyleCnt="0">
        <dgm:presLayoutVars>
          <dgm:dir/>
          <dgm:resizeHandles val="exact"/>
        </dgm:presLayoutVars>
      </dgm:prSet>
      <dgm:spPr/>
    </dgm:pt>
    <dgm:pt modelId="{22B95C55-A677-4384-8D2C-97B21B1A3F9B}" type="pres">
      <dgm:prSet presAssocID="{2AAB3644-22DA-43FB-98B0-7A56B72E792C}" presName="compNode" presStyleCnt="0"/>
      <dgm:spPr/>
    </dgm:pt>
    <dgm:pt modelId="{AC6C0D48-3BA7-49FA-8FE4-C664AACE843C}" type="pres">
      <dgm:prSet presAssocID="{2AAB3644-22DA-43FB-98B0-7A56B72E792C}" presName="iconBgRect" presStyleLbl="bgShp" presStyleIdx="0" presStyleCnt="4"/>
      <dgm:spPr/>
    </dgm:pt>
    <dgm:pt modelId="{42B18D85-4917-46AB-802C-459159B7A5AA}" type="pres">
      <dgm:prSet presAssocID="{2AAB3644-22DA-43FB-98B0-7A56B72E792C}"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atabase"/>
        </a:ext>
      </dgm:extLst>
    </dgm:pt>
    <dgm:pt modelId="{C999CA67-E00F-4509-920D-CD4B3CABD540}" type="pres">
      <dgm:prSet presAssocID="{2AAB3644-22DA-43FB-98B0-7A56B72E792C}" presName="spaceRect" presStyleCnt="0"/>
      <dgm:spPr/>
    </dgm:pt>
    <dgm:pt modelId="{9B746889-F789-4920-A070-7758D1DD13AB}" type="pres">
      <dgm:prSet presAssocID="{2AAB3644-22DA-43FB-98B0-7A56B72E792C}" presName="textRect" presStyleLbl="revTx" presStyleIdx="0" presStyleCnt="4">
        <dgm:presLayoutVars>
          <dgm:chMax val="1"/>
          <dgm:chPref val="1"/>
        </dgm:presLayoutVars>
      </dgm:prSet>
      <dgm:spPr/>
    </dgm:pt>
    <dgm:pt modelId="{97A9267C-0E3C-40B2-9888-654F616D3D20}" type="pres">
      <dgm:prSet presAssocID="{4A100B9F-A609-482C-870F-7DBB69005B4E}" presName="sibTrans" presStyleLbl="sibTrans2D1" presStyleIdx="0" presStyleCnt="0"/>
      <dgm:spPr/>
    </dgm:pt>
    <dgm:pt modelId="{5328C1F9-7A3E-43A3-BEF2-812EDF01D173}" type="pres">
      <dgm:prSet presAssocID="{657D8159-D8A6-4B43-9B3C-DB1F19DA91BB}" presName="compNode" presStyleCnt="0"/>
      <dgm:spPr/>
    </dgm:pt>
    <dgm:pt modelId="{57B2E363-57B2-4B25-9263-5565CDA2D67E}" type="pres">
      <dgm:prSet presAssocID="{657D8159-D8A6-4B43-9B3C-DB1F19DA91BB}" presName="iconBgRect" presStyleLbl="bgShp" presStyleIdx="1" presStyleCnt="4"/>
      <dgm:spPr/>
    </dgm:pt>
    <dgm:pt modelId="{810E07D7-B3C5-47F6-A014-94A8A10904AC}" type="pres">
      <dgm:prSet presAssocID="{657D8159-D8A6-4B43-9B3C-DB1F19DA91BB}"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3708E432-4D27-40A5-9C81-8FCB787468B7}" type="pres">
      <dgm:prSet presAssocID="{657D8159-D8A6-4B43-9B3C-DB1F19DA91BB}" presName="spaceRect" presStyleCnt="0"/>
      <dgm:spPr/>
    </dgm:pt>
    <dgm:pt modelId="{1547E8A9-490A-4ED0-B291-DEC78E71927A}" type="pres">
      <dgm:prSet presAssocID="{657D8159-D8A6-4B43-9B3C-DB1F19DA91BB}" presName="textRect" presStyleLbl="revTx" presStyleIdx="1" presStyleCnt="4">
        <dgm:presLayoutVars>
          <dgm:chMax val="1"/>
          <dgm:chPref val="1"/>
        </dgm:presLayoutVars>
      </dgm:prSet>
      <dgm:spPr/>
    </dgm:pt>
    <dgm:pt modelId="{4BF24160-7E15-4A54-BD4E-21D9E9750715}" type="pres">
      <dgm:prSet presAssocID="{EF45B2DF-6F14-4F91-9679-364D7A5D1869}" presName="sibTrans" presStyleLbl="sibTrans2D1" presStyleIdx="0" presStyleCnt="0"/>
      <dgm:spPr/>
    </dgm:pt>
    <dgm:pt modelId="{8630A6CC-77BD-49BD-91B5-56CCE0DCFA34}" type="pres">
      <dgm:prSet presAssocID="{4EA8F00A-45D4-4C27-873C-9CBDCCEBAF49}" presName="compNode" presStyleCnt="0"/>
      <dgm:spPr/>
    </dgm:pt>
    <dgm:pt modelId="{62C142EF-6EFD-4E2E-B6B7-B72102465F0E}" type="pres">
      <dgm:prSet presAssocID="{4EA8F00A-45D4-4C27-873C-9CBDCCEBAF49}" presName="iconBgRect" presStyleLbl="bgShp" presStyleIdx="2" presStyleCnt="4"/>
      <dgm:spPr/>
    </dgm:pt>
    <dgm:pt modelId="{E74C3378-2413-42F2-9833-BBC8B57F3D2D}" type="pres">
      <dgm:prSet presAssocID="{4EA8F00A-45D4-4C27-873C-9CBDCCEBAF49}"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rocessor"/>
        </a:ext>
      </dgm:extLst>
    </dgm:pt>
    <dgm:pt modelId="{8D62D63D-E8EC-46D2-8F05-88B783AA4A81}" type="pres">
      <dgm:prSet presAssocID="{4EA8F00A-45D4-4C27-873C-9CBDCCEBAF49}" presName="spaceRect" presStyleCnt="0"/>
      <dgm:spPr/>
    </dgm:pt>
    <dgm:pt modelId="{6907728F-13A6-49C9-A4CA-114D48778AF1}" type="pres">
      <dgm:prSet presAssocID="{4EA8F00A-45D4-4C27-873C-9CBDCCEBAF49}" presName="textRect" presStyleLbl="revTx" presStyleIdx="2" presStyleCnt="4">
        <dgm:presLayoutVars>
          <dgm:chMax val="1"/>
          <dgm:chPref val="1"/>
        </dgm:presLayoutVars>
      </dgm:prSet>
      <dgm:spPr/>
    </dgm:pt>
    <dgm:pt modelId="{62C1C2E1-E9C1-4960-8B4E-4135E16FF916}" type="pres">
      <dgm:prSet presAssocID="{C3095244-1C6C-438A-9E9F-478466A1DBF3}" presName="sibTrans" presStyleLbl="sibTrans2D1" presStyleIdx="0" presStyleCnt="0"/>
      <dgm:spPr/>
    </dgm:pt>
    <dgm:pt modelId="{9B1C3768-51C3-4E1A-AA62-56085BB8386E}" type="pres">
      <dgm:prSet presAssocID="{2773F1E6-A2E0-4BC9-846F-01186FA2C4A9}" presName="compNode" presStyleCnt="0"/>
      <dgm:spPr/>
    </dgm:pt>
    <dgm:pt modelId="{1DE95B1A-F942-48AF-A172-DC504B1E7E9B}" type="pres">
      <dgm:prSet presAssocID="{2773F1E6-A2E0-4BC9-846F-01186FA2C4A9}" presName="iconBgRect" presStyleLbl="bgShp" presStyleIdx="3" presStyleCnt="4"/>
      <dgm:spPr/>
    </dgm:pt>
    <dgm:pt modelId="{996FD10B-FFB7-4FC5-B2FF-AB0D5D81AD16}" type="pres">
      <dgm:prSet presAssocID="{2773F1E6-A2E0-4BC9-846F-01186FA2C4A9}"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 mark"/>
        </a:ext>
      </dgm:extLst>
    </dgm:pt>
    <dgm:pt modelId="{0CB3CADA-7A01-4F24-A93F-99F42841377F}" type="pres">
      <dgm:prSet presAssocID="{2773F1E6-A2E0-4BC9-846F-01186FA2C4A9}" presName="spaceRect" presStyleCnt="0"/>
      <dgm:spPr/>
    </dgm:pt>
    <dgm:pt modelId="{8D5801B9-FD11-4631-8825-85197965D9F0}" type="pres">
      <dgm:prSet presAssocID="{2773F1E6-A2E0-4BC9-846F-01186FA2C4A9}" presName="textRect" presStyleLbl="revTx" presStyleIdx="3" presStyleCnt="4">
        <dgm:presLayoutVars>
          <dgm:chMax val="1"/>
          <dgm:chPref val="1"/>
        </dgm:presLayoutVars>
      </dgm:prSet>
      <dgm:spPr/>
    </dgm:pt>
  </dgm:ptLst>
  <dgm:cxnLst>
    <dgm:cxn modelId="{5094EF08-B38C-405F-84F1-A8C811F0A714}" srcId="{CD2C4173-CAF3-4C00-B20F-4093E37986EF}" destId="{4EA8F00A-45D4-4C27-873C-9CBDCCEBAF49}" srcOrd="2" destOrd="0" parTransId="{155EA789-CB23-4814-B944-16B5A8194D77}" sibTransId="{C3095244-1C6C-438A-9E9F-478466A1DBF3}"/>
    <dgm:cxn modelId="{5BA84009-92A0-404C-BA42-4A175DA13E9D}" srcId="{CD2C4173-CAF3-4C00-B20F-4093E37986EF}" destId="{657D8159-D8A6-4B43-9B3C-DB1F19DA91BB}" srcOrd="1" destOrd="0" parTransId="{DF033C9E-85C2-4CC0-99AF-861206C22F1D}" sibTransId="{EF45B2DF-6F14-4F91-9679-364D7A5D1869}"/>
    <dgm:cxn modelId="{E2B8FF15-DE22-45C7-B869-2AFCFBE12E37}" srcId="{CD2C4173-CAF3-4C00-B20F-4093E37986EF}" destId="{2773F1E6-A2E0-4BC9-846F-01186FA2C4A9}" srcOrd="3" destOrd="0" parTransId="{5F97B448-DA9C-4882-ADF1-4A7D6FBFDADD}" sibTransId="{64172EFD-0D7A-4C71-9A35-913FA5B8574D}"/>
    <dgm:cxn modelId="{F9BABF16-4304-4B26-9B53-5CD615D3D70E}" type="presOf" srcId="{657D8159-D8A6-4B43-9B3C-DB1F19DA91BB}" destId="{1547E8A9-490A-4ED0-B291-DEC78E71927A}" srcOrd="0" destOrd="0" presId="urn:microsoft.com/office/officeart/2018/2/layout/IconCircleList"/>
    <dgm:cxn modelId="{5E8A0422-89B9-4610-BBDA-B3B4A203ED92}" type="presOf" srcId="{C3095244-1C6C-438A-9E9F-478466A1DBF3}" destId="{62C1C2E1-E9C1-4960-8B4E-4135E16FF916}" srcOrd="0" destOrd="0" presId="urn:microsoft.com/office/officeart/2018/2/layout/IconCircleList"/>
    <dgm:cxn modelId="{3DFB4B39-AAB2-476C-889A-EC381454F992}" type="presOf" srcId="{2AAB3644-22DA-43FB-98B0-7A56B72E792C}" destId="{9B746889-F789-4920-A070-7758D1DD13AB}" srcOrd="0" destOrd="0" presId="urn:microsoft.com/office/officeart/2018/2/layout/IconCircleList"/>
    <dgm:cxn modelId="{11C7E061-B4E5-437A-96C1-6945FC41D41F}" type="presOf" srcId="{4EA8F00A-45D4-4C27-873C-9CBDCCEBAF49}" destId="{6907728F-13A6-49C9-A4CA-114D48778AF1}" srcOrd="0" destOrd="0" presId="urn:microsoft.com/office/officeart/2018/2/layout/IconCircleList"/>
    <dgm:cxn modelId="{95AEE870-ACED-4148-BDBE-4AAAF8141807}" srcId="{CD2C4173-CAF3-4C00-B20F-4093E37986EF}" destId="{2AAB3644-22DA-43FB-98B0-7A56B72E792C}" srcOrd="0" destOrd="0" parTransId="{A21A79B7-9E3D-41A6-865A-EAC82232D5C1}" sibTransId="{4A100B9F-A609-482C-870F-7DBB69005B4E}"/>
    <dgm:cxn modelId="{BF0EA4AD-2476-4C36-A128-85774E3A00CA}" type="presOf" srcId="{4A100B9F-A609-482C-870F-7DBB69005B4E}" destId="{97A9267C-0E3C-40B2-9888-654F616D3D20}" srcOrd="0" destOrd="0" presId="urn:microsoft.com/office/officeart/2018/2/layout/IconCircleList"/>
    <dgm:cxn modelId="{8EF312B2-F0A1-44E6-BC05-D2B09124BE9A}" type="presOf" srcId="{2773F1E6-A2E0-4BC9-846F-01186FA2C4A9}" destId="{8D5801B9-FD11-4631-8825-85197965D9F0}" srcOrd="0" destOrd="0" presId="urn:microsoft.com/office/officeart/2018/2/layout/IconCircleList"/>
    <dgm:cxn modelId="{A75CFBC6-7B19-4600-987D-3BA9C609D56A}" type="presOf" srcId="{CD2C4173-CAF3-4C00-B20F-4093E37986EF}" destId="{731B874B-B2A7-48AF-A7DE-39E11E558A14}" srcOrd="0" destOrd="0" presId="urn:microsoft.com/office/officeart/2018/2/layout/IconCircleList"/>
    <dgm:cxn modelId="{45977ACC-A625-4292-9B04-75DEC1F7E7A4}" type="presOf" srcId="{EF45B2DF-6F14-4F91-9679-364D7A5D1869}" destId="{4BF24160-7E15-4A54-BD4E-21D9E9750715}" srcOrd="0" destOrd="0" presId="urn:microsoft.com/office/officeart/2018/2/layout/IconCircleList"/>
    <dgm:cxn modelId="{7DA7DCE4-4659-45F1-BAA8-F32F30BA39F4}" type="presParOf" srcId="{731B874B-B2A7-48AF-A7DE-39E11E558A14}" destId="{A207FE89-3C98-41C0-9784-E8E5667833EE}" srcOrd="0" destOrd="0" presId="urn:microsoft.com/office/officeart/2018/2/layout/IconCircleList"/>
    <dgm:cxn modelId="{A59A270D-1816-478F-B101-55F37239C13D}" type="presParOf" srcId="{A207FE89-3C98-41C0-9784-E8E5667833EE}" destId="{22B95C55-A677-4384-8D2C-97B21B1A3F9B}" srcOrd="0" destOrd="0" presId="urn:microsoft.com/office/officeart/2018/2/layout/IconCircleList"/>
    <dgm:cxn modelId="{45306E18-AB23-4F8E-8031-DD16F0DEC8C9}" type="presParOf" srcId="{22B95C55-A677-4384-8D2C-97B21B1A3F9B}" destId="{AC6C0D48-3BA7-49FA-8FE4-C664AACE843C}" srcOrd="0" destOrd="0" presId="urn:microsoft.com/office/officeart/2018/2/layout/IconCircleList"/>
    <dgm:cxn modelId="{7C163098-5279-4886-9752-917D91E567BA}" type="presParOf" srcId="{22B95C55-A677-4384-8D2C-97B21B1A3F9B}" destId="{42B18D85-4917-46AB-802C-459159B7A5AA}" srcOrd="1" destOrd="0" presId="urn:microsoft.com/office/officeart/2018/2/layout/IconCircleList"/>
    <dgm:cxn modelId="{C7FBEA43-2114-482F-9112-CB5130576E66}" type="presParOf" srcId="{22B95C55-A677-4384-8D2C-97B21B1A3F9B}" destId="{C999CA67-E00F-4509-920D-CD4B3CABD540}" srcOrd="2" destOrd="0" presId="urn:microsoft.com/office/officeart/2018/2/layout/IconCircleList"/>
    <dgm:cxn modelId="{17D7A4F5-A1D1-4E55-97F6-DB022EEAA2EE}" type="presParOf" srcId="{22B95C55-A677-4384-8D2C-97B21B1A3F9B}" destId="{9B746889-F789-4920-A070-7758D1DD13AB}" srcOrd="3" destOrd="0" presId="urn:microsoft.com/office/officeart/2018/2/layout/IconCircleList"/>
    <dgm:cxn modelId="{B62534D1-D421-43EC-9694-EE3CBE5F406E}" type="presParOf" srcId="{A207FE89-3C98-41C0-9784-E8E5667833EE}" destId="{97A9267C-0E3C-40B2-9888-654F616D3D20}" srcOrd="1" destOrd="0" presId="urn:microsoft.com/office/officeart/2018/2/layout/IconCircleList"/>
    <dgm:cxn modelId="{30840FCC-AC24-46C8-A4EF-C575299EC814}" type="presParOf" srcId="{A207FE89-3C98-41C0-9784-E8E5667833EE}" destId="{5328C1F9-7A3E-43A3-BEF2-812EDF01D173}" srcOrd="2" destOrd="0" presId="urn:microsoft.com/office/officeart/2018/2/layout/IconCircleList"/>
    <dgm:cxn modelId="{59A96862-DB13-4CDC-8AF3-7CD0F01D74AD}" type="presParOf" srcId="{5328C1F9-7A3E-43A3-BEF2-812EDF01D173}" destId="{57B2E363-57B2-4B25-9263-5565CDA2D67E}" srcOrd="0" destOrd="0" presId="urn:microsoft.com/office/officeart/2018/2/layout/IconCircleList"/>
    <dgm:cxn modelId="{0C2E75F9-31E3-4D55-90A5-3F8DD0DD9665}" type="presParOf" srcId="{5328C1F9-7A3E-43A3-BEF2-812EDF01D173}" destId="{810E07D7-B3C5-47F6-A014-94A8A10904AC}" srcOrd="1" destOrd="0" presId="urn:microsoft.com/office/officeart/2018/2/layout/IconCircleList"/>
    <dgm:cxn modelId="{95EAB47B-D2D0-4A15-89E5-CE4058A1F730}" type="presParOf" srcId="{5328C1F9-7A3E-43A3-BEF2-812EDF01D173}" destId="{3708E432-4D27-40A5-9C81-8FCB787468B7}" srcOrd="2" destOrd="0" presId="urn:microsoft.com/office/officeart/2018/2/layout/IconCircleList"/>
    <dgm:cxn modelId="{ED09E2F1-6355-4BAA-A5A2-81AF0BE53E0E}" type="presParOf" srcId="{5328C1F9-7A3E-43A3-BEF2-812EDF01D173}" destId="{1547E8A9-490A-4ED0-B291-DEC78E71927A}" srcOrd="3" destOrd="0" presId="urn:microsoft.com/office/officeart/2018/2/layout/IconCircleList"/>
    <dgm:cxn modelId="{1C361D94-3BFC-4BF0-938F-5E0DC42B77E0}" type="presParOf" srcId="{A207FE89-3C98-41C0-9784-E8E5667833EE}" destId="{4BF24160-7E15-4A54-BD4E-21D9E9750715}" srcOrd="3" destOrd="0" presId="urn:microsoft.com/office/officeart/2018/2/layout/IconCircleList"/>
    <dgm:cxn modelId="{9A31952F-DB34-4F2B-A317-36598F30DAE0}" type="presParOf" srcId="{A207FE89-3C98-41C0-9784-E8E5667833EE}" destId="{8630A6CC-77BD-49BD-91B5-56CCE0DCFA34}" srcOrd="4" destOrd="0" presId="urn:microsoft.com/office/officeart/2018/2/layout/IconCircleList"/>
    <dgm:cxn modelId="{E884E69E-DBD2-4217-B567-557E625C2522}" type="presParOf" srcId="{8630A6CC-77BD-49BD-91B5-56CCE0DCFA34}" destId="{62C142EF-6EFD-4E2E-B6B7-B72102465F0E}" srcOrd="0" destOrd="0" presId="urn:microsoft.com/office/officeart/2018/2/layout/IconCircleList"/>
    <dgm:cxn modelId="{F4F58362-7FD5-4EA8-B670-42DC174FEEFF}" type="presParOf" srcId="{8630A6CC-77BD-49BD-91B5-56CCE0DCFA34}" destId="{E74C3378-2413-42F2-9833-BBC8B57F3D2D}" srcOrd="1" destOrd="0" presId="urn:microsoft.com/office/officeart/2018/2/layout/IconCircleList"/>
    <dgm:cxn modelId="{894098DD-2B21-4E16-8FAE-80E1FE425786}" type="presParOf" srcId="{8630A6CC-77BD-49BD-91B5-56CCE0DCFA34}" destId="{8D62D63D-E8EC-46D2-8F05-88B783AA4A81}" srcOrd="2" destOrd="0" presId="urn:microsoft.com/office/officeart/2018/2/layout/IconCircleList"/>
    <dgm:cxn modelId="{96FCAA52-754B-45C3-A3C6-6AE93FEEDFE4}" type="presParOf" srcId="{8630A6CC-77BD-49BD-91B5-56CCE0DCFA34}" destId="{6907728F-13A6-49C9-A4CA-114D48778AF1}" srcOrd="3" destOrd="0" presId="urn:microsoft.com/office/officeart/2018/2/layout/IconCircleList"/>
    <dgm:cxn modelId="{CF1B754C-E046-4CC3-BC90-3B7D1CF664BE}" type="presParOf" srcId="{A207FE89-3C98-41C0-9784-E8E5667833EE}" destId="{62C1C2E1-E9C1-4960-8B4E-4135E16FF916}" srcOrd="5" destOrd="0" presId="urn:microsoft.com/office/officeart/2018/2/layout/IconCircleList"/>
    <dgm:cxn modelId="{8F522BD1-C946-48F8-9E01-711D86E03FF2}" type="presParOf" srcId="{A207FE89-3C98-41C0-9784-E8E5667833EE}" destId="{9B1C3768-51C3-4E1A-AA62-56085BB8386E}" srcOrd="6" destOrd="0" presId="urn:microsoft.com/office/officeart/2018/2/layout/IconCircleList"/>
    <dgm:cxn modelId="{555D0BB8-A2C6-43E9-88B8-07775974BA84}" type="presParOf" srcId="{9B1C3768-51C3-4E1A-AA62-56085BB8386E}" destId="{1DE95B1A-F942-48AF-A172-DC504B1E7E9B}" srcOrd="0" destOrd="0" presId="urn:microsoft.com/office/officeart/2018/2/layout/IconCircleList"/>
    <dgm:cxn modelId="{18F2A575-4F68-44E7-AD7D-CD9F1A8E6A61}" type="presParOf" srcId="{9B1C3768-51C3-4E1A-AA62-56085BB8386E}" destId="{996FD10B-FFB7-4FC5-B2FF-AB0D5D81AD16}" srcOrd="1" destOrd="0" presId="urn:microsoft.com/office/officeart/2018/2/layout/IconCircleList"/>
    <dgm:cxn modelId="{5C77B2A9-B67B-4F46-A5B1-47A18A5A23E4}" type="presParOf" srcId="{9B1C3768-51C3-4E1A-AA62-56085BB8386E}" destId="{0CB3CADA-7A01-4F24-A93F-99F42841377F}" srcOrd="2" destOrd="0" presId="urn:microsoft.com/office/officeart/2018/2/layout/IconCircleList"/>
    <dgm:cxn modelId="{31CEB272-4526-4191-BE59-4F527C6989A4}" type="presParOf" srcId="{9B1C3768-51C3-4E1A-AA62-56085BB8386E}" destId="{8D5801B9-FD11-4631-8825-85197965D9F0}"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71623D7-3419-4DA4-9CD1-0AF60B02C600}" type="doc">
      <dgm:prSet loTypeId="urn:microsoft.com/office/officeart/2018/2/layout/IconVerticalSolidList" loCatId="icon" qsTypeId="urn:microsoft.com/office/officeart/2005/8/quickstyle/simple1#21" qsCatId="simple" csTypeId="urn:microsoft.com/office/officeart/2005/8/colors/accent1_2#11" csCatId="accent1" phldr="1"/>
      <dgm:spPr/>
      <dgm:t>
        <a:bodyPr/>
        <a:lstStyle/>
        <a:p>
          <a:endParaRPr lang="en-US"/>
        </a:p>
      </dgm:t>
    </dgm:pt>
    <dgm:pt modelId="{53D9D9B6-F5C0-4DCC-8581-CB81622AB839}">
      <dgm:prSet/>
      <dgm:spPr/>
      <dgm:t>
        <a:bodyPr/>
        <a:lstStyle/>
        <a:p>
          <a:pPr>
            <a:lnSpc>
              <a:spcPct val="100000"/>
            </a:lnSpc>
          </a:pPr>
          <a:r>
            <a:rPr lang="en-US"/>
            <a:t>Data granularity means deciding how much information should be included in each searchable piece of a document.</a:t>
          </a:r>
        </a:p>
      </dgm:t>
    </dgm:pt>
    <dgm:pt modelId="{F111B950-7481-4C45-9A5E-1DA703AD8208}" type="parTrans" cxnId="{1D025CCE-1324-4DBA-9003-118E0A93A63B}">
      <dgm:prSet/>
      <dgm:spPr/>
      <dgm:t>
        <a:bodyPr/>
        <a:lstStyle/>
        <a:p>
          <a:endParaRPr lang="en-US"/>
        </a:p>
      </dgm:t>
    </dgm:pt>
    <dgm:pt modelId="{5A1FA563-32DE-4B74-9EE0-A45E2F1FA36D}" type="sibTrans" cxnId="{1D025CCE-1324-4DBA-9003-118E0A93A63B}">
      <dgm:prSet/>
      <dgm:spPr/>
      <dgm:t>
        <a:bodyPr/>
        <a:lstStyle/>
        <a:p>
          <a:endParaRPr lang="en-US"/>
        </a:p>
      </dgm:t>
    </dgm:pt>
    <dgm:pt modelId="{A41B0F7C-1F39-4D56-8062-B4571D0C68D2}">
      <dgm:prSet/>
      <dgm:spPr/>
      <dgm:t>
        <a:bodyPr/>
        <a:lstStyle/>
        <a:p>
          <a:pPr>
            <a:lnSpc>
              <a:spcPct val="100000"/>
            </a:lnSpc>
          </a:pPr>
          <a:r>
            <a:rPr lang="en-US"/>
            <a:t>A large document could be stored as one complete file, individual pages, paragraphs, or smaller groups of sentences.</a:t>
          </a:r>
        </a:p>
      </dgm:t>
    </dgm:pt>
    <dgm:pt modelId="{7A2A5987-A30D-49B5-895C-C3FD29B016AF}" type="parTrans" cxnId="{AE8FBF81-9984-4621-BA32-03E1D018352F}">
      <dgm:prSet/>
      <dgm:spPr/>
      <dgm:t>
        <a:bodyPr/>
        <a:lstStyle/>
        <a:p>
          <a:endParaRPr lang="en-US"/>
        </a:p>
      </dgm:t>
    </dgm:pt>
    <dgm:pt modelId="{0B7B12A7-62FE-4CCB-9EEC-6DB814C13ED3}" type="sibTrans" cxnId="{AE8FBF81-9984-4621-BA32-03E1D018352F}">
      <dgm:prSet/>
      <dgm:spPr/>
      <dgm:t>
        <a:bodyPr/>
        <a:lstStyle/>
        <a:p>
          <a:endParaRPr lang="en-US"/>
        </a:p>
      </dgm:t>
    </dgm:pt>
    <dgm:pt modelId="{AAD71F9A-BBC2-422B-87EE-067B9607901E}">
      <dgm:prSet/>
      <dgm:spPr/>
      <dgm:t>
        <a:bodyPr/>
        <a:lstStyle/>
        <a:p>
          <a:pPr>
            <a:lnSpc>
              <a:spcPct val="100000"/>
            </a:lnSpc>
          </a:pPr>
          <a:r>
            <a:rPr lang="en-US"/>
            <a:t>If a chunk is too large, it may contain useful information mixed with unrelated content.</a:t>
          </a:r>
        </a:p>
      </dgm:t>
    </dgm:pt>
    <dgm:pt modelId="{5FD709F2-B4DD-4CE3-8F8B-47C132484689}" type="parTrans" cxnId="{AA6937F2-C3C6-4358-886D-9056E8C76D2D}">
      <dgm:prSet/>
      <dgm:spPr/>
      <dgm:t>
        <a:bodyPr/>
        <a:lstStyle/>
        <a:p>
          <a:endParaRPr lang="en-US"/>
        </a:p>
      </dgm:t>
    </dgm:pt>
    <dgm:pt modelId="{18BD7607-B306-46D8-92F0-9F177AFAFB4B}" type="sibTrans" cxnId="{AA6937F2-C3C6-4358-886D-9056E8C76D2D}">
      <dgm:prSet/>
      <dgm:spPr/>
      <dgm:t>
        <a:bodyPr/>
        <a:lstStyle/>
        <a:p>
          <a:endParaRPr lang="en-US"/>
        </a:p>
      </dgm:t>
    </dgm:pt>
    <dgm:pt modelId="{63007A8B-B0B2-46F3-9374-96DDC57E4387}">
      <dgm:prSet/>
      <dgm:spPr/>
      <dgm:t>
        <a:bodyPr/>
        <a:lstStyle/>
        <a:p>
          <a:pPr>
            <a:lnSpc>
              <a:spcPct val="100000"/>
            </a:lnSpc>
          </a:pPr>
          <a:r>
            <a:rPr lang="en-US"/>
            <a:t>If a chunk is too small, the system may find the correct sentence but lose the surrounding information needed to understand it.</a:t>
          </a:r>
        </a:p>
      </dgm:t>
    </dgm:pt>
    <dgm:pt modelId="{CF0E16AC-AC26-49B0-92E5-7440E2ADF907}" type="parTrans" cxnId="{8592FA27-D5B2-48EB-920D-FF9214240F85}">
      <dgm:prSet/>
      <dgm:spPr/>
      <dgm:t>
        <a:bodyPr/>
        <a:lstStyle/>
        <a:p>
          <a:endParaRPr lang="en-US"/>
        </a:p>
      </dgm:t>
    </dgm:pt>
    <dgm:pt modelId="{1740C03D-8646-47FE-B6D6-5471974D76B2}" type="sibTrans" cxnId="{8592FA27-D5B2-48EB-920D-FF9214240F85}">
      <dgm:prSet/>
      <dgm:spPr/>
      <dgm:t>
        <a:bodyPr/>
        <a:lstStyle/>
        <a:p>
          <a:endParaRPr lang="en-US"/>
        </a:p>
      </dgm:t>
    </dgm:pt>
    <dgm:pt modelId="{8624D7D5-24C5-4E1C-8A51-D465F6DDADD9}">
      <dgm:prSet/>
      <dgm:spPr/>
      <dgm:t>
        <a:bodyPr/>
        <a:lstStyle/>
        <a:p>
          <a:pPr>
            <a:lnSpc>
              <a:spcPct val="100000"/>
            </a:lnSpc>
          </a:pPr>
          <a:r>
            <a:rPr lang="en-US"/>
            <a:t>The process of dividing documents into smaller useful pieces is called chunking.</a:t>
          </a:r>
        </a:p>
      </dgm:t>
    </dgm:pt>
    <dgm:pt modelId="{9D490942-1AB9-48D2-9CFA-C71016E71D5B}" type="parTrans" cxnId="{0754A2AB-404C-48DD-AF8B-04A7F006F198}">
      <dgm:prSet/>
      <dgm:spPr/>
      <dgm:t>
        <a:bodyPr/>
        <a:lstStyle/>
        <a:p>
          <a:endParaRPr lang="en-US"/>
        </a:p>
      </dgm:t>
    </dgm:pt>
    <dgm:pt modelId="{25FC8E77-106D-4E1C-BD61-03E0C0C99502}" type="sibTrans" cxnId="{0754A2AB-404C-48DD-AF8B-04A7F006F198}">
      <dgm:prSet/>
      <dgm:spPr/>
      <dgm:t>
        <a:bodyPr/>
        <a:lstStyle/>
        <a:p>
          <a:endParaRPr lang="en-US"/>
        </a:p>
      </dgm:t>
    </dgm:pt>
    <dgm:pt modelId="{FEB6F88E-D31B-4331-AC69-923342510E74}">
      <dgm:prSet/>
      <dgm:spPr/>
      <dgm:t>
        <a:bodyPr/>
        <a:lstStyle/>
        <a:p>
          <a:pPr>
            <a:lnSpc>
              <a:spcPct val="100000"/>
            </a:lnSpc>
          </a:pPr>
          <a:r>
            <a:rPr lang="en-US"/>
            <a:t>Goal: Keep enough context to understand the information without adding unnecessary content.</a:t>
          </a:r>
        </a:p>
      </dgm:t>
    </dgm:pt>
    <dgm:pt modelId="{0FF80E4B-04ED-4F66-BFD2-CB1DEF004576}" type="parTrans" cxnId="{B5182609-38B8-46CA-8FC1-DAA4A98001E2}">
      <dgm:prSet/>
      <dgm:spPr/>
      <dgm:t>
        <a:bodyPr/>
        <a:lstStyle/>
        <a:p>
          <a:endParaRPr lang="en-US"/>
        </a:p>
      </dgm:t>
    </dgm:pt>
    <dgm:pt modelId="{CA8DF610-B6E1-430D-B9CA-F6DDE048D3CF}" type="sibTrans" cxnId="{B5182609-38B8-46CA-8FC1-DAA4A98001E2}">
      <dgm:prSet/>
      <dgm:spPr/>
      <dgm:t>
        <a:bodyPr/>
        <a:lstStyle/>
        <a:p>
          <a:endParaRPr lang="en-US"/>
        </a:p>
      </dgm:t>
    </dgm:pt>
    <dgm:pt modelId="{B8ABA457-CDEE-430F-A586-7334459B8EFA}" type="pres">
      <dgm:prSet presAssocID="{E71623D7-3419-4DA4-9CD1-0AF60B02C600}" presName="root" presStyleCnt="0">
        <dgm:presLayoutVars>
          <dgm:dir/>
          <dgm:resizeHandles val="exact"/>
        </dgm:presLayoutVars>
      </dgm:prSet>
      <dgm:spPr/>
    </dgm:pt>
    <dgm:pt modelId="{84D2CAAA-2B59-4F8B-B619-D565D225B148}" type="pres">
      <dgm:prSet presAssocID="{53D9D9B6-F5C0-4DCC-8581-CB81622AB839}" presName="compNode" presStyleCnt="0"/>
      <dgm:spPr/>
    </dgm:pt>
    <dgm:pt modelId="{96B68BA5-3532-41EC-9FF0-5678494B5B46}" type="pres">
      <dgm:prSet presAssocID="{53D9D9B6-F5C0-4DCC-8581-CB81622AB839}" presName="bgRect" presStyleLbl="bgShp" presStyleIdx="0" presStyleCnt="6"/>
      <dgm:spPr/>
    </dgm:pt>
    <dgm:pt modelId="{38A8B1D5-C1CA-4974-A6AD-A3EE9A04AF76}" type="pres">
      <dgm:prSet presAssocID="{53D9D9B6-F5C0-4DCC-8581-CB81622AB839}"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Magnifying glass"/>
        </a:ext>
      </dgm:extLst>
    </dgm:pt>
    <dgm:pt modelId="{9591A100-4944-4C37-92A8-D451EEB6C0D2}" type="pres">
      <dgm:prSet presAssocID="{53D9D9B6-F5C0-4DCC-8581-CB81622AB839}" presName="spaceRect" presStyleCnt="0"/>
      <dgm:spPr/>
    </dgm:pt>
    <dgm:pt modelId="{F1527C7B-4501-4151-9A70-AEAB07FCD250}" type="pres">
      <dgm:prSet presAssocID="{53D9D9B6-F5C0-4DCC-8581-CB81622AB839}" presName="parTx" presStyleLbl="revTx" presStyleIdx="0" presStyleCnt="6">
        <dgm:presLayoutVars>
          <dgm:chMax val="0"/>
          <dgm:chPref val="0"/>
        </dgm:presLayoutVars>
      </dgm:prSet>
      <dgm:spPr/>
    </dgm:pt>
    <dgm:pt modelId="{D3F5FBAC-789F-4333-8676-405EFA98CEE1}" type="pres">
      <dgm:prSet presAssocID="{5A1FA563-32DE-4B74-9EE0-A45E2F1FA36D}" presName="sibTrans" presStyleCnt="0"/>
      <dgm:spPr/>
    </dgm:pt>
    <dgm:pt modelId="{6BFBD73D-416E-4919-8270-AF7AF282062C}" type="pres">
      <dgm:prSet presAssocID="{A41B0F7C-1F39-4D56-8062-B4571D0C68D2}" presName="compNode" presStyleCnt="0"/>
      <dgm:spPr/>
    </dgm:pt>
    <dgm:pt modelId="{B0FC0422-B802-4B24-9A91-2CCD3BDCE699}" type="pres">
      <dgm:prSet presAssocID="{A41B0F7C-1F39-4D56-8062-B4571D0C68D2}" presName="bgRect" presStyleLbl="bgShp" presStyleIdx="1" presStyleCnt="6"/>
      <dgm:spPr/>
    </dgm:pt>
    <dgm:pt modelId="{95F1CD89-5322-48DE-A4CF-ACD2AD2666A9}" type="pres">
      <dgm:prSet presAssocID="{A41B0F7C-1F39-4D56-8062-B4571D0C68D2}"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cument"/>
        </a:ext>
      </dgm:extLst>
    </dgm:pt>
    <dgm:pt modelId="{0E7B1D9D-3AA5-48F1-BD16-475CB589EFA1}" type="pres">
      <dgm:prSet presAssocID="{A41B0F7C-1F39-4D56-8062-B4571D0C68D2}" presName="spaceRect" presStyleCnt="0"/>
      <dgm:spPr/>
    </dgm:pt>
    <dgm:pt modelId="{8B36F3FD-F2DC-4F74-9631-2C3B11A8E622}" type="pres">
      <dgm:prSet presAssocID="{A41B0F7C-1F39-4D56-8062-B4571D0C68D2}" presName="parTx" presStyleLbl="revTx" presStyleIdx="1" presStyleCnt="6">
        <dgm:presLayoutVars>
          <dgm:chMax val="0"/>
          <dgm:chPref val="0"/>
        </dgm:presLayoutVars>
      </dgm:prSet>
      <dgm:spPr/>
    </dgm:pt>
    <dgm:pt modelId="{248B2B14-430B-4E03-ADC0-E737332F3571}" type="pres">
      <dgm:prSet presAssocID="{0B7B12A7-62FE-4CCB-9EEC-6DB814C13ED3}" presName="sibTrans" presStyleCnt="0"/>
      <dgm:spPr/>
    </dgm:pt>
    <dgm:pt modelId="{0DDFEDD2-888A-4FAD-9240-1AB3F58CBC33}" type="pres">
      <dgm:prSet presAssocID="{AAD71F9A-BBC2-422B-87EE-067B9607901E}" presName="compNode" presStyleCnt="0"/>
      <dgm:spPr/>
    </dgm:pt>
    <dgm:pt modelId="{DD2DCAB0-64B8-4BB7-8249-15CE833AE4BB}" type="pres">
      <dgm:prSet presAssocID="{AAD71F9A-BBC2-422B-87EE-067B9607901E}" presName="bgRect" presStyleLbl="bgShp" presStyleIdx="2" presStyleCnt="6"/>
      <dgm:spPr/>
    </dgm:pt>
    <dgm:pt modelId="{561A9B50-25DB-4444-A285-233D0CA25FE1}" type="pres">
      <dgm:prSet presAssocID="{AAD71F9A-BBC2-422B-87EE-067B9607901E}"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Irritant"/>
        </a:ext>
      </dgm:extLst>
    </dgm:pt>
    <dgm:pt modelId="{63A2F478-E27A-4A59-B132-EA735520393B}" type="pres">
      <dgm:prSet presAssocID="{AAD71F9A-BBC2-422B-87EE-067B9607901E}" presName="spaceRect" presStyleCnt="0"/>
      <dgm:spPr/>
    </dgm:pt>
    <dgm:pt modelId="{3FD64DDE-7E40-4E07-83B5-E590A8C8F6EC}" type="pres">
      <dgm:prSet presAssocID="{AAD71F9A-BBC2-422B-87EE-067B9607901E}" presName="parTx" presStyleLbl="revTx" presStyleIdx="2" presStyleCnt="6">
        <dgm:presLayoutVars>
          <dgm:chMax val="0"/>
          <dgm:chPref val="0"/>
        </dgm:presLayoutVars>
      </dgm:prSet>
      <dgm:spPr/>
    </dgm:pt>
    <dgm:pt modelId="{62751724-41B1-4457-8C46-8FD61BAB2AB7}" type="pres">
      <dgm:prSet presAssocID="{18BD7607-B306-46D8-92F0-9F177AFAFB4B}" presName="sibTrans" presStyleCnt="0"/>
      <dgm:spPr/>
    </dgm:pt>
    <dgm:pt modelId="{B5E8E614-B9E9-4926-A748-AAEC4BDE2125}" type="pres">
      <dgm:prSet presAssocID="{63007A8B-B0B2-46F3-9374-96DDC57E4387}" presName="compNode" presStyleCnt="0"/>
      <dgm:spPr/>
    </dgm:pt>
    <dgm:pt modelId="{BB1C24F0-28BB-4293-931B-3684D01C5850}" type="pres">
      <dgm:prSet presAssocID="{63007A8B-B0B2-46F3-9374-96DDC57E4387}" presName="bgRect" presStyleLbl="bgShp" presStyleIdx="3" presStyleCnt="6"/>
      <dgm:spPr/>
    </dgm:pt>
    <dgm:pt modelId="{5034DD7D-88FC-4F1F-B449-576877068142}" type="pres">
      <dgm:prSet presAssocID="{63007A8B-B0B2-46F3-9374-96DDC57E4387}"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Question mark"/>
        </a:ext>
      </dgm:extLst>
    </dgm:pt>
    <dgm:pt modelId="{0C5E22AB-875A-4DEA-8889-A0336AE141D4}" type="pres">
      <dgm:prSet presAssocID="{63007A8B-B0B2-46F3-9374-96DDC57E4387}" presName="spaceRect" presStyleCnt="0"/>
      <dgm:spPr/>
    </dgm:pt>
    <dgm:pt modelId="{08A899AA-97A1-4609-A3CD-6A70909E4FEF}" type="pres">
      <dgm:prSet presAssocID="{63007A8B-B0B2-46F3-9374-96DDC57E4387}" presName="parTx" presStyleLbl="revTx" presStyleIdx="3" presStyleCnt="6">
        <dgm:presLayoutVars>
          <dgm:chMax val="0"/>
          <dgm:chPref val="0"/>
        </dgm:presLayoutVars>
      </dgm:prSet>
      <dgm:spPr/>
    </dgm:pt>
    <dgm:pt modelId="{498F8DDF-152B-498E-A780-1C64412091E8}" type="pres">
      <dgm:prSet presAssocID="{1740C03D-8646-47FE-B6D6-5471974D76B2}" presName="sibTrans" presStyleCnt="0"/>
      <dgm:spPr/>
    </dgm:pt>
    <dgm:pt modelId="{3CD9CDB1-20F1-4EA5-81EC-1373BDF5176D}" type="pres">
      <dgm:prSet presAssocID="{8624D7D5-24C5-4E1C-8A51-D465F6DDADD9}" presName="compNode" presStyleCnt="0"/>
      <dgm:spPr/>
    </dgm:pt>
    <dgm:pt modelId="{B685FA65-5128-45C1-995A-C46531347D47}" type="pres">
      <dgm:prSet presAssocID="{8624D7D5-24C5-4E1C-8A51-D465F6DDADD9}" presName="bgRect" presStyleLbl="bgShp" presStyleIdx="4" presStyleCnt="6"/>
      <dgm:spPr/>
    </dgm:pt>
    <dgm:pt modelId="{DDDFC96B-52D0-47F3-8F59-D823F0ED07A3}" type="pres">
      <dgm:prSet presAssocID="{8624D7D5-24C5-4E1C-8A51-D465F6DDADD9}"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Hierarchy"/>
        </a:ext>
      </dgm:extLst>
    </dgm:pt>
    <dgm:pt modelId="{A5B6F0C9-037F-43BF-A83F-1B4ED1BEFE8D}" type="pres">
      <dgm:prSet presAssocID="{8624D7D5-24C5-4E1C-8A51-D465F6DDADD9}" presName="spaceRect" presStyleCnt="0"/>
      <dgm:spPr/>
    </dgm:pt>
    <dgm:pt modelId="{5D4627F5-51F1-4B07-8C3A-7B809DA26B4F}" type="pres">
      <dgm:prSet presAssocID="{8624D7D5-24C5-4E1C-8A51-D465F6DDADD9}" presName="parTx" presStyleLbl="revTx" presStyleIdx="4" presStyleCnt="6">
        <dgm:presLayoutVars>
          <dgm:chMax val="0"/>
          <dgm:chPref val="0"/>
        </dgm:presLayoutVars>
      </dgm:prSet>
      <dgm:spPr/>
    </dgm:pt>
    <dgm:pt modelId="{97660845-66EC-4EEE-8DDB-83B90083B9C5}" type="pres">
      <dgm:prSet presAssocID="{25FC8E77-106D-4E1C-BD61-03E0C0C99502}" presName="sibTrans" presStyleCnt="0"/>
      <dgm:spPr/>
    </dgm:pt>
    <dgm:pt modelId="{19DC4C98-0479-44BB-BE12-F2CF1A05DFD3}" type="pres">
      <dgm:prSet presAssocID="{FEB6F88E-D31B-4331-AC69-923342510E74}" presName="compNode" presStyleCnt="0"/>
      <dgm:spPr/>
    </dgm:pt>
    <dgm:pt modelId="{56586399-64F5-4802-BD93-94C549E2F192}" type="pres">
      <dgm:prSet presAssocID="{FEB6F88E-D31B-4331-AC69-923342510E74}" presName="bgRect" presStyleLbl="bgShp" presStyleIdx="5" presStyleCnt="6"/>
      <dgm:spPr/>
    </dgm:pt>
    <dgm:pt modelId="{71A79FB7-C2C2-477C-99ED-6502857A9E4C}" type="pres">
      <dgm:prSet presAssocID="{FEB6F88E-D31B-4331-AC69-923342510E74}"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ullseye"/>
        </a:ext>
      </dgm:extLst>
    </dgm:pt>
    <dgm:pt modelId="{66CEEC02-1904-4989-A3E8-6AD4D6FCD2E3}" type="pres">
      <dgm:prSet presAssocID="{FEB6F88E-D31B-4331-AC69-923342510E74}" presName="spaceRect" presStyleCnt="0"/>
      <dgm:spPr/>
    </dgm:pt>
    <dgm:pt modelId="{AED443DC-AE25-4EC6-B436-338019E4BB1E}" type="pres">
      <dgm:prSet presAssocID="{FEB6F88E-D31B-4331-AC69-923342510E74}" presName="parTx" presStyleLbl="revTx" presStyleIdx="5" presStyleCnt="6">
        <dgm:presLayoutVars>
          <dgm:chMax val="0"/>
          <dgm:chPref val="0"/>
        </dgm:presLayoutVars>
      </dgm:prSet>
      <dgm:spPr/>
    </dgm:pt>
  </dgm:ptLst>
  <dgm:cxnLst>
    <dgm:cxn modelId="{B5182609-38B8-46CA-8FC1-DAA4A98001E2}" srcId="{E71623D7-3419-4DA4-9CD1-0AF60B02C600}" destId="{FEB6F88E-D31B-4331-AC69-923342510E74}" srcOrd="5" destOrd="0" parTransId="{0FF80E4B-04ED-4F66-BFD2-CB1DEF004576}" sibTransId="{CA8DF610-B6E1-430D-B9CA-F6DDE048D3CF}"/>
    <dgm:cxn modelId="{8592FA27-D5B2-48EB-920D-FF9214240F85}" srcId="{E71623D7-3419-4DA4-9CD1-0AF60B02C600}" destId="{63007A8B-B0B2-46F3-9374-96DDC57E4387}" srcOrd="3" destOrd="0" parTransId="{CF0E16AC-AC26-49B0-92E5-7440E2ADF907}" sibTransId="{1740C03D-8646-47FE-B6D6-5471974D76B2}"/>
    <dgm:cxn modelId="{A825452A-080B-44AA-AFA1-F1B96B43F68E}" type="presOf" srcId="{8624D7D5-24C5-4E1C-8A51-D465F6DDADD9}" destId="{5D4627F5-51F1-4B07-8C3A-7B809DA26B4F}" srcOrd="0" destOrd="0" presId="urn:microsoft.com/office/officeart/2018/2/layout/IconVerticalSolidList"/>
    <dgm:cxn modelId="{DEFE9C36-1960-42CF-94C3-F3BC6858AC38}" type="presOf" srcId="{63007A8B-B0B2-46F3-9374-96DDC57E4387}" destId="{08A899AA-97A1-4609-A3CD-6A70909E4FEF}" srcOrd="0" destOrd="0" presId="urn:microsoft.com/office/officeart/2018/2/layout/IconVerticalSolidList"/>
    <dgm:cxn modelId="{CB235C6C-2780-4AE0-AD89-8B3F21BE20B0}" type="presOf" srcId="{AAD71F9A-BBC2-422B-87EE-067B9607901E}" destId="{3FD64DDE-7E40-4E07-83B5-E590A8C8F6EC}" srcOrd="0" destOrd="0" presId="urn:microsoft.com/office/officeart/2018/2/layout/IconVerticalSolidList"/>
    <dgm:cxn modelId="{AE8FBF81-9984-4621-BA32-03E1D018352F}" srcId="{E71623D7-3419-4DA4-9CD1-0AF60B02C600}" destId="{A41B0F7C-1F39-4D56-8062-B4571D0C68D2}" srcOrd="1" destOrd="0" parTransId="{7A2A5987-A30D-49B5-895C-C3FD29B016AF}" sibTransId="{0B7B12A7-62FE-4CCB-9EEC-6DB814C13ED3}"/>
    <dgm:cxn modelId="{0754A2AB-404C-48DD-AF8B-04A7F006F198}" srcId="{E71623D7-3419-4DA4-9CD1-0AF60B02C600}" destId="{8624D7D5-24C5-4E1C-8A51-D465F6DDADD9}" srcOrd="4" destOrd="0" parTransId="{9D490942-1AB9-48D2-9CFA-C71016E71D5B}" sibTransId="{25FC8E77-106D-4E1C-BD61-03E0C0C99502}"/>
    <dgm:cxn modelId="{6FE4B5BA-CB16-4856-9CC5-E72FF5EF5DC1}" type="presOf" srcId="{FEB6F88E-D31B-4331-AC69-923342510E74}" destId="{AED443DC-AE25-4EC6-B436-338019E4BB1E}" srcOrd="0" destOrd="0" presId="urn:microsoft.com/office/officeart/2018/2/layout/IconVerticalSolidList"/>
    <dgm:cxn modelId="{C82447C9-353C-4E48-AF3C-7A388C0C7E32}" type="presOf" srcId="{53D9D9B6-F5C0-4DCC-8581-CB81622AB839}" destId="{F1527C7B-4501-4151-9A70-AEAB07FCD250}" srcOrd="0" destOrd="0" presId="urn:microsoft.com/office/officeart/2018/2/layout/IconVerticalSolidList"/>
    <dgm:cxn modelId="{1D025CCE-1324-4DBA-9003-118E0A93A63B}" srcId="{E71623D7-3419-4DA4-9CD1-0AF60B02C600}" destId="{53D9D9B6-F5C0-4DCC-8581-CB81622AB839}" srcOrd="0" destOrd="0" parTransId="{F111B950-7481-4C45-9A5E-1DA703AD8208}" sibTransId="{5A1FA563-32DE-4B74-9EE0-A45E2F1FA36D}"/>
    <dgm:cxn modelId="{0EB375EB-251E-4019-B5EE-57C469E2A418}" type="presOf" srcId="{E71623D7-3419-4DA4-9CD1-0AF60B02C600}" destId="{B8ABA457-CDEE-430F-A586-7334459B8EFA}" srcOrd="0" destOrd="0" presId="urn:microsoft.com/office/officeart/2018/2/layout/IconVerticalSolidList"/>
    <dgm:cxn modelId="{F1D9E6EB-765D-4B15-B062-B7C5A962D297}" type="presOf" srcId="{A41B0F7C-1F39-4D56-8062-B4571D0C68D2}" destId="{8B36F3FD-F2DC-4F74-9631-2C3B11A8E622}" srcOrd="0" destOrd="0" presId="urn:microsoft.com/office/officeart/2018/2/layout/IconVerticalSolidList"/>
    <dgm:cxn modelId="{AA6937F2-C3C6-4358-886D-9056E8C76D2D}" srcId="{E71623D7-3419-4DA4-9CD1-0AF60B02C600}" destId="{AAD71F9A-BBC2-422B-87EE-067B9607901E}" srcOrd="2" destOrd="0" parTransId="{5FD709F2-B4DD-4CE3-8F8B-47C132484689}" sibTransId="{18BD7607-B306-46D8-92F0-9F177AFAFB4B}"/>
    <dgm:cxn modelId="{0C6A19EA-D400-467D-AA13-F017CC8EC74F}" type="presParOf" srcId="{B8ABA457-CDEE-430F-A586-7334459B8EFA}" destId="{84D2CAAA-2B59-4F8B-B619-D565D225B148}" srcOrd="0" destOrd="0" presId="urn:microsoft.com/office/officeart/2018/2/layout/IconVerticalSolidList"/>
    <dgm:cxn modelId="{8FDB6BD1-1E50-48AD-999B-ED939E459E37}" type="presParOf" srcId="{84D2CAAA-2B59-4F8B-B619-D565D225B148}" destId="{96B68BA5-3532-41EC-9FF0-5678494B5B46}" srcOrd="0" destOrd="0" presId="urn:microsoft.com/office/officeart/2018/2/layout/IconVerticalSolidList"/>
    <dgm:cxn modelId="{B6294B96-46B0-4485-B616-7D213BDB17EA}" type="presParOf" srcId="{84D2CAAA-2B59-4F8B-B619-D565D225B148}" destId="{38A8B1D5-C1CA-4974-A6AD-A3EE9A04AF76}" srcOrd="1" destOrd="0" presId="urn:microsoft.com/office/officeart/2018/2/layout/IconVerticalSolidList"/>
    <dgm:cxn modelId="{E8139973-3387-4575-8090-4B0BB6511888}" type="presParOf" srcId="{84D2CAAA-2B59-4F8B-B619-D565D225B148}" destId="{9591A100-4944-4C37-92A8-D451EEB6C0D2}" srcOrd="2" destOrd="0" presId="urn:microsoft.com/office/officeart/2018/2/layout/IconVerticalSolidList"/>
    <dgm:cxn modelId="{FFE878A1-F4A0-4690-9E9F-2810106F3D43}" type="presParOf" srcId="{84D2CAAA-2B59-4F8B-B619-D565D225B148}" destId="{F1527C7B-4501-4151-9A70-AEAB07FCD250}" srcOrd="3" destOrd="0" presId="urn:microsoft.com/office/officeart/2018/2/layout/IconVerticalSolidList"/>
    <dgm:cxn modelId="{D878658C-4A30-436E-BE81-FB226408DD42}" type="presParOf" srcId="{B8ABA457-CDEE-430F-A586-7334459B8EFA}" destId="{D3F5FBAC-789F-4333-8676-405EFA98CEE1}" srcOrd="1" destOrd="0" presId="urn:microsoft.com/office/officeart/2018/2/layout/IconVerticalSolidList"/>
    <dgm:cxn modelId="{C8C11032-1547-48AC-9754-4C1384CE4E01}" type="presParOf" srcId="{B8ABA457-CDEE-430F-A586-7334459B8EFA}" destId="{6BFBD73D-416E-4919-8270-AF7AF282062C}" srcOrd="2" destOrd="0" presId="urn:microsoft.com/office/officeart/2018/2/layout/IconVerticalSolidList"/>
    <dgm:cxn modelId="{089F70F6-90C1-420B-A295-09B79837D7C7}" type="presParOf" srcId="{6BFBD73D-416E-4919-8270-AF7AF282062C}" destId="{B0FC0422-B802-4B24-9A91-2CCD3BDCE699}" srcOrd="0" destOrd="0" presId="urn:microsoft.com/office/officeart/2018/2/layout/IconVerticalSolidList"/>
    <dgm:cxn modelId="{F552B248-92CB-4A53-A9A0-03B332F43C37}" type="presParOf" srcId="{6BFBD73D-416E-4919-8270-AF7AF282062C}" destId="{95F1CD89-5322-48DE-A4CF-ACD2AD2666A9}" srcOrd="1" destOrd="0" presId="urn:microsoft.com/office/officeart/2018/2/layout/IconVerticalSolidList"/>
    <dgm:cxn modelId="{9E6AD08D-8746-4E75-A87D-DF0EC2776886}" type="presParOf" srcId="{6BFBD73D-416E-4919-8270-AF7AF282062C}" destId="{0E7B1D9D-3AA5-48F1-BD16-475CB589EFA1}" srcOrd="2" destOrd="0" presId="urn:microsoft.com/office/officeart/2018/2/layout/IconVerticalSolidList"/>
    <dgm:cxn modelId="{8EA55F8A-9EE7-42CC-A135-294EA727D28C}" type="presParOf" srcId="{6BFBD73D-416E-4919-8270-AF7AF282062C}" destId="{8B36F3FD-F2DC-4F74-9631-2C3B11A8E622}" srcOrd="3" destOrd="0" presId="urn:microsoft.com/office/officeart/2018/2/layout/IconVerticalSolidList"/>
    <dgm:cxn modelId="{B4DCE8F2-309B-4B45-94C7-5DCBB5816AE4}" type="presParOf" srcId="{B8ABA457-CDEE-430F-A586-7334459B8EFA}" destId="{248B2B14-430B-4E03-ADC0-E737332F3571}" srcOrd="3" destOrd="0" presId="urn:microsoft.com/office/officeart/2018/2/layout/IconVerticalSolidList"/>
    <dgm:cxn modelId="{2818B5E6-272E-4835-AD9E-2C99344E9601}" type="presParOf" srcId="{B8ABA457-CDEE-430F-A586-7334459B8EFA}" destId="{0DDFEDD2-888A-4FAD-9240-1AB3F58CBC33}" srcOrd="4" destOrd="0" presId="urn:microsoft.com/office/officeart/2018/2/layout/IconVerticalSolidList"/>
    <dgm:cxn modelId="{A710D114-B2C9-4BA2-97E4-745930A97BE2}" type="presParOf" srcId="{0DDFEDD2-888A-4FAD-9240-1AB3F58CBC33}" destId="{DD2DCAB0-64B8-4BB7-8249-15CE833AE4BB}" srcOrd="0" destOrd="0" presId="urn:microsoft.com/office/officeart/2018/2/layout/IconVerticalSolidList"/>
    <dgm:cxn modelId="{23CA94C7-5E6D-4715-BF27-7187E01C34D3}" type="presParOf" srcId="{0DDFEDD2-888A-4FAD-9240-1AB3F58CBC33}" destId="{561A9B50-25DB-4444-A285-233D0CA25FE1}" srcOrd="1" destOrd="0" presId="urn:microsoft.com/office/officeart/2018/2/layout/IconVerticalSolidList"/>
    <dgm:cxn modelId="{47C4159E-130D-4B35-A590-EF9C9E4F33FA}" type="presParOf" srcId="{0DDFEDD2-888A-4FAD-9240-1AB3F58CBC33}" destId="{63A2F478-E27A-4A59-B132-EA735520393B}" srcOrd="2" destOrd="0" presId="urn:microsoft.com/office/officeart/2018/2/layout/IconVerticalSolidList"/>
    <dgm:cxn modelId="{AD8C050B-EAA0-4DCE-BCD3-A1D7B41CFC5B}" type="presParOf" srcId="{0DDFEDD2-888A-4FAD-9240-1AB3F58CBC33}" destId="{3FD64DDE-7E40-4E07-83B5-E590A8C8F6EC}" srcOrd="3" destOrd="0" presId="urn:microsoft.com/office/officeart/2018/2/layout/IconVerticalSolidList"/>
    <dgm:cxn modelId="{3A2072D2-3DEF-46CD-BDB6-85D82B23FB91}" type="presParOf" srcId="{B8ABA457-CDEE-430F-A586-7334459B8EFA}" destId="{62751724-41B1-4457-8C46-8FD61BAB2AB7}" srcOrd="5" destOrd="0" presId="urn:microsoft.com/office/officeart/2018/2/layout/IconVerticalSolidList"/>
    <dgm:cxn modelId="{3431ED5E-5FAD-482C-A189-4C53DF7DA1FF}" type="presParOf" srcId="{B8ABA457-CDEE-430F-A586-7334459B8EFA}" destId="{B5E8E614-B9E9-4926-A748-AAEC4BDE2125}" srcOrd="6" destOrd="0" presId="urn:microsoft.com/office/officeart/2018/2/layout/IconVerticalSolidList"/>
    <dgm:cxn modelId="{B4C0667F-F024-4133-A074-317D21AC031A}" type="presParOf" srcId="{B5E8E614-B9E9-4926-A748-AAEC4BDE2125}" destId="{BB1C24F0-28BB-4293-931B-3684D01C5850}" srcOrd="0" destOrd="0" presId="urn:microsoft.com/office/officeart/2018/2/layout/IconVerticalSolidList"/>
    <dgm:cxn modelId="{DF493EFF-65D9-44EB-8DCB-883B9B4BB865}" type="presParOf" srcId="{B5E8E614-B9E9-4926-A748-AAEC4BDE2125}" destId="{5034DD7D-88FC-4F1F-B449-576877068142}" srcOrd="1" destOrd="0" presId="urn:microsoft.com/office/officeart/2018/2/layout/IconVerticalSolidList"/>
    <dgm:cxn modelId="{647D2B57-DB17-4ECD-BB19-DB2B7E869873}" type="presParOf" srcId="{B5E8E614-B9E9-4926-A748-AAEC4BDE2125}" destId="{0C5E22AB-875A-4DEA-8889-A0336AE141D4}" srcOrd="2" destOrd="0" presId="urn:microsoft.com/office/officeart/2018/2/layout/IconVerticalSolidList"/>
    <dgm:cxn modelId="{7A724895-5C74-48F1-BA4D-8B17D95C8C53}" type="presParOf" srcId="{B5E8E614-B9E9-4926-A748-AAEC4BDE2125}" destId="{08A899AA-97A1-4609-A3CD-6A70909E4FEF}" srcOrd="3" destOrd="0" presId="urn:microsoft.com/office/officeart/2018/2/layout/IconVerticalSolidList"/>
    <dgm:cxn modelId="{A6CB102B-3494-4C64-9520-F696F826DA8B}" type="presParOf" srcId="{B8ABA457-CDEE-430F-A586-7334459B8EFA}" destId="{498F8DDF-152B-498E-A780-1C64412091E8}" srcOrd="7" destOrd="0" presId="urn:microsoft.com/office/officeart/2018/2/layout/IconVerticalSolidList"/>
    <dgm:cxn modelId="{C2A11023-A791-4155-A545-2E032CD06F1B}" type="presParOf" srcId="{B8ABA457-CDEE-430F-A586-7334459B8EFA}" destId="{3CD9CDB1-20F1-4EA5-81EC-1373BDF5176D}" srcOrd="8" destOrd="0" presId="urn:microsoft.com/office/officeart/2018/2/layout/IconVerticalSolidList"/>
    <dgm:cxn modelId="{73DDA22D-5EA7-4437-BCDC-E462E3D34572}" type="presParOf" srcId="{3CD9CDB1-20F1-4EA5-81EC-1373BDF5176D}" destId="{B685FA65-5128-45C1-995A-C46531347D47}" srcOrd="0" destOrd="0" presId="urn:microsoft.com/office/officeart/2018/2/layout/IconVerticalSolidList"/>
    <dgm:cxn modelId="{F8BD21ED-6359-49D1-A3D8-84783E778238}" type="presParOf" srcId="{3CD9CDB1-20F1-4EA5-81EC-1373BDF5176D}" destId="{DDDFC96B-52D0-47F3-8F59-D823F0ED07A3}" srcOrd="1" destOrd="0" presId="urn:microsoft.com/office/officeart/2018/2/layout/IconVerticalSolidList"/>
    <dgm:cxn modelId="{B3CDC8BF-A55C-4239-9D41-463B557BE6C7}" type="presParOf" srcId="{3CD9CDB1-20F1-4EA5-81EC-1373BDF5176D}" destId="{A5B6F0C9-037F-43BF-A83F-1B4ED1BEFE8D}" srcOrd="2" destOrd="0" presId="urn:microsoft.com/office/officeart/2018/2/layout/IconVerticalSolidList"/>
    <dgm:cxn modelId="{4AAD60C7-DAF4-4D8F-8D35-B93B430AA025}" type="presParOf" srcId="{3CD9CDB1-20F1-4EA5-81EC-1373BDF5176D}" destId="{5D4627F5-51F1-4B07-8C3A-7B809DA26B4F}" srcOrd="3" destOrd="0" presId="urn:microsoft.com/office/officeart/2018/2/layout/IconVerticalSolidList"/>
    <dgm:cxn modelId="{35C42C22-B7D7-4AEE-90C6-EF8E26D9C910}" type="presParOf" srcId="{B8ABA457-CDEE-430F-A586-7334459B8EFA}" destId="{97660845-66EC-4EEE-8DDB-83B90083B9C5}" srcOrd="9" destOrd="0" presId="urn:microsoft.com/office/officeart/2018/2/layout/IconVerticalSolidList"/>
    <dgm:cxn modelId="{B393DC51-9C02-4975-AF1B-EBC0CF477540}" type="presParOf" srcId="{B8ABA457-CDEE-430F-A586-7334459B8EFA}" destId="{19DC4C98-0479-44BB-BE12-F2CF1A05DFD3}" srcOrd="10" destOrd="0" presId="urn:microsoft.com/office/officeart/2018/2/layout/IconVerticalSolidList"/>
    <dgm:cxn modelId="{D258FA22-919A-4D7D-9295-F26173CE5323}" type="presParOf" srcId="{19DC4C98-0479-44BB-BE12-F2CF1A05DFD3}" destId="{56586399-64F5-4802-BD93-94C549E2F192}" srcOrd="0" destOrd="0" presId="urn:microsoft.com/office/officeart/2018/2/layout/IconVerticalSolidList"/>
    <dgm:cxn modelId="{5A15DDCA-9A1E-4169-A7B1-48833A88BE01}" type="presParOf" srcId="{19DC4C98-0479-44BB-BE12-F2CF1A05DFD3}" destId="{71A79FB7-C2C2-477C-99ED-6502857A9E4C}" srcOrd="1" destOrd="0" presId="urn:microsoft.com/office/officeart/2018/2/layout/IconVerticalSolidList"/>
    <dgm:cxn modelId="{B7253C89-3770-4016-9467-1C95B6F94B43}" type="presParOf" srcId="{19DC4C98-0479-44BB-BE12-F2CF1A05DFD3}" destId="{66CEEC02-1904-4989-A3E8-6AD4D6FCD2E3}" srcOrd="2" destOrd="0" presId="urn:microsoft.com/office/officeart/2018/2/layout/IconVerticalSolidList"/>
    <dgm:cxn modelId="{37D2DD01-C9DC-437A-979C-5DCA9FB9D9EC}" type="presParOf" srcId="{19DC4C98-0479-44BB-BE12-F2CF1A05DFD3}" destId="{AED443DC-AE25-4EC6-B436-338019E4BB1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342D9EF-528B-4DC0-9BF5-D362D636B5C6}" type="doc">
      <dgm:prSet loTypeId="urn:microsoft.com/office/officeart/2016/7/layout/RepeatingBendingProcessNew" loCatId="process" qsTypeId="urn:microsoft.com/office/officeart/2005/8/quickstyle/simple5#1" qsCatId="simple" csTypeId="urn:microsoft.com/office/officeart/2005/8/colors/colorful2#3" csCatId="colorful"/>
      <dgm:spPr/>
      <dgm:t>
        <a:bodyPr/>
        <a:lstStyle/>
        <a:p>
          <a:endParaRPr lang="en-US"/>
        </a:p>
      </dgm:t>
    </dgm:pt>
    <dgm:pt modelId="{ECBED9CE-0CBB-40A8-A13C-84262322410F}">
      <dgm:prSet/>
      <dgm:spPr/>
      <dgm:t>
        <a:bodyPr/>
        <a:lstStyle/>
        <a:p>
          <a:r>
            <a:rPr lang="en-US"/>
            <a:t>Standard or fixed-size chunking divides content according to a selected number of tokens.</a:t>
          </a:r>
        </a:p>
      </dgm:t>
    </dgm:pt>
    <dgm:pt modelId="{505E68ED-A222-43D1-8314-FA3646E06151}" type="parTrans" cxnId="{AE65B81C-A7CA-4B44-BA6C-6A1205A94356}">
      <dgm:prSet/>
      <dgm:spPr/>
      <dgm:t>
        <a:bodyPr/>
        <a:lstStyle/>
        <a:p>
          <a:endParaRPr lang="en-US"/>
        </a:p>
      </dgm:t>
    </dgm:pt>
    <dgm:pt modelId="{B5D4F9C9-8848-41FB-B383-0E817114E7FB}" type="sibTrans" cxnId="{AE65B81C-A7CA-4B44-BA6C-6A1205A94356}">
      <dgm:prSet/>
      <dgm:spPr/>
      <dgm:t>
        <a:bodyPr/>
        <a:lstStyle/>
        <a:p>
          <a:endParaRPr lang="en-US"/>
        </a:p>
      </dgm:t>
    </dgm:pt>
    <dgm:pt modelId="{F627FE32-C21C-4306-842A-0543EDFDFF98}">
      <dgm:prSet/>
      <dgm:spPr/>
      <dgm:t>
        <a:bodyPr/>
        <a:lstStyle/>
        <a:p>
          <a:r>
            <a:rPr lang="en-US"/>
            <a:t>Amazon Bedrock allows us to define the number of tokens in each chunk and the amount of overlap between chunks.</a:t>
          </a:r>
        </a:p>
      </dgm:t>
    </dgm:pt>
    <dgm:pt modelId="{7CCF8322-AE1A-401F-8CDB-DFCCB0BD850F}" type="parTrans" cxnId="{021628AA-0A00-4907-A296-E2FF0AED2B6C}">
      <dgm:prSet/>
      <dgm:spPr/>
      <dgm:t>
        <a:bodyPr/>
        <a:lstStyle/>
        <a:p>
          <a:endParaRPr lang="en-US"/>
        </a:p>
      </dgm:t>
    </dgm:pt>
    <dgm:pt modelId="{4EE435F3-7B1E-4294-936F-CCF0EFC53279}" type="sibTrans" cxnId="{021628AA-0A00-4907-A296-E2FF0AED2B6C}">
      <dgm:prSet/>
      <dgm:spPr/>
      <dgm:t>
        <a:bodyPr/>
        <a:lstStyle/>
        <a:p>
          <a:endParaRPr lang="en-US"/>
        </a:p>
      </dgm:t>
    </dgm:pt>
    <dgm:pt modelId="{1B16E9AD-A98E-4FF1-AA42-22E4C3D806F4}">
      <dgm:prSet/>
      <dgm:spPr/>
      <dgm:t>
        <a:bodyPr/>
        <a:lstStyle/>
        <a:p>
          <a:r>
            <a:rPr lang="en-US"/>
            <a:t>The course notes a default of about 300 tokens per chunk, while still trying to preserve complete sentence boundaries.</a:t>
          </a:r>
        </a:p>
      </dgm:t>
    </dgm:pt>
    <dgm:pt modelId="{3F546D2A-8319-4986-BB95-53DC8459DB00}" type="parTrans" cxnId="{1BC2FA62-259F-4D20-A808-A41DC25F5473}">
      <dgm:prSet/>
      <dgm:spPr/>
      <dgm:t>
        <a:bodyPr/>
        <a:lstStyle/>
        <a:p>
          <a:endParaRPr lang="en-US"/>
        </a:p>
      </dgm:t>
    </dgm:pt>
    <dgm:pt modelId="{D954C69F-D536-498F-953C-865A14A2B3C8}" type="sibTrans" cxnId="{1BC2FA62-259F-4D20-A808-A41DC25F5473}">
      <dgm:prSet/>
      <dgm:spPr/>
      <dgm:t>
        <a:bodyPr/>
        <a:lstStyle/>
        <a:p>
          <a:endParaRPr lang="en-US"/>
        </a:p>
      </dgm:t>
    </dgm:pt>
    <dgm:pt modelId="{9DD06956-F8B3-4A73-8785-943648AD8D8B}">
      <dgm:prSet/>
      <dgm:spPr/>
      <dgm:t>
        <a:bodyPr/>
        <a:lstStyle/>
        <a:p>
          <a:r>
            <a:rPr lang="en-US"/>
            <a:t>Overlap repeats a small amount of information between neighboring chunks so that important context is not lost at a chunk boundary.</a:t>
          </a:r>
        </a:p>
      </dgm:t>
    </dgm:pt>
    <dgm:pt modelId="{776F9820-A7E5-4949-945E-7B4F9E2390B2}" type="parTrans" cxnId="{1608FE04-757B-4B10-9054-1D3F4D2D8D09}">
      <dgm:prSet/>
      <dgm:spPr/>
      <dgm:t>
        <a:bodyPr/>
        <a:lstStyle/>
        <a:p>
          <a:endParaRPr lang="en-US"/>
        </a:p>
      </dgm:t>
    </dgm:pt>
    <dgm:pt modelId="{3D8AA960-EAD1-4FA2-B5B3-5E2FDF8B8C92}" type="sibTrans" cxnId="{1608FE04-757B-4B10-9054-1D3F4D2D8D09}">
      <dgm:prSet/>
      <dgm:spPr/>
      <dgm:t>
        <a:bodyPr/>
        <a:lstStyle/>
        <a:p>
          <a:endParaRPr lang="en-US"/>
        </a:p>
      </dgm:t>
    </dgm:pt>
    <dgm:pt modelId="{C8AB9388-6074-420F-883E-16A49D4EA7D7}">
      <dgm:prSet/>
      <dgm:spPr/>
      <dgm:t>
        <a:bodyPr/>
        <a:lstStyle/>
        <a:p>
          <a:r>
            <a:rPr lang="en-US"/>
            <a:t>This method is simple and predictable, but it divides content mainly by size rather than understanding the meaning of the information.</a:t>
          </a:r>
        </a:p>
      </dgm:t>
    </dgm:pt>
    <dgm:pt modelId="{8E056E9A-93D1-46F2-8244-B9E3335C3C2B}" type="parTrans" cxnId="{71EDC270-CA40-4CEF-8748-F2AD9417B27F}">
      <dgm:prSet/>
      <dgm:spPr/>
      <dgm:t>
        <a:bodyPr/>
        <a:lstStyle/>
        <a:p>
          <a:endParaRPr lang="en-US"/>
        </a:p>
      </dgm:t>
    </dgm:pt>
    <dgm:pt modelId="{36636130-DC2B-47DD-A17F-FD1C0285AB6A}" type="sibTrans" cxnId="{71EDC270-CA40-4CEF-8748-F2AD9417B27F}">
      <dgm:prSet/>
      <dgm:spPr/>
      <dgm:t>
        <a:bodyPr/>
        <a:lstStyle/>
        <a:p>
          <a:endParaRPr lang="en-US"/>
        </a:p>
      </dgm:t>
    </dgm:pt>
    <dgm:pt modelId="{BC2DCAEA-1183-4591-891D-03C87FDF695B}">
      <dgm:prSet/>
      <dgm:spPr/>
      <dgm:t>
        <a:bodyPr/>
        <a:lstStyle/>
        <a:p>
          <a:r>
            <a:rPr lang="en-US"/>
            <a:t>Best suited for: documents with fairly consistent structure.</a:t>
          </a:r>
        </a:p>
      </dgm:t>
    </dgm:pt>
    <dgm:pt modelId="{7C758940-8D3B-4A06-9508-170ECFE16D50}" type="parTrans" cxnId="{38AA5AA6-12DD-4C9A-A42A-1830A840F36C}">
      <dgm:prSet/>
      <dgm:spPr/>
      <dgm:t>
        <a:bodyPr/>
        <a:lstStyle/>
        <a:p>
          <a:endParaRPr lang="en-US"/>
        </a:p>
      </dgm:t>
    </dgm:pt>
    <dgm:pt modelId="{9A715F5A-1CF2-4044-9AC0-6E8D8DA28ADD}" type="sibTrans" cxnId="{38AA5AA6-12DD-4C9A-A42A-1830A840F36C}">
      <dgm:prSet/>
      <dgm:spPr/>
      <dgm:t>
        <a:bodyPr/>
        <a:lstStyle/>
        <a:p>
          <a:endParaRPr lang="en-US"/>
        </a:p>
      </dgm:t>
    </dgm:pt>
    <dgm:pt modelId="{895AB11A-3CA7-4B85-A99D-B6EFC028E03D}" type="pres">
      <dgm:prSet presAssocID="{B342D9EF-528B-4DC0-9BF5-D362D636B5C6}" presName="Name0" presStyleCnt="0">
        <dgm:presLayoutVars>
          <dgm:dir/>
          <dgm:resizeHandles val="exact"/>
        </dgm:presLayoutVars>
      </dgm:prSet>
      <dgm:spPr/>
    </dgm:pt>
    <dgm:pt modelId="{47A06708-2C4F-4D2A-B55D-4ACC0B353AE6}" type="pres">
      <dgm:prSet presAssocID="{ECBED9CE-0CBB-40A8-A13C-84262322410F}" presName="node" presStyleLbl="node1" presStyleIdx="0" presStyleCnt="6">
        <dgm:presLayoutVars>
          <dgm:bulletEnabled val="1"/>
        </dgm:presLayoutVars>
      </dgm:prSet>
      <dgm:spPr/>
    </dgm:pt>
    <dgm:pt modelId="{744BE49F-788F-49A9-B10C-645AD939FE6F}" type="pres">
      <dgm:prSet presAssocID="{B5D4F9C9-8848-41FB-B383-0E817114E7FB}" presName="sibTrans" presStyleLbl="sibTrans1D1" presStyleIdx="0" presStyleCnt="5"/>
      <dgm:spPr/>
    </dgm:pt>
    <dgm:pt modelId="{582E5757-7EAC-4013-B37F-A68F2F33DDCB}" type="pres">
      <dgm:prSet presAssocID="{B5D4F9C9-8848-41FB-B383-0E817114E7FB}" presName="connectorText" presStyleLbl="sibTrans1D1" presStyleIdx="0" presStyleCnt="5"/>
      <dgm:spPr/>
    </dgm:pt>
    <dgm:pt modelId="{3225C4E2-52A3-4801-98E9-3C4FC07498C2}" type="pres">
      <dgm:prSet presAssocID="{F627FE32-C21C-4306-842A-0543EDFDFF98}" presName="node" presStyleLbl="node1" presStyleIdx="1" presStyleCnt="6">
        <dgm:presLayoutVars>
          <dgm:bulletEnabled val="1"/>
        </dgm:presLayoutVars>
      </dgm:prSet>
      <dgm:spPr/>
    </dgm:pt>
    <dgm:pt modelId="{CC6DF392-9C79-465F-9D2F-0B583C1A6EB4}" type="pres">
      <dgm:prSet presAssocID="{4EE435F3-7B1E-4294-936F-CCF0EFC53279}" presName="sibTrans" presStyleLbl="sibTrans1D1" presStyleIdx="1" presStyleCnt="5"/>
      <dgm:spPr/>
    </dgm:pt>
    <dgm:pt modelId="{8E4D9291-3D0F-4C8E-B00D-8B829988FD82}" type="pres">
      <dgm:prSet presAssocID="{4EE435F3-7B1E-4294-936F-CCF0EFC53279}" presName="connectorText" presStyleLbl="sibTrans1D1" presStyleIdx="1" presStyleCnt="5"/>
      <dgm:spPr/>
    </dgm:pt>
    <dgm:pt modelId="{DF7E8641-0DCE-4701-8622-F7741EBAE0A8}" type="pres">
      <dgm:prSet presAssocID="{1B16E9AD-A98E-4FF1-AA42-22E4C3D806F4}" presName="node" presStyleLbl="node1" presStyleIdx="2" presStyleCnt="6">
        <dgm:presLayoutVars>
          <dgm:bulletEnabled val="1"/>
        </dgm:presLayoutVars>
      </dgm:prSet>
      <dgm:spPr/>
    </dgm:pt>
    <dgm:pt modelId="{971C3D1A-9BCA-4D0F-91EE-E9B7206FA39C}" type="pres">
      <dgm:prSet presAssocID="{D954C69F-D536-498F-953C-865A14A2B3C8}" presName="sibTrans" presStyleLbl="sibTrans1D1" presStyleIdx="2" presStyleCnt="5"/>
      <dgm:spPr/>
    </dgm:pt>
    <dgm:pt modelId="{72651A8C-6649-4265-9B74-B564BCF2AAB3}" type="pres">
      <dgm:prSet presAssocID="{D954C69F-D536-498F-953C-865A14A2B3C8}" presName="connectorText" presStyleLbl="sibTrans1D1" presStyleIdx="2" presStyleCnt="5"/>
      <dgm:spPr/>
    </dgm:pt>
    <dgm:pt modelId="{F1B81751-7702-4D52-94C2-0B623C8986F9}" type="pres">
      <dgm:prSet presAssocID="{9DD06956-F8B3-4A73-8785-943648AD8D8B}" presName="node" presStyleLbl="node1" presStyleIdx="3" presStyleCnt="6">
        <dgm:presLayoutVars>
          <dgm:bulletEnabled val="1"/>
        </dgm:presLayoutVars>
      </dgm:prSet>
      <dgm:spPr/>
    </dgm:pt>
    <dgm:pt modelId="{89C33786-9CF4-4CF4-8FD7-5AE2064D5942}" type="pres">
      <dgm:prSet presAssocID="{3D8AA960-EAD1-4FA2-B5B3-5E2FDF8B8C92}" presName="sibTrans" presStyleLbl="sibTrans1D1" presStyleIdx="3" presStyleCnt="5"/>
      <dgm:spPr/>
    </dgm:pt>
    <dgm:pt modelId="{F8EA9AE6-6314-4E09-A6FD-D815721F0A08}" type="pres">
      <dgm:prSet presAssocID="{3D8AA960-EAD1-4FA2-B5B3-5E2FDF8B8C92}" presName="connectorText" presStyleLbl="sibTrans1D1" presStyleIdx="3" presStyleCnt="5"/>
      <dgm:spPr/>
    </dgm:pt>
    <dgm:pt modelId="{A07D48AD-3C66-4C6D-8E33-E17CAF20379C}" type="pres">
      <dgm:prSet presAssocID="{C8AB9388-6074-420F-883E-16A49D4EA7D7}" presName="node" presStyleLbl="node1" presStyleIdx="4" presStyleCnt="6">
        <dgm:presLayoutVars>
          <dgm:bulletEnabled val="1"/>
        </dgm:presLayoutVars>
      </dgm:prSet>
      <dgm:spPr/>
    </dgm:pt>
    <dgm:pt modelId="{0F124775-ABF4-49D9-AD49-0ADEC00C2DFF}" type="pres">
      <dgm:prSet presAssocID="{36636130-DC2B-47DD-A17F-FD1C0285AB6A}" presName="sibTrans" presStyleLbl="sibTrans1D1" presStyleIdx="4" presStyleCnt="5"/>
      <dgm:spPr/>
    </dgm:pt>
    <dgm:pt modelId="{EE80F08B-5DE9-45D8-9A01-0B3193B9BD69}" type="pres">
      <dgm:prSet presAssocID="{36636130-DC2B-47DD-A17F-FD1C0285AB6A}" presName="connectorText" presStyleLbl="sibTrans1D1" presStyleIdx="4" presStyleCnt="5"/>
      <dgm:spPr/>
    </dgm:pt>
    <dgm:pt modelId="{1C6E6C0D-DD88-4033-B627-D6E47241326E}" type="pres">
      <dgm:prSet presAssocID="{BC2DCAEA-1183-4591-891D-03C87FDF695B}" presName="node" presStyleLbl="node1" presStyleIdx="5" presStyleCnt="6">
        <dgm:presLayoutVars>
          <dgm:bulletEnabled val="1"/>
        </dgm:presLayoutVars>
      </dgm:prSet>
      <dgm:spPr/>
    </dgm:pt>
  </dgm:ptLst>
  <dgm:cxnLst>
    <dgm:cxn modelId="{1608FE04-757B-4B10-9054-1D3F4D2D8D09}" srcId="{B342D9EF-528B-4DC0-9BF5-D362D636B5C6}" destId="{9DD06956-F8B3-4A73-8785-943648AD8D8B}" srcOrd="3" destOrd="0" parTransId="{776F9820-A7E5-4949-945E-7B4F9E2390B2}" sibTransId="{3D8AA960-EAD1-4FA2-B5B3-5E2FDF8B8C92}"/>
    <dgm:cxn modelId="{373E2B0A-DF26-4673-B77C-29F2539F33CE}" type="presOf" srcId="{F627FE32-C21C-4306-842A-0543EDFDFF98}" destId="{3225C4E2-52A3-4801-98E9-3C4FC07498C2}" srcOrd="0" destOrd="0" presId="urn:microsoft.com/office/officeart/2016/7/layout/RepeatingBendingProcessNew"/>
    <dgm:cxn modelId="{97A5A114-D118-4120-8E47-1662246BB97B}" type="presOf" srcId="{4EE435F3-7B1E-4294-936F-CCF0EFC53279}" destId="{CC6DF392-9C79-465F-9D2F-0B583C1A6EB4}" srcOrd="0" destOrd="0" presId="urn:microsoft.com/office/officeart/2016/7/layout/RepeatingBendingProcessNew"/>
    <dgm:cxn modelId="{AE65B81C-A7CA-4B44-BA6C-6A1205A94356}" srcId="{B342D9EF-528B-4DC0-9BF5-D362D636B5C6}" destId="{ECBED9CE-0CBB-40A8-A13C-84262322410F}" srcOrd="0" destOrd="0" parTransId="{505E68ED-A222-43D1-8314-FA3646E06151}" sibTransId="{B5D4F9C9-8848-41FB-B383-0E817114E7FB}"/>
    <dgm:cxn modelId="{73EC4F1E-8028-409A-8582-0AC64E8CEE30}" type="presOf" srcId="{3D8AA960-EAD1-4FA2-B5B3-5E2FDF8B8C92}" destId="{89C33786-9CF4-4CF4-8FD7-5AE2064D5942}" srcOrd="0" destOrd="0" presId="urn:microsoft.com/office/officeart/2016/7/layout/RepeatingBendingProcessNew"/>
    <dgm:cxn modelId="{CED88727-DAD3-4B0B-B48D-D7E893EFCBB5}" type="presOf" srcId="{3D8AA960-EAD1-4FA2-B5B3-5E2FDF8B8C92}" destId="{F8EA9AE6-6314-4E09-A6FD-D815721F0A08}" srcOrd="1" destOrd="0" presId="urn:microsoft.com/office/officeart/2016/7/layout/RepeatingBendingProcessNew"/>
    <dgm:cxn modelId="{54A2F02B-4742-4377-B44A-BEE185D9CCF5}" type="presOf" srcId="{ECBED9CE-0CBB-40A8-A13C-84262322410F}" destId="{47A06708-2C4F-4D2A-B55D-4ACC0B353AE6}" srcOrd="0" destOrd="0" presId="urn:microsoft.com/office/officeart/2016/7/layout/RepeatingBendingProcessNew"/>
    <dgm:cxn modelId="{1BC2FA62-259F-4D20-A808-A41DC25F5473}" srcId="{B342D9EF-528B-4DC0-9BF5-D362D636B5C6}" destId="{1B16E9AD-A98E-4FF1-AA42-22E4C3D806F4}" srcOrd="2" destOrd="0" parTransId="{3F546D2A-8319-4986-BB95-53DC8459DB00}" sibTransId="{D954C69F-D536-498F-953C-865A14A2B3C8}"/>
    <dgm:cxn modelId="{D3619E43-AC9E-4BC0-AFC5-DFBD1B69B66D}" type="presOf" srcId="{36636130-DC2B-47DD-A17F-FD1C0285AB6A}" destId="{0F124775-ABF4-49D9-AD49-0ADEC00C2DFF}" srcOrd="0" destOrd="0" presId="urn:microsoft.com/office/officeart/2016/7/layout/RepeatingBendingProcessNew"/>
    <dgm:cxn modelId="{CAB6664A-2D8A-410E-BA07-AF1EDF313397}" type="presOf" srcId="{4EE435F3-7B1E-4294-936F-CCF0EFC53279}" destId="{8E4D9291-3D0F-4C8E-B00D-8B829988FD82}" srcOrd="1" destOrd="0" presId="urn:microsoft.com/office/officeart/2016/7/layout/RepeatingBendingProcessNew"/>
    <dgm:cxn modelId="{71EDC270-CA40-4CEF-8748-F2AD9417B27F}" srcId="{B342D9EF-528B-4DC0-9BF5-D362D636B5C6}" destId="{C8AB9388-6074-420F-883E-16A49D4EA7D7}" srcOrd="4" destOrd="0" parTransId="{8E056E9A-93D1-46F2-8244-B9E3335C3C2B}" sibTransId="{36636130-DC2B-47DD-A17F-FD1C0285AB6A}"/>
    <dgm:cxn modelId="{6A698578-81CD-459D-9B32-9E3DD0546BC3}" type="presOf" srcId="{36636130-DC2B-47DD-A17F-FD1C0285AB6A}" destId="{EE80F08B-5DE9-45D8-9A01-0B3193B9BD69}" srcOrd="1" destOrd="0" presId="urn:microsoft.com/office/officeart/2016/7/layout/RepeatingBendingProcessNew"/>
    <dgm:cxn modelId="{FB3BD388-FD16-46AE-9344-2DA285865BD1}" type="presOf" srcId="{9DD06956-F8B3-4A73-8785-943648AD8D8B}" destId="{F1B81751-7702-4D52-94C2-0B623C8986F9}" srcOrd="0" destOrd="0" presId="urn:microsoft.com/office/officeart/2016/7/layout/RepeatingBendingProcessNew"/>
    <dgm:cxn modelId="{F6699196-50CA-4D1D-B9BF-571760D0D4E2}" type="presOf" srcId="{C8AB9388-6074-420F-883E-16A49D4EA7D7}" destId="{A07D48AD-3C66-4C6D-8E33-E17CAF20379C}" srcOrd="0" destOrd="0" presId="urn:microsoft.com/office/officeart/2016/7/layout/RepeatingBendingProcessNew"/>
    <dgm:cxn modelId="{38AA5AA6-12DD-4C9A-A42A-1830A840F36C}" srcId="{B342D9EF-528B-4DC0-9BF5-D362D636B5C6}" destId="{BC2DCAEA-1183-4591-891D-03C87FDF695B}" srcOrd="5" destOrd="0" parTransId="{7C758940-8D3B-4A06-9508-170ECFE16D50}" sibTransId="{9A715F5A-1CF2-4044-9AC0-6E8D8DA28ADD}"/>
    <dgm:cxn modelId="{021628AA-0A00-4907-A296-E2FF0AED2B6C}" srcId="{B342D9EF-528B-4DC0-9BF5-D362D636B5C6}" destId="{F627FE32-C21C-4306-842A-0543EDFDFF98}" srcOrd="1" destOrd="0" parTransId="{7CCF8322-AE1A-401F-8CDB-DFCCB0BD850F}" sibTransId="{4EE435F3-7B1E-4294-936F-CCF0EFC53279}"/>
    <dgm:cxn modelId="{A87077AC-8BAF-4E58-8CD1-D72EA0ED2092}" type="presOf" srcId="{B5D4F9C9-8848-41FB-B383-0E817114E7FB}" destId="{582E5757-7EAC-4013-B37F-A68F2F33DDCB}" srcOrd="1" destOrd="0" presId="urn:microsoft.com/office/officeart/2016/7/layout/RepeatingBendingProcessNew"/>
    <dgm:cxn modelId="{36FC98B2-6C8B-4E61-8AD6-00AEC5B850BD}" type="presOf" srcId="{1B16E9AD-A98E-4FF1-AA42-22E4C3D806F4}" destId="{DF7E8641-0DCE-4701-8622-F7741EBAE0A8}" srcOrd="0" destOrd="0" presId="urn:microsoft.com/office/officeart/2016/7/layout/RepeatingBendingProcessNew"/>
    <dgm:cxn modelId="{B5DF9DD6-E3D2-45E5-8E3B-98C63D36A442}" type="presOf" srcId="{B5D4F9C9-8848-41FB-B383-0E817114E7FB}" destId="{744BE49F-788F-49A9-B10C-645AD939FE6F}" srcOrd="0" destOrd="0" presId="urn:microsoft.com/office/officeart/2016/7/layout/RepeatingBendingProcessNew"/>
    <dgm:cxn modelId="{04B41EDD-9FDC-4D0F-AF0C-5EF50DE15A04}" type="presOf" srcId="{B342D9EF-528B-4DC0-9BF5-D362D636B5C6}" destId="{895AB11A-3CA7-4B85-A99D-B6EFC028E03D}" srcOrd="0" destOrd="0" presId="urn:microsoft.com/office/officeart/2016/7/layout/RepeatingBendingProcessNew"/>
    <dgm:cxn modelId="{5E3CAEED-F484-4255-965A-E64A9054AE56}" type="presOf" srcId="{D954C69F-D536-498F-953C-865A14A2B3C8}" destId="{971C3D1A-9BCA-4D0F-91EE-E9B7206FA39C}" srcOrd="0" destOrd="0" presId="urn:microsoft.com/office/officeart/2016/7/layout/RepeatingBendingProcessNew"/>
    <dgm:cxn modelId="{A0EDEAEE-D6AC-49E6-803D-CBB17B718616}" type="presOf" srcId="{D954C69F-D536-498F-953C-865A14A2B3C8}" destId="{72651A8C-6649-4265-9B74-B564BCF2AAB3}" srcOrd="1" destOrd="0" presId="urn:microsoft.com/office/officeart/2016/7/layout/RepeatingBendingProcessNew"/>
    <dgm:cxn modelId="{156C95FA-6E04-4E8B-89FC-C153CA6E134E}" type="presOf" srcId="{BC2DCAEA-1183-4591-891D-03C87FDF695B}" destId="{1C6E6C0D-DD88-4033-B627-D6E47241326E}" srcOrd="0" destOrd="0" presId="urn:microsoft.com/office/officeart/2016/7/layout/RepeatingBendingProcessNew"/>
    <dgm:cxn modelId="{001C168F-0304-43BC-BB11-26C6320DFC26}" type="presParOf" srcId="{895AB11A-3CA7-4B85-A99D-B6EFC028E03D}" destId="{47A06708-2C4F-4D2A-B55D-4ACC0B353AE6}" srcOrd="0" destOrd="0" presId="urn:microsoft.com/office/officeart/2016/7/layout/RepeatingBendingProcessNew"/>
    <dgm:cxn modelId="{79C23E78-58FC-4FDE-847F-337EC580A213}" type="presParOf" srcId="{895AB11A-3CA7-4B85-A99D-B6EFC028E03D}" destId="{744BE49F-788F-49A9-B10C-645AD939FE6F}" srcOrd="1" destOrd="0" presId="urn:microsoft.com/office/officeart/2016/7/layout/RepeatingBendingProcessNew"/>
    <dgm:cxn modelId="{001051DF-459E-4706-AF84-FC629F015182}" type="presParOf" srcId="{744BE49F-788F-49A9-B10C-645AD939FE6F}" destId="{582E5757-7EAC-4013-B37F-A68F2F33DDCB}" srcOrd="0" destOrd="0" presId="urn:microsoft.com/office/officeart/2016/7/layout/RepeatingBendingProcessNew"/>
    <dgm:cxn modelId="{5E917000-628F-4380-A197-5D35318104DD}" type="presParOf" srcId="{895AB11A-3CA7-4B85-A99D-B6EFC028E03D}" destId="{3225C4E2-52A3-4801-98E9-3C4FC07498C2}" srcOrd="2" destOrd="0" presId="urn:microsoft.com/office/officeart/2016/7/layout/RepeatingBendingProcessNew"/>
    <dgm:cxn modelId="{8B92EC94-6CA0-4C80-A4B6-79326BAA87D3}" type="presParOf" srcId="{895AB11A-3CA7-4B85-A99D-B6EFC028E03D}" destId="{CC6DF392-9C79-465F-9D2F-0B583C1A6EB4}" srcOrd="3" destOrd="0" presId="urn:microsoft.com/office/officeart/2016/7/layout/RepeatingBendingProcessNew"/>
    <dgm:cxn modelId="{AEA23BF8-47CB-471E-83AD-7225C88C8403}" type="presParOf" srcId="{CC6DF392-9C79-465F-9D2F-0B583C1A6EB4}" destId="{8E4D9291-3D0F-4C8E-B00D-8B829988FD82}" srcOrd="0" destOrd="0" presId="urn:microsoft.com/office/officeart/2016/7/layout/RepeatingBendingProcessNew"/>
    <dgm:cxn modelId="{3EA90691-BB6B-4FDD-9F0D-1740DCBEFB8B}" type="presParOf" srcId="{895AB11A-3CA7-4B85-A99D-B6EFC028E03D}" destId="{DF7E8641-0DCE-4701-8622-F7741EBAE0A8}" srcOrd="4" destOrd="0" presId="urn:microsoft.com/office/officeart/2016/7/layout/RepeatingBendingProcessNew"/>
    <dgm:cxn modelId="{09067123-5C4E-4D04-A79F-C56550CD71EC}" type="presParOf" srcId="{895AB11A-3CA7-4B85-A99D-B6EFC028E03D}" destId="{971C3D1A-9BCA-4D0F-91EE-E9B7206FA39C}" srcOrd="5" destOrd="0" presId="urn:microsoft.com/office/officeart/2016/7/layout/RepeatingBendingProcessNew"/>
    <dgm:cxn modelId="{A9524404-68FC-4B99-88EC-409B589FBC2C}" type="presParOf" srcId="{971C3D1A-9BCA-4D0F-91EE-E9B7206FA39C}" destId="{72651A8C-6649-4265-9B74-B564BCF2AAB3}" srcOrd="0" destOrd="0" presId="urn:microsoft.com/office/officeart/2016/7/layout/RepeatingBendingProcessNew"/>
    <dgm:cxn modelId="{171F92D4-03DA-458C-B497-1C5189C79F47}" type="presParOf" srcId="{895AB11A-3CA7-4B85-A99D-B6EFC028E03D}" destId="{F1B81751-7702-4D52-94C2-0B623C8986F9}" srcOrd="6" destOrd="0" presId="urn:microsoft.com/office/officeart/2016/7/layout/RepeatingBendingProcessNew"/>
    <dgm:cxn modelId="{0AE87E4E-0F2F-4D2D-8AF4-F9B7BD6E9D06}" type="presParOf" srcId="{895AB11A-3CA7-4B85-A99D-B6EFC028E03D}" destId="{89C33786-9CF4-4CF4-8FD7-5AE2064D5942}" srcOrd="7" destOrd="0" presId="urn:microsoft.com/office/officeart/2016/7/layout/RepeatingBendingProcessNew"/>
    <dgm:cxn modelId="{56442D13-53E9-4C29-98F6-2FBBBAB87109}" type="presParOf" srcId="{89C33786-9CF4-4CF4-8FD7-5AE2064D5942}" destId="{F8EA9AE6-6314-4E09-A6FD-D815721F0A08}" srcOrd="0" destOrd="0" presId="urn:microsoft.com/office/officeart/2016/7/layout/RepeatingBendingProcessNew"/>
    <dgm:cxn modelId="{A0036549-0588-4DD2-9C7D-6D0C7B34306E}" type="presParOf" srcId="{895AB11A-3CA7-4B85-A99D-B6EFC028E03D}" destId="{A07D48AD-3C66-4C6D-8E33-E17CAF20379C}" srcOrd="8" destOrd="0" presId="urn:microsoft.com/office/officeart/2016/7/layout/RepeatingBendingProcessNew"/>
    <dgm:cxn modelId="{9E9A0457-11EC-49A2-8B6B-8DA838FBEFCE}" type="presParOf" srcId="{895AB11A-3CA7-4B85-A99D-B6EFC028E03D}" destId="{0F124775-ABF4-49D9-AD49-0ADEC00C2DFF}" srcOrd="9" destOrd="0" presId="urn:microsoft.com/office/officeart/2016/7/layout/RepeatingBendingProcessNew"/>
    <dgm:cxn modelId="{A1B87FA2-363D-4ABD-BFB7-2EDCE4D19089}" type="presParOf" srcId="{0F124775-ABF4-49D9-AD49-0ADEC00C2DFF}" destId="{EE80F08B-5DE9-45D8-9A01-0B3193B9BD69}" srcOrd="0" destOrd="0" presId="urn:microsoft.com/office/officeart/2016/7/layout/RepeatingBendingProcessNew"/>
    <dgm:cxn modelId="{52CD66B6-11CA-4409-AF67-60D990B0ABEB}" type="presParOf" srcId="{895AB11A-3CA7-4B85-A99D-B6EFC028E03D}" destId="{1C6E6C0D-DD88-4033-B627-D6E47241326E}"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49927C4-146B-4DB4-92A5-4FA5125D5049}" type="doc">
      <dgm:prSet loTypeId="urn:microsoft.com/office/officeart/2005/8/layout/vList2" loCatId="list" qsTypeId="urn:microsoft.com/office/officeart/2005/8/quickstyle/simple1#35" qsCatId="simple" csTypeId="urn:microsoft.com/office/officeart/2005/8/colors/accent1_2#27" csCatId="accent1"/>
      <dgm:spPr/>
      <dgm:t>
        <a:bodyPr/>
        <a:lstStyle/>
        <a:p>
          <a:endParaRPr lang="en-US"/>
        </a:p>
      </dgm:t>
    </dgm:pt>
    <dgm:pt modelId="{4AC8BD42-F33A-48A5-8995-B84C715A2100}">
      <dgm:prSet/>
      <dgm:spPr/>
      <dgm:t>
        <a:bodyPr/>
        <a:lstStyle/>
        <a:p>
          <a:r>
            <a:rPr lang="en-US"/>
            <a:t>Semantic chunking divides content based on meaning instead of only using a fixed token count.</a:t>
          </a:r>
        </a:p>
      </dgm:t>
    </dgm:pt>
    <dgm:pt modelId="{2EAA3E78-6792-4B4D-8E0F-15E2FE1093B3}" type="parTrans" cxnId="{C77E0D29-D616-4385-A7E1-25AF9B372A70}">
      <dgm:prSet/>
      <dgm:spPr/>
      <dgm:t>
        <a:bodyPr/>
        <a:lstStyle/>
        <a:p>
          <a:endParaRPr lang="en-US"/>
        </a:p>
      </dgm:t>
    </dgm:pt>
    <dgm:pt modelId="{E2764444-21B9-4BBA-8A1D-7123D5167FFB}" type="sibTrans" cxnId="{C77E0D29-D616-4385-A7E1-25AF9B372A70}">
      <dgm:prSet/>
      <dgm:spPr/>
      <dgm:t>
        <a:bodyPr/>
        <a:lstStyle/>
        <a:p>
          <a:endParaRPr lang="en-US"/>
        </a:p>
      </dgm:t>
    </dgm:pt>
    <dgm:pt modelId="{F089F97A-FFB3-4299-8A7B-2ED048B6C6E8}">
      <dgm:prSet/>
      <dgm:spPr/>
      <dgm:t>
        <a:bodyPr/>
        <a:lstStyle/>
        <a:p>
          <a:r>
            <a:rPr lang="en-US"/>
            <a:t>A model examines nearby sentences and tries to keep information discussing the same subject together.</a:t>
          </a:r>
        </a:p>
      </dgm:t>
    </dgm:pt>
    <dgm:pt modelId="{D32A1BAD-572F-4EE2-99C6-BE76BDB779E7}" type="parTrans" cxnId="{AE7BCE86-B135-4B9C-A691-6F74BBC099A1}">
      <dgm:prSet/>
      <dgm:spPr/>
      <dgm:t>
        <a:bodyPr/>
        <a:lstStyle/>
        <a:p>
          <a:endParaRPr lang="en-US"/>
        </a:p>
      </dgm:t>
    </dgm:pt>
    <dgm:pt modelId="{9DFCEA0D-E582-4D96-8D22-5C50C9498848}" type="sibTrans" cxnId="{AE7BCE86-B135-4B9C-A691-6F74BBC099A1}">
      <dgm:prSet/>
      <dgm:spPr/>
      <dgm:t>
        <a:bodyPr/>
        <a:lstStyle/>
        <a:p>
          <a:endParaRPr lang="en-US"/>
        </a:p>
      </dgm:t>
    </dgm:pt>
    <dgm:pt modelId="{DC9428FF-5FA0-40D9-9F82-5E74F6D6B195}">
      <dgm:prSet/>
      <dgm:spPr/>
      <dgm:t>
        <a:bodyPr/>
        <a:lstStyle/>
        <a:p>
          <a:r>
            <a:rPr lang="en-US"/>
            <a:t>For example, sentences about vacation policy should remain together while a new section about health insurance becomes a different chunk.</a:t>
          </a:r>
        </a:p>
      </dgm:t>
    </dgm:pt>
    <dgm:pt modelId="{664327E1-A5C8-43A8-9AF5-12C344CAF630}" type="parTrans" cxnId="{A7D96EB5-F934-4BBB-97EF-EAB264D26DF6}">
      <dgm:prSet/>
      <dgm:spPr/>
      <dgm:t>
        <a:bodyPr/>
        <a:lstStyle/>
        <a:p>
          <a:endParaRPr lang="en-US"/>
        </a:p>
      </dgm:t>
    </dgm:pt>
    <dgm:pt modelId="{DA8E8699-442E-4124-87A0-FAD2D64DA820}" type="sibTrans" cxnId="{A7D96EB5-F934-4BBB-97EF-EAB264D26DF6}">
      <dgm:prSet/>
      <dgm:spPr/>
      <dgm:t>
        <a:bodyPr/>
        <a:lstStyle/>
        <a:p>
          <a:endParaRPr lang="en-US"/>
        </a:p>
      </dgm:t>
    </dgm:pt>
    <dgm:pt modelId="{6F9DC2D6-CB2B-46ED-BE5B-1F47B8BE6204}">
      <dgm:prSet/>
      <dgm:spPr/>
      <dgm:t>
        <a:bodyPr/>
        <a:lstStyle/>
        <a:p>
          <a:r>
            <a:rPr lang="en-US"/>
            <a:t>Bedrock semantic chunking can consider settings such as maximum tokens, buffer size, and semantic similarity thresholds.</a:t>
          </a:r>
        </a:p>
      </dgm:t>
    </dgm:pt>
    <dgm:pt modelId="{34CF1E66-CB9F-436E-86D2-DFED1DFAE3DE}" type="parTrans" cxnId="{7DAFF12E-4A83-401A-A885-F4668BD52F10}">
      <dgm:prSet/>
      <dgm:spPr/>
      <dgm:t>
        <a:bodyPr/>
        <a:lstStyle/>
        <a:p>
          <a:endParaRPr lang="en-US"/>
        </a:p>
      </dgm:t>
    </dgm:pt>
    <dgm:pt modelId="{CCE9B9A0-BC51-47A5-A6A4-000DD81BC7CB}" type="sibTrans" cxnId="{7DAFF12E-4A83-401A-A885-F4668BD52F10}">
      <dgm:prSet/>
      <dgm:spPr/>
      <dgm:t>
        <a:bodyPr/>
        <a:lstStyle/>
        <a:p>
          <a:endParaRPr lang="en-US"/>
        </a:p>
      </dgm:t>
    </dgm:pt>
    <dgm:pt modelId="{D673A1AF-9D6D-49EC-9F3E-499F097340D5}">
      <dgm:prSet/>
      <dgm:spPr/>
      <dgm:t>
        <a:bodyPr/>
        <a:lstStyle/>
        <a:p>
          <a:r>
            <a:rPr lang="en-US"/>
            <a:t>A larger buffer can provide more context but may also introduce unrelated information.</a:t>
          </a:r>
        </a:p>
      </dgm:t>
    </dgm:pt>
    <dgm:pt modelId="{ED445A69-6305-4B2C-818C-16CAD5710500}" type="parTrans" cxnId="{6C9A4EBD-02C7-4168-B893-A6D83D1F17E5}">
      <dgm:prSet/>
      <dgm:spPr/>
      <dgm:t>
        <a:bodyPr/>
        <a:lstStyle/>
        <a:p>
          <a:endParaRPr lang="en-US"/>
        </a:p>
      </dgm:t>
    </dgm:pt>
    <dgm:pt modelId="{46B73FAD-8A93-4C1D-A6F4-FC04FD04E311}" type="sibTrans" cxnId="{6C9A4EBD-02C7-4168-B893-A6D83D1F17E5}">
      <dgm:prSet/>
      <dgm:spPr/>
      <dgm:t>
        <a:bodyPr/>
        <a:lstStyle/>
        <a:p>
          <a:endParaRPr lang="en-US"/>
        </a:p>
      </dgm:t>
    </dgm:pt>
    <dgm:pt modelId="{59A53D6E-921F-4AE4-8FAE-2293A9122F94}">
      <dgm:prSet/>
      <dgm:spPr/>
      <dgm:t>
        <a:bodyPr/>
        <a:lstStyle/>
        <a:p>
          <a:r>
            <a:rPr lang="en-US"/>
            <a:t>Semantic chunking can improve retrieval quality, but it costs more because a Foundation Model is used during the chunking process.</a:t>
          </a:r>
        </a:p>
      </dgm:t>
    </dgm:pt>
    <dgm:pt modelId="{0C92A2E7-633E-46EF-8B8F-8E5D6EEC7051}" type="parTrans" cxnId="{F4480683-E173-496C-8F11-D791462AF69D}">
      <dgm:prSet/>
      <dgm:spPr/>
      <dgm:t>
        <a:bodyPr/>
        <a:lstStyle/>
        <a:p>
          <a:endParaRPr lang="en-US"/>
        </a:p>
      </dgm:t>
    </dgm:pt>
    <dgm:pt modelId="{BE7900AA-C47F-4078-80FB-529EB8DE6EC4}" type="sibTrans" cxnId="{F4480683-E173-496C-8F11-D791462AF69D}">
      <dgm:prSet/>
      <dgm:spPr/>
      <dgm:t>
        <a:bodyPr/>
        <a:lstStyle/>
        <a:p>
          <a:endParaRPr lang="en-US"/>
        </a:p>
      </dgm:t>
    </dgm:pt>
    <dgm:pt modelId="{228938E1-B9F1-4FF6-BDA1-6AAE793F8221}" type="pres">
      <dgm:prSet presAssocID="{A49927C4-146B-4DB4-92A5-4FA5125D5049}" presName="linear" presStyleCnt="0">
        <dgm:presLayoutVars>
          <dgm:animLvl val="lvl"/>
          <dgm:resizeHandles val="exact"/>
        </dgm:presLayoutVars>
      </dgm:prSet>
      <dgm:spPr/>
    </dgm:pt>
    <dgm:pt modelId="{ADB4D138-2241-4C5B-A8DF-4D9B56625A3D}" type="pres">
      <dgm:prSet presAssocID="{4AC8BD42-F33A-48A5-8995-B84C715A2100}" presName="parentText" presStyleLbl="node1" presStyleIdx="0" presStyleCnt="6">
        <dgm:presLayoutVars>
          <dgm:chMax val="0"/>
          <dgm:bulletEnabled val="1"/>
        </dgm:presLayoutVars>
      </dgm:prSet>
      <dgm:spPr/>
    </dgm:pt>
    <dgm:pt modelId="{82D1EEAF-C657-48AB-8A09-470D973622C7}" type="pres">
      <dgm:prSet presAssocID="{E2764444-21B9-4BBA-8A1D-7123D5167FFB}" presName="spacer" presStyleCnt="0"/>
      <dgm:spPr/>
    </dgm:pt>
    <dgm:pt modelId="{65EF1FB1-48CA-4485-8029-DC4E285ECBAD}" type="pres">
      <dgm:prSet presAssocID="{F089F97A-FFB3-4299-8A7B-2ED048B6C6E8}" presName="parentText" presStyleLbl="node1" presStyleIdx="1" presStyleCnt="6">
        <dgm:presLayoutVars>
          <dgm:chMax val="0"/>
          <dgm:bulletEnabled val="1"/>
        </dgm:presLayoutVars>
      </dgm:prSet>
      <dgm:spPr/>
    </dgm:pt>
    <dgm:pt modelId="{FC2DD393-217D-4BC9-9F29-989E65FBB28D}" type="pres">
      <dgm:prSet presAssocID="{9DFCEA0D-E582-4D96-8D22-5C50C9498848}" presName="spacer" presStyleCnt="0"/>
      <dgm:spPr/>
    </dgm:pt>
    <dgm:pt modelId="{3EC80F84-BD6D-4010-9CBE-7AFB79702CBD}" type="pres">
      <dgm:prSet presAssocID="{DC9428FF-5FA0-40D9-9F82-5E74F6D6B195}" presName="parentText" presStyleLbl="node1" presStyleIdx="2" presStyleCnt="6">
        <dgm:presLayoutVars>
          <dgm:chMax val="0"/>
          <dgm:bulletEnabled val="1"/>
        </dgm:presLayoutVars>
      </dgm:prSet>
      <dgm:spPr/>
    </dgm:pt>
    <dgm:pt modelId="{DE50C0E7-1E85-4B7E-AE42-647A0BD15017}" type="pres">
      <dgm:prSet presAssocID="{DA8E8699-442E-4124-87A0-FAD2D64DA820}" presName="spacer" presStyleCnt="0"/>
      <dgm:spPr/>
    </dgm:pt>
    <dgm:pt modelId="{59DECF55-2AFF-493B-A174-CB5800DB25AE}" type="pres">
      <dgm:prSet presAssocID="{6F9DC2D6-CB2B-46ED-BE5B-1F47B8BE6204}" presName="parentText" presStyleLbl="node1" presStyleIdx="3" presStyleCnt="6">
        <dgm:presLayoutVars>
          <dgm:chMax val="0"/>
          <dgm:bulletEnabled val="1"/>
        </dgm:presLayoutVars>
      </dgm:prSet>
      <dgm:spPr/>
    </dgm:pt>
    <dgm:pt modelId="{BC287003-CD21-481D-93AD-D4A3C5959801}" type="pres">
      <dgm:prSet presAssocID="{CCE9B9A0-BC51-47A5-A6A4-000DD81BC7CB}" presName="spacer" presStyleCnt="0"/>
      <dgm:spPr/>
    </dgm:pt>
    <dgm:pt modelId="{9A2E4014-9B2F-438C-AFB6-210175F5CDF1}" type="pres">
      <dgm:prSet presAssocID="{D673A1AF-9D6D-49EC-9F3E-499F097340D5}" presName="parentText" presStyleLbl="node1" presStyleIdx="4" presStyleCnt="6">
        <dgm:presLayoutVars>
          <dgm:chMax val="0"/>
          <dgm:bulletEnabled val="1"/>
        </dgm:presLayoutVars>
      </dgm:prSet>
      <dgm:spPr/>
    </dgm:pt>
    <dgm:pt modelId="{1D419758-2EBA-48EB-AF4F-85996CE63E0D}" type="pres">
      <dgm:prSet presAssocID="{46B73FAD-8A93-4C1D-A6F4-FC04FD04E311}" presName="spacer" presStyleCnt="0"/>
      <dgm:spPr/>
    </dgm:pt>
    <dgm:pt modelId="{A124CB06-673E-46B6-B08B-700DB827A48F}" type="pres">
      <dgm:prSet presAssocID="{59A53D6E-921F-4AE4-8FAE-2293A9122F94}" presName="parentText" presStyleLbl="node1" presStyleIdx="5" presStyleCnt="6">
        <dgm:presLayoutVars>
          <dgm:chMax val="0"/>
          <dgm:bulletEnabled val="1"/>
        </dgm:presLayoutVars>
      </dgm:prSet>
      <dgm:spPr/>
    </dgm:pt>
  </dgm:ptLst>
  <dgm:cxnLst>
    <dgm:cxn modelId="{C77E0D29-D616-4385-A7E1-25AF9B372A70}" srcId="{A49927C4-146B-4DB4-92A5-4FA5125D5049}" destId="{4AC8BD42-F33A-48A5-8995-B84C715A2100}" srcOrd="0" destOrd="0" parTransId="{2EAA3E78-6792-4B4D-8E0F-15E2FE1093B3}" sibTransId="{E2764444-21B9-4BBA-8A1D-7123D5167FFB}"/>
    <dgm:cxn modelId="{7DAFF12E-4A83-401A-A885-F4668BD52F10}" srcId="{A49927C4-146B-4DB4-92A5-4FA5125D5049}" destId="{6F9DC2D6-CB2B-46ED-BE5B-1F47B8BE6204}" srcOrd="3" destOrd="0" parTransId="{34CF1E66-CB9F-436E-86D2-DFED1DFAE3DE}" sibTransId="{CCE9B9A0-BC51-47A5-A6A4-000DD81BC7CB}"/>
    <dgm:cxn modelId="{E58E604D-4A0D-4935-8CE9-B9C5F51CF1EC}" type="presOf" srcId="{4AC8BD42-F33A-48A5-8995-B84C715A2100}" destId="{ADB4D138-2241-4C5B-A8DF-4D9B56625A3D}" srcOrd="0" destOrd="0" presId="urn:microsoft.com/office/officeart/2005/8/layout/vList2"/>
    <dgm:cxn modelId="{1035DC7F-1804-4ED2-AE0F-6C21B34D8536}" type="presOf" srcId="{F089F97A-FFB3-4299-8A7B-2ED048B6C6E8}" destId="{65EF1FB1-48CA-4485-8029-DC4E285ECBAD}" srcOrd="0" destOrd="0" presId="urn:microsoft.com/office/officeart/2005/8/layout/vList2"/>
    <dgm:cxn modelId="{F4480683-E173-496C-8F11-D791462AF69D}" srcId="{A49927C4-146B-4DB4-92A5-4FA5125D5049}" destId="{59A53D6E-921F-4AE4-8FAE-2293A9122F94}" srcOrd="5" destOrd="0" parTransId="{0C92A2E7-633E-46EF-8B8F-8E5D6EEC7051}" sibTransId="{BE7900AA-C47F-4078-80FB-529EB8DE6EC4}"/>
    <dgm:cxn modelId="{AE7BCE86-B135-4B9C-A691-6F74BBC099A1}" srcId="{A49927C4-146B-4DB4-92A5-4FA5125D5049}" destId="{F089F97A-FFB3-4299-8A7B-2ED048B6C6E8}" srcOrd="1" destOrd="0" parTransId="{D32A1BAD-572F-4EE2-99C6-BE76BDB779E7}" sibTransId="{9DFCEA0D-E582-4D96-8D22-5C50C9498848}"/>
    <dgm:cxn modelId="{B070B2AA-F92D-4C4A-9B1E-AE247E2BA92D}" type="presOf" srcId="{DC9428FF-5FA0-40D9-9F82-5E74F6D6B195}" destId="{3EC80F84-BD6D-4010-9CBE-7AFB79702CBD}" srcOrd="0" destOrd="0" presId="urn:microsoft.com/office/officeart/2005/8/layout/vList2"/>
    <dgm:cxn modelId="{A7D96EB5-F934-4BBB-97EF-EAB264D26DF6}" srcId="{A49927C4-146B-4DB4-92A5-4FA5125D5049}" destId="{DC9428FF-5FA0-40D9-9F82-5E74F6D6B195}" srcOrd="2" destOrd="0" parTransId="{664327E1-A5C8-43A8-9AF5-12C344CAF630}" sibTransId="{DA8E8699-442E-4124-87A0-FAD2D64DA820}"/>
    <dgm:cxn modelId="{6C9A4EBD-02C7-4168-B893-A6D83D1F17E5}" srcId="{A49927C4-146B-4DB4-92A5-4FA5125D5049}" destId="{D673A1AF-9D6D-49EC-9F3E-499F097340D5}" srcOrd="4" destOrd="0" parTransId="{ED445A69-6305-4B2C-818C-16CAD5710500}" sibTransId="{46B73FAD-8A93-4C1D-A6F4-FC04FD04E311}"/>
    <dgm:cxn modelId="{5844B6C5-6C40-4E5F-95F1-7EAE4619BFC2}" type="presOf" srcId="{D673A1AF-9D6D-49EC-9F3E-499F097340D5}" destId="{9A2E4014-9B2F-438C-AFB6-210175F5CDF1}" srcOrd="0" destOrd="0" presId="urn:microsoft.com/office/officeart/2005/8/layout/vList2"/>
    <dgm:cxn modelId="{4AC1F8C5-9933-4346-B353-25B19CF54907}" type="presOf" srcId="{59A53D6E-921F-4AE4-8FAE-2293A9122F94}" destId="{A124CB06-673E-46B6-B08B-700DB827A48F}" srcOrd="0" destOrd="0" presId="urn:microsoft.com/office/officeart/2005/8/layout/vList2"/>
    <dgm:cxn modelId="{B68B9AD3-2405-4EE7-BC8A-3D7C0D4E6BAE}" type="presOf" srcId="{6F9DC2D6-CB2B-46ED-BE5B-1F47B8BE6204}" destId="{59DECF55-2AFF-493B-A174-CB5800DB25AE}" srcOrd="0" destOrd="0" presId="urn:microsoft.com/office/officeart/2005/8/layout/vList2"/>
    <dgm:cxn modelId="{89F245DC-E89F-4A0D-A184-1C87B148BC33}" type="presOf" srcId="{A49927C4-146B-4DB4-92A5-4FA5125D5049}" destId="{228938E1-B9F1-4FF6-BDA1-6AAE793F8221}" srcOrd="0" destOrd="0" presId="urn:microsoft.com/office/officeart/2005/8/layout/vList2"/>
    <dgm:cxn modelId="{29A44DA8-2A0F-466E-B5FC-90209F9B8730}" type="presParOf" srcId="{228938E1-B9F1-4FF6-BDA1-6AAE793F8221}" destId="{ADB4D138-2241-4C5B-A8DF-4D9B56625A3D}" srcOrd="0" destOrd="0" presId="urn:microsoft.com/office/officeart/2005/8/layout/vList2"/>
    <dgm:cxn modelId="{C78F4B29-924B-4819-8C0E-70B2ECE8BC7A}" type="presParOf" srcId="{228938E1-B9F1-4FF6-BDA1-6AAE793F8221}" destId="{82D1EEAF-C657-48AB-8A09-470D973622C7}" srcOrd="1" destOrd="0" presId="urn:microsoft.com/office/officeart/2005/8/layout/vList2"/>
    <dgm:cxn modelId="{2EB5B540-2AD8-4B93-973F-06BEA5FE21C3}" type="presParOf" srcId="{228938E1-B9F1-4FF6-BDA1-6AAE793F8221}" destId="{65EF1FB1-48CA-4485-8029-DC4E285ECBAD}" srcOrd="2" destOrd="0" presId="urn:microsoft.com/office/officeart/2005/8/layout/vList2"/>
    <dgm:cxn modelId="{1F02813F-C727-4EE9-AFC0-C867CEC92069}" type="presParOf" srcId="{228938E1-B9F1-4FF6-BDA1-6AAE793F8221}" destId="{FC2DD393-217D-4BC9-9F29-989E65FBB28D}" srcOrd="3" destOrd="0" presId="urn:microsoft.com/office/officeart/2005/8/layout/vList2"/>
    <dgm:cxn modelId="{5B10DB35-6890-40DD-90A1-76A9E2B3DF2D}" type="presParOf" srcId="{228938E1-B9F1-4FF6-BDA1-6AAE793F8221}" destId="{3EC80F84-BD6D-4010-9CBE-7AFB79702CBD}" srcOrd="4" destOrd="0" presId="urn:microsoft.com/office/officeart/2005/8/layout/vList2"/>
    <dgm:cxn modelId="{927A36F4-257D-4355-B69A-AF93CC7F55D3}" type="presParOf" srcId="{228938E1-B9F1-4FF6-BDA1-6AAE793F8221}" destId="{DE50C0E7-1E85-4B7E-AE42-647A0BD15017}" srcOrd="5" destOrd="0" presId="urn:microsoft.com/office/officeart/2005/8/layout/vList2"/>
    <dgm:cxn modelId="{A532E713-5446-4940-98E9-29A67E9D2E39}" type="presParOf" srcId="{228938E1-B9F1-4FF6-BDA1-6AAE793F8221}" destId="{59DECF55-2AFF-493B-A174-CB5800DB25AE}" srcOrd="6" destOrd="0" presId="urn:microsoft.com/office/officeart/2005/8/layout/vList2"/>
    <dgm:cxn modelId="{9DA7EF8B-F08B-437B-A86D-4835406D1151}" type="presParOf" srcId="{228938E1-B9F1-4FF6-BDA1-6AAE793F8221}" destId="{BC287003-CD21-481D-93AD-D4A3C5959801}" srcOrd="7" destOrd="0" presId="urn:microsoft.com/office/officeart/2005/8/layout/vList2"/>
    <dgm:cxn modelId="{98BEB7F4-43DA-49C0-8C21-2374D5D958DA}" type="presParOf" srcId="{228938E1-B9F1-4FF6-BDA1-6AAE793F8221}" destId="{9A2E4014-9B2F-438C-AFB6-210175F5CDF1}" srcOrd="8" destOrd="0" presId="urn:microsoft.com/office/officeart/2005/8/layout/vList2"/>
    <dgm:cxn modelId="{0072541A-131B-4C99-AC39-0CD39DD1E626}" type="presParOf" srcId="{228938E1-B9F1-4FF6-BDA1-6AAE793F8221}" destId="{1D419758-2EBA-48EB-AF4F-85996CE63E0D}" srcOrd="9" destOrd="0" presId="urn:microsoft.com/office/officeart/2005/8/layout/vList2"/>
    <dgm:cxn modelId="{AF602DDA-CCB0-4DD2-930C-9795746D6CB3}" type="presParOf" srcId="{228938E1-B9F1-4FF6-BDA1-6AAE793F8221}" destId="{A124CB06-673E-46B6-B08B-700DB827A48F}"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95E64DA-5E9D-4D9F-9BB3-3111F539E004}" type="doc">
      <dgm:prSet loTypeId="urn:microsoft.com/office/officeart/2018/2/layout/IconCircleList" loCatId="icon" qsTypeId="urn:microsoft.com/office/officeart/2005/8/quickstyle/simple1#45" qsCatId="simple" csTypeId="urn:microsoft.com/office/officeart/2005/8/colors/accent1_2#35" csCatId="accent1" phldr="1"/>
      <dgm:spPr/>
      <dgm:t>
        <a:bodyPr/>
        <a:lstStyle/>
        <a:p>
          <a:endParaRPr lang="en-US"/>
        </a:p>
      </dgm:t>
    </dgm:pt>
    <dgm:pt modelId="{A1E4E11F-E6E9-4F92-902B-0D8B76A7E800}">
      <dgm:prSet/>
      <dgm:spPr/>
      <dgm:t>
        <a:bodyPr/>
        <a:lstStyle/>
        <a:p>
          <a:pPr>
            <a:lnSpc>
              <a:spcPct val="100000"/>
            </a:lnSpc>
          </a:pPr>
          <a:r>
            <a:rPr lang="en-US"/>
            <a:t>An embedding contains many numerical dimensions that represent the meaning of a piece of information.</a:t>
          </a:r>
        </a:p>
      </dgm:t>
    </dgm:pt>
    <dgm:pt modelId="{97779E7D-A612-460B-AFC6-26F82EA5D28D}" type="parTrans" cxnId="{643D75FF-5DF7-4C57-B68E-E90C3AA314C6}">
      <dgm:prSet/>
      <dgm:spPr/>
      <dgm:t>
        <a:bodyPr/>
        <a:lstStyle/>
        <a:p>
          <a:endParaRPr lang="en-US"/>
        </a:p>
      </dgm:t>
    </dgm:pt>
    <dgm:pt modelId="{E211934F-CDF8-42D5-B6D3-823A3C47B5E8}" type="sibTrans" cxnId="{643D75FF-5DF7-4C57-B68E-E90C3AA314C6}">
      <dgm:prSet/>
      <dgm:spPr/>
      <dgm:t>
        <a:bodyPr/>
        <a:lstStyle/>
        <a:p>
          <a:pPr>
            <a:lnSpc>
              <a:spcPct val="100000"/>
            </a:lnSpc>
          </a:pPr>
          <a:endParaRPr lang="en-US"/>
        </a:p>
      </dgm:t>
    </dgm:pt>
    <dgm:pt modelId="{4A90B648-D2EF-4896-B608-B75CCF5FAD49}">
      <dgm:prSet/>
      <dgm:spPr/>
      <dgm:t>
        <a:bodyPr/>
        <a:lstStyle/>
        <a:p>
          <a:pPr>
            <a:lnSpc>
              <a:spcPct val="100000"/>
            </a:lnSpc>
          </a:pPr>
          <a:r>
            <a:rPr lang="en-US"/>
            <a:t>Larger vectors can represent more detail, but they also require more storage and processing.</a:t>
          </a:r>
        </a:p>
      </dgm:t>
    </dgm:pt>
    <dgm:pt modelId="{D7BCAA63-5A68-4E7A-A151-2BCA4D9973B0}" type="parTrans" cxnId="{810B3E5F-4B73-4279-84B3-E42C2DB3515B}">
      <dgm:prSet/>
      <dgm:spPr/>
      <dgm:t>
        <a:bodyPr/>
        <a:lstStyle/>
        <a:p>
          <a:endParaRPr lang="en-US"/>
        </a:p>
      </dgm:t>
    </dgm:pt>
    <dgm:pt modelId="{BB04C47C-FB8E-47D5-B205-DEC8F7FC86AE}" type="sibTrans" cxnId="{810B3E5F-4B73-4279-84B3-E42C2DB3515B}">
      <dgm:prSet/>
      <dgm:spPr/>
      <dgm:t>
        <a:bodyPr/>
        <a:lstStyle/>
        <a:p>
          <a:pPr>
            <a:lnSpc>
              <a:spcPct val="100000"/>
            </a:lnSpc>
          </a:pPr>
          <a:endParaRPr lang="en-US"/>
        </a:p>
      </dgm:t>
    </dgm:pt>
    <dgm:pt modelId="{D93A0582-960E-431B-9B8D-08C4221232EA}">
      <dgm:prSet/>
      <dgm:spPr/>
      <dgm:t>
        <a:bodyPr/>
        <a:lstStyle/>
        <a:p>
          <a:pPr>
            <a:lnSpc>
              <a:spcPct val="100000"/>
            </a:lnSpc>
          </a:pPr>
          <a:r>
            <a:rPr lang="en-US"/>
            <a:t>The course notes that Amazon Titan embeddings can use 1,024 or more dimensions, which may be more than every application needs.</a:t>
          </a:r>
        </a:p>
      </dgm:t>
    </dgm:pt>
    <dgm:pt modelId="{55565D91-B20F-43F5-8E05-4D4750582026}" type="parTrans" cxnId="{9382EFBE-45C9-4AEC-8D5E-5C344BC425E6}">
      <dgm:prSet/>
      <dgm:spPr/>
      <dgm:t>
        <a:bodyPr/>
        <a:lstStyle/>
        <a:p>
          <a:endParaRPr lang="en-US"/>
        </a:p>
      </dgm:t>
    </dgm:pt>
    <dgm:pt modelId="{3AB4342C-CB25-45E8-B6A7-3590B7612CC6}" type="sibTrans" cxnId="{9382EFBE-45C9-4AEC-8D5E-5C344BC425E6}">
      <dgm:prSet/>
      <dgm:spPr/>
      <dgm:t>
        <a:bodyPr/>
        <a:lstStyle/>
        <a:p>
          <a:pPr>
            <a:lnSpc>
              <a:spcPct val="100000"/>
            </a:lnSpc>
          </a:pPr>
          <a:endParaRPr lang="en-US"/>
        </a:p>
      </dgm:t>
    </dgm:pt>
    <dgm:pt modelId="{2CDC7893-8FF0-43C2-95C0-791D26D97D7B}">
      <dgm:prSet/>
      <dgm:spPr/>
      <dgm:t>
        <a:bodyPr/>
        <a:lstStyle/>
        <a:p>
          <a:pPr>
            <a:lnSpc>
              <a:spcPct val="100000"/>
            </a:lnSpc>
          </a:pPr>
          <a:r>
            <a:rPr lang="en-US"/>
            <a:t>Reducing the vector dimensions can lower storage and retrieval costs when millions of chunks are involved.</a:t>
          </a:r>
        </a:p>
      </dgm:t>
    </dgm:pt>
    <dgm:pt modelId="{E319C25D-A2EA-422F-ABA7-DBAA84170ADD}" type="parTrans" cxnId="{08098F0C-72B7-4749-94E1-475878608328}">
      <dgm:prSet/>
      <dgm:spPr/>
      <dgm:t>
        <a:bodyPr/>
        <a:lstStyle/>
        <a:p>
          <a:endParaRPr lang="en-US"/>
        </a:p>
      </dgm:t>
    </dgm:pt>
    <dgm:pt modelId="{8F51B17D-6F72-40E8-AEA6-9B79B2BDF604}" type="sibTrans" cxnId="{08098F0C-72B7-4749-94E1-475878608328}">
      <dgm:prSet/>
      <dgm:spPr/>
      <dgm:t>
        <a:bodyPr/>
        <a:lstStyle/>
        <a:p>
          <a:pPr>
            <a:lnSpc>
              <a:spcPct val="100000"/>
            </a:lnSpc>
          </a:pPr>
          <a:endParaRPr lang="en-US"/>
        </a:p>
      </dgm:t>
    </dgm:pt>
    <dgm:pt modelId="{D56B2847-E173-48A1-A00C-7FBE0CE9BBE3}">
      <dgm:prSet/>
      <dgm:spPr/>
      <dgm:t>
        <a:bodyPr/>
        <a:lstStyle/>
        <a:p>
          <a:pPr>
            <a:lnSpc>
              <a:spcPct val="100000"/>
            </a:lnSpc>
          </a:pPr>
          <a:r>
            <a:rPr lang="en-US"/>
            <a:t>However, reducing the dimensions too much may also reduce retrieval accuracy.</a:t>
          </a:r>
        </a:p>
      </dgm:t>
    </dgm:pt>
    <dgm:pt modelId="{55107C05-35AA-4885-BB39-EFFFBAFFF87E}" type="parTrans" cxnId="{C7E5FA9B-0620-4000-84B5-1004EE590823}">
      <dgm:prSet/>
      <dgm:spPr/>
      <dgm:t>
        <a:bodyPr/>
        <a:lstStyle/>
        <a:p>
          <a:endParaRPr lang="en-US"/>
        </a:p>
      </dgm:t>
    </dgm:pt>
    <dgm:pt modelId="{E3BB3451-BDD8-47D9-B911-3E6D60296802}" type="sibTrans" cxnId="{C7E5FA9B-0620-4000-84B5-1004EE590823}">
      <dgm:prSet/>
      <dgm:spPr/>
      <dgm:t>
        <a:bodyPr/>
        <a:lstStyle/>
        <a:p>
          <a:pPr>
            <a:lnSpc>
              <a:spcPct val="100000"/>
            </a:lnSpc>
          </a:pPr>
          <a:endParaRPr lang="en-US"/>
        </a:p>
      </dgm:t>
    </dgm:pt>
    <dgm:pt modelId="{01297494-5312-46CA-B56E-C490A61E8406}">
      <dgm:prSet/>
      <dgm:spPr/>
      <dgm:t>
        <a:bodyPr/>
        <a:lstStyle/>
        <a:p>
          <a:pPr>
            <a:lnSpc>
              <a:spcPct val="100000"/>
            </a:lnSpc>
          </a:pPr>
          <a:r>
            <a:rPr lang="en-US"/>
            <a:t>Important balance:</a:t>
          </a:r>
        </a:p>
      </dgm:t>
    </dgm:pt>
    <dgm:pt modelId="{ECDA2817-AE1A-46EA-BADD-46EE3E3BA2A3}" type="parTrans" cxnId="{6C6699C0-1744-4E31-9643-64E338C5AEB0}">
      <dgm:prSet/>
      <dgm:spPr/>
      <dgm:t>
        <a:bodyPr/>
        <a:lstStyle/>
        <a:p>
          <a:endParaRPr lang="en-US"/>
        </a:p>
      </dgm:t>
    </dgm:pt>
    <dgm:pt modelId="{2C90B90F-8019-4A5B-B245-69016BCBAE23}" type="sibTrans" cxnId="{6C6699C0-1744-4E31-9643-64E338C5AEB0}">
      <dgm:prSet/>
      <dgm:spPr/>
      <dgm:t>
        <a:bodyPr/>
        <a:lstStyle/>
        <a:p>
          <a:pPr>
            <a:lnSpc>
              <a:spcPct val="100000"/>
            </a:lnSpc>
          </a:pPr>
          <a:endParaRPr lang="en-US"/>
        </a:p>
      </dgm:t>
    </dgm:pt>
    <dgm:pt modelId="{38A11367-AB84-468B-B6F7-AAB791B2CF96}">
      <dgm:prSet/>
      <dgm:spPr/>
      <dgm:t>
        <a:bodyPr/>
        <a:lstStyle/>
        <a:p>
          <a:pPr>
            <a:lnSpc>
              <a:spcPct val="100000"/>
            </a:lnSpc>
          </a:pPr>
          <a:r>
            <a:rPr lang="en-US"/>
            <a:t>Use enough dimensions to represent the meaning of the data well without paying for unnecessary complexity.</a:t>
          </a:r>
        </a:p>
      </dgm:t>
    </dgm:pt>
    <dgm:pt modelId="{7A2544F2-8FC8-43E3-A8AF-E45A9C671EF6}" type="parTrans" cxnId="{A1E570E7-EC46-48E7-94FF-75E6F6BAD5E2}">
      <dgm:prSet/>
      <dgm:spPr/>
      <dgm:t>
        <a:bodyPr/>
        <a:lstStyle/>
        <a:p>
          <a:endParaRPr lang="en-US"/>
        </a:p>
      </dgm:t>
    </dgm:pt>
    <dgm:pt modelId="{6004F596-43A3-4012-8B7C-4942085F3FBD}" type="sibTrans" cxnId="{A1E570E7-EC46-48E7-94FF-75E6F6BAD5E2}">
      <dgm:prSet/>
      <dgm:spPr/>
      <dgm:t>
        <a:bodyPr/>
        <a:lstStyle/>
        <a:p>
          <a:endParaRPr lang="en-US"/>
        </a:p>
      </dgm:t>
    </dgm:pt>
    <dgm:pt modelId="{DB83F782-01E1-4A7A-B54E-B5BB3FE51404}" type="pres">
      <dgm:prSet presAssocID="{B95E64DA-5E9D-4D9F-9BB3-3111F539E004}" presName="root" presStyleCnt="0">
        <dgm:presLayoutVars>
          <dgm:dir/>
          <dgm:resizeHandles val="exact"/>
        </dgm:presLayoutVars>
      </dgm:prSet>
      <dgm:spPr/>
    </dgm:pt>
    <dgm:pt modelId="{12F6A80A-16AE-445A-B49E-F75E9BCAFD2F}" type="pres">
      <dgm:prSet presAssocID="{B95E64DA-5E9D-4D9F-9BB3-3111F539E004}" presName="container" presStyleCnt="0">
        <dgm:presLayoutVars>
          <dgm:dir/>
          <dgm:resizeHandles val="exact"/>
        </dgm:presLayoutVars>
      </dgm:prSet>
      <dgm:spPr/>
    </dgm:pt>
    <dgm:pt modelId="{41AAEAB1-F035-4535-B702-ED8F85529879}" type="pres">
      <dgm:prSet presAssocID="{A1E4E11F-E6E9-4F92-902B-0D8B76A7E800}" presName="compNode" presStyleCnt="0"/>
      <dgm:spPr/>
    </dgm:pt>
    <dgm:pt modelId="{D643B0D7-1F3C-4CD5-B071-445B42789A85}" type="pres">
      <dgm:prSet presAssocID="{A1E4E11F-E6E9-4F92-902B-0D8B76A7E800}" presName="iconBgRect" presStyleLbl="bgShp" presStyleIdx="0" presStyleCnt="7"/>
      <dgm:spPr/>
    </dgm:pt>
    <dgm:pt modelId="{157C8999-5A00-4C12-A6B5-A9B4920F0103}" type="pres">
      <dgm:prSet presAssocID="{A1E4E11F-E6E9-4F92-902B-0D8B76A7E800}"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Web Design"/>
        </a:ext>
      </dgm:extLst>
    </dgm:pt>
    <dgm:pt modelId="{B3879311-BF65-47FB-BC5E-A8E739EB7ECD}" type="pres">
      <dgm:prSet presAssocID="{A1E4E11F-E6E9-4F92-902B-0D8B76A7E800}" presName="spaceRect" presStyleCnt="0"/>
      <dgm:spPr/>
    </dgm:pt>
    <dgm:pt modelId="{353F7686-BC44-425F-8E1D-D29788718107}" type="pres">
      <dgm:prSet presAssocID="{A1E4E11F-E6E9-4F92-902B-0D8B76A7E800}" presName="textRect" presStyleLbl="revTx" presStyleIdx="0" presStyleCnt="7">
        <dgm:presLayoutVars>
          <dgm:chMax val="1"/>
          <dgm:chPref val="1"/>
        </dgm:presLayoutVars>
      </dgm:prSet>
      <dgm:spPr/>
    </dgm:pt>
    <dgm:pt modelId="{1A7D5762-F502-480C-BE56-9D004727C5B1}" type="pres">
      <dgm:prSet presAssocID="{E211934F-CDF8-42D5-B6D3-823A3C47B5E8}" presName="sibTrans" presStyleLbl="sibTrans2D1" presStyleIdx="0" presStyleCnt="0"/>
      <dgm:spPr/>
    </dgm:pt>
    <dgm:pt modelId="{1C79540C-A92E-49C2-A43E-1537A792A46A}" type="pres">
      <dgm:prSet presAssocID="{4A90B648-D2EF-4896-B608-B75CCF5FAD49}" presName="compNode" presStyleCnt="0"/>
      <dgm:spPr/>
    </dgm:pt>
    <dgm:pt modelId="{5BFEB815-CF59-4913-9EAF-4FF6D5DF188C}" type="pres">
      <dgm:prSet presAssocID="{4A90B648-D2EF-4896-B608-B75CCF5FAD49}" presName="iconBgRect" presStyleLbl="bgShp" presStyleIdx="1" presStyleCnt="7"/>
      <dgm:spPr/>
    </dgm:pt>
    <dgm:pt modelId="{E96EA694-3078-475C-8197-9754690DE9CB}" type="pres">
      <dgm:prSet presAssocID="{4A90B648-D2EF-4896-B608-B75CCF5FAD49}"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ransfer"/>
        </a:ext>
      </dgm:extLst>
    </dgm:pt>
    <dgm:pt modelId="{CCA27C31-0643-4196-8BEC-6DF0E018BDBC}" type="pres">
      <dgm:prSet presAssocID="{4A90B648-D2EF-4896-B608-B75CCF5FAD49}" presName="spaceRect" presStyleCnt="0"/>
      <dgm:spPr/>
    </dgm:pt>
    <dgm:pt modelId="{C7D8AAF1-26BB-4A75-8114-E41126D9D1F4}" type="pres">
      <dgm:prSet presAssocID="{4A90B648-D2EF-4896-B608-B75CCF5FAD49}" presName="textRect" presStyleLbl="revTx" presStyleIdx="1" presStyleCnt="7">
        <dgm:presLayoutVars>
          <dgm:chMax val="1"/>
          <dgm:chPref val="1"/>
        </dgm:presLayoutVars>
      </dgm:prSet>
      <dgm:spPr/>
    </dgm:pt>
    <dgm:pt modelId="{3ED87BA6-B944-4713-B56A-1C4C490F7ADE}" type="pres">
      <dgm:prSet presAssocID="{BB04C47C-FB8E-47D5-B205-DEC8F7FC86AE}" presName="sibTrans" presStyleLbl="sibTrans2D1" presStyleIdx="0" presStyleCnt="0"/>
      <dgm:spPr/>
    </dgm:pt>
    <dgm:pt modelId="{092F4410-7F57-4E1F-9E0E-A93F308D321F}" type="pres">
      <dgm:prSet presAssocID="{D93A0582-960E-431B-9B8D-08C4221232EA}" presName="compNode" presStyleCnt="0"/>
      <dgm:spPr/>
    </dgm:pt>
    <dgm:pt modelId="{60440B97-96AF-4925-B022-AAA2653E4931}" type="pres">
      <dgm:prSet presAssocID="{D93A0582-960E-431B-9B8D-08C4221232EA}" presName="iconBgRect" presStyleLbl="bgShp" presStyleIdx="2" presStyleCnt="7"/>
      <dgm:spPr/>
    </dgm:pt>
    <dgm:pt modelId="{DB8D59AF-C91B-4E55-9DC5-A2A849024E3C}" type="pres">
      <dgm:prSet presAssocID="{D93A0582-960E-431B-9B8D-08C4221232EA}"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Astronaut"/>
        </a:ext>
      </dgm:extLst>
    </dgm:pt>
    <dgm:pt modelId="{899C13C4-0A66-4B20-8B12-924FEB9B1282}" type="pres">
      <dgm:prSet presAssocID="{D93A0582-960E-431B-9B8D-08C4221232EA}" presName="spaceRect" presStyleCnt="0"/>
      <dgm:spPr/>
    </dgm:pt>
    <dgm:pt modelId="{61BD08DB-16AE-4F90-A07E-99279CE40002}" type="pres">
      <dgm:prSet presAssocID="{D93A0582-960E-431B-9B8D-08C4221232EA}" presName="textRect" presStyleLbl="revTx" presStyleIdx="2" presStyleCnt="7">
        <dgm:presLayoutVars>
          <dgm:chMax val="1"/>
          <dgm:chPref val="1"/>
        </dgm:presLayoutVars>
      </dgm:prSet>
      <dgm:spPr/>
    </dgm:pt>
    <dgm:pt modelId="{CAD8E6B0-AB7A-4E5A-918E-6457A744A490}" type="pres">
      <dgm:prSet presAssocID="{3AB4342C-CB25-45E8-B6A7-3590B7612CC6}" presName="sibTrans" presStyleLbl="sibTrans2D1" presStyleIdx="0" presStyleCnt="0"/>
      <dgm:spPr/>
    </dgm:pt>
    <dgm:pt modelId="{D42B1A99-6A23-43FA-B708-227B0F1F8C94}" type="pres">
      <dgm:prSet presAssocID="{2CDC7893-8FF0-43C2-95C0-791D26D97D7B}" presName="compNode" presStyleCnt="0"/>
      <dgm:spPr/>
    </dgm:pt>
    <dgm:pt modelId="{725598F4-E6A3-4776-A50F-3B8AC0174AFF}" type="pres">
      <dgm:prSet presAssocID="{2CDC7893-8FF0-43C2-95C0-791D26D97D7B}" presName="iconBgRect" presStyleLbl="bgShp" presStyleIdx="3" presStyleCnt="7"/>
      <dgm:spPr/>
    </dgm:pt>
    <dgm:pt modelId="{C15DB161-6DFB-41DF-B5F1-8EB4C9D0F0AB}" type="pres">
      <dgm:prSet presAssocID="{2CDC7893-8FF0-43C2-95C0-791D26D97D7B}"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hredder"/>
        </a:ext>
      </dgm:extLst>
    </dgm:pt>
    <dgm:pt modelId="{4B2AEA1C-9416-408D-92B0-9C1528CD6CD6}" type="pres">
      <dgm:prSet presAssocID="{2CDC7893-8FF0-43C2-95C0-791D26D97D7B}" presName="spaceRect" presStyleCnt="0"/>
      <dgm:spPr/>
    </dgm:pt>
    <dgm:pt modelId="{55DD5AC5-9C55-4932-9F90-BC6B9A1FAAA6}" type="pres">
      <dgm:prSet presAssocID="{2CDC7893-8FF0-43C2-95C0-791D26D97D7B}" presName="textRect" presStyleLbl="revTx" presStyleIdx="3" presStyleCnt="7">
        <dgm:presLayoutVars>
          <dgm:chMax val="1"/>
          <dgm:chPref val="1"/>
        </dgm:presLayoutVars>
      </dgm:prSet>
      <dgm:spPr/>
    </dgm:pt>
    <dgm:pt modelId="{D7EFD306-B9F9-4B2D-8D05-CD648F6357A9}" type="pres">
      <dgm:prSet presAssocID="{8F51B17D-6F72-40E8-AEA6-9B79B2BDF604}" presName="sibTrans" presStyleLbl="sibTrans2D1" presStyleIdx="0" presStyleCnt="0"/>
      <dgm:spPr/>
    </dgm:pt>
    <dgm:pt modelId="{DEEB6438-15B2-4F2A-813F-4B407B11E63E}" type="pres">
      <dgm:prSet presAssocID="{D56B2847-E173-48A1-A00C-7FBE0CE9BBE3}" presName="compNode" presStyleCnt="0"/>
      <dgm:spPr/>
    </dgm:pt>
    <dgm:pt modelId="{795F755E-592C-4E21-85E9-6141E96727FF}" type="pres">
      <dgm:prSet presAssocID="{D56B2847-E173-48A1-A00C-7FBE0CE9BBE3}" presName="iconBgRect" presStyleLbl="bgShp" presStyleIdx="4" presStyleCnt="7"/>
      <dgm:spPr/>
    </dgm:pt>
    <dgm:pt modelId="{5394DE82-7B27-4BA3-9890-05C1B902789F}" type="pres">
      <dgm:prSet presAssocID="{D56B2847-E173-48A1-A00C-7FBE0CE9BBE3}"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Target"/>
        </a:ext>
      </dgm:extLst>
    </dgm:pt>
    <dgm:pt modelId="{FE5F1825-5DB0-41C3-9ED6-4450E4AF6DDE}" type="pres">
      <dgm:prSet presAssocID="{D56B2847-E173-48A1-A00C-7FBE0CE9BBE3}" presName="spaceRect" presStyleCnt="0"/>
      <dgm:spPr/>
    </dgm:pt>
    <dgm:pt modelId="{04E7AF97-57FB-4FE9-B184-C6621446B9D5}" type="pres">
      <dgm:prSet presAssocID="{D56B2847-E173-48A1-A00C-7FBE0CE9BBE3}" presName="textRect" presStyleLbl="revTx" presStyleIdx="4" presStyleCnt="7">
        <dgm:presLayoutVars>
          <dgm:chMax val="1"/>
          <dgm:chPref val="1"/>
        </dgm:presLayoutVars>
      </dgm:prSet>
      <dgm:spPr/>
    </dgm:pt>
    <dgm:pt modelId="{73CB8150-562A-4E0D-BAD0-54582760F951}" type="pres">
      <dgm:prSet presAssocID="{E3BB3451-BDD8-47D9-B911-3E6D60296802}" presName="sibTrans" presStyleLbl="sibTrans2D1" presStyleIdx="0" presStyleCnt="0"/>
      <dgm:spPr/>
    </dgm:pt>
    <dgm:pt modelId="{5B8BF503-FCDC-4FC0-8B6C-2963A495D630}" type="pres">
      <dgm:prSet presAssocID="{01297494-5312-46CA-B56E-C490A61E8406}" presName="compNode" presStyleCnt="0"/>
      <dgm:spPr/>
    </dgm:pt>
    <dgm:pt modelId="{10E57DE1-7810-4F63-9195-48CCCBAF5CB9}" type="pres">
      <dgm:prSet presAssocID="{01297494-5312-46CA-B56E-C490A61E8406}" presName="iconBgRect" presStyleLbl="bgShp" presStyleIdx="5" presStyleCnt="7"/>
      <dgm:spPr/>
    </dgm:pt>
    <dgm:pt modelId="{1C41D728-1202-4696-98F0-FDDB24101537}" type="pres">
      <dgm:prSet presAssocID="{01297494-5312-46CA-B56E-C490A61E8406}"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cales of Justice"/>
        </a:ext>
      </dgm:extLst>
    </dgm:pt>
    <dgm:pt modelId="{9FA3D025-6460-4A0E-A3AD-AA2546C34645}" type="pres">
      <dgm:prSet presAssocID="{01297494-5312-46CA-B56E-C490A61E8406}" presName="spaceRect" presStyleCnt="0"/>
      <dgm:spPr/>
    </dgm:pt>
    <dgm:pt modelId="{6AA19CB2-93F3-483C-ADD5-0B734907DF93}" type="pres">
      <dgm:prSet presAssocID="{01297494-5312-46CA-B56E-C490A61E8406}" presName="textRect" presStyleLbl="revTx" presStyleIdx="5" presStyleCnt="7">
        <dgm:presLayoutVars>
          <dgm:chMax val="1"/>
          <dgm:chPref val="1"/>
        </dgm:presLayoutVars>
      </dgm:prSet>
      <dgm:spPr/>
    </dgm:pt>
    <dgm:pt modelId="{B4C07946-81BA-4EF5-9BB4-233B58394452}" type="pres">
      <dgm:prSet presAssocID="{2C90B90F-8019-4A5B-B245-69016BCBAE23}" presName="sibTrans" presStyleLbl="sibTrans2D1" presStyleIdx="0" presStyleCnt="0"/>
      <dgm:spPr/>
    </dgm:pt>
    <dgm:pt modelId="{257B3654-42FC-418E-8DF0-AE6C46E3E67E}" type="pres">
      <dgm:prSet presAssocID="{38A11367-AB84-468B-B6F7-AAB791B2CF96}" presName="compNode" presStyleCnt="0"/>
      <dgm:spPr/>
    </dgm:pt>
    <dgm:pt modelId="{EA1535F5-22E2-48FE-92A8-E6886C495DB4}" type="pres">
      <dgm:prSet presAssocID="{38A11367-AB84-468B-B6F7-AAB791B2CF96}" presName="iconBgRect" presStyleLbl="bgShp" presStyleIdx="6" presStyleCnt="7"/>
      <dgm:spPr/>
    </dgm:pt>
    <dgm:pt modelId="{D55CD50E-DFA2-4172-9BBB-FA51E3FA711B}" type="pres">
      <dgm:prSet presAssocID="{38A11367-AB84-468B-B6F7-AAB791B2CF96}"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Statistics"/>
        </a:ext>
      </dgm:extLst>
    </dgm:pt>
    <dgm:pt modelId="{11708F66-42FA-49E1-B7AF-068F0AF8CFE8}" type="pres">
      <dgm:prSet presAssocID="{38A11367-AB84-468B-B6F7-AAB791B2CF96}" presName="spaceRect" presStyleCnt="0"/>
      <dgm:spPr/>
    </dgm:pt>
    <dgm:pt modelId="{7AF3C7DC-0629-49C2-9C8F-E5F4C13D821A}" type="pres">
      <dgm:prSet presAssocID="{38A11367-AB84-468B-B6F7-AAB791B2CF96}" presName="textRect" presStyleLbl="revTx" presStyleIdx="6" presStyleCnt="7">
        <dgm:presLayoutVars>
          <dgm:chMax val="1"/>
          <dgm:chPref val="1"/>
        </dgm:presLayoutVars>
      </dgm:prSet>
      <dgm:spPr/>
    </dgm:pt>
  </dgm:ptLst>
  <dgm:cxnLst>
    <dgm:cxn modelId="{820D4C07-800B-4304-93AB-EAC861405505}" type="presOf" srcId="{4A90B648-D2EF-4896-B608-B75CCF5FAD49}" destId="{C7D8AAF1-26BB-4A75-8114-E41126D9D1F4}" srcOrd="0" destOrd="0" presId="urn:microsoft.com/office/officeart/2018/2/layout/IconCircleList"/>
    <dgm:cxn modelId="{08098F0C-72B7-4749-94E1-475878608328}" srcId="{B95E64DA-5E9D-4D9F-9BB3-3111F539E004}" destId="{2CDC7893-8FF0-43C2-95C0-791D26D97D7B}" srcOrd="3" destOrd="0" parTransId="{E319C25D-A2EA-422F-ABA7-DBAA84170ADD}" sibTransId="{8F51B17D-6F72-40E8-AEA6-9B79B2BDF604}"/>
    <dgm:cxn modelId="{FC70900D-A4E6-42A5-8A45-014DD6A189AA}" type="presOf" srcId="{D93A0582-960E-431B-9B8D-08C4221232EA}" destId="{61BD08DB-16AE-4F90-A07E-99279CE40002}" srcOrd="0" destOrd="0" presId="urn:microsoft.com/office/officeart/2018/2/layout/IconCircleList"/>
    <dgm:cxn modelId="{9D792620-EAE1-4340-850C-BA6D8A108CB3}" type="presOf" srcId="{38A11367-AB84-468B-B6F7-AAB791B2CF96}" destId="{7AF3C7DC-0629-49C2-9C8F-E5F4C13D821A}" srcOrd="0" destOrd="0" presId="urn:microsoft.com/office/officeart/2018/2/layout/IconCircleList"/>
    <dgm:cxn modelId="{769E7F23-4F10-4E31-943B-B7D295AFF279}" type="presOf" srcId="{E211934F-CDF8-42D5-B6D3-823A3C47B5E8}" destId="{1A7D5762-F502-480C-BE56-9D004727C5B1}" srcOrd="0" destOrd="0" presId="urn:microsoft.com/office/officeart/2018/2/layout/IconCircleList"/>
    <dgm:cxn modelId="{810B3E5F-4B73-4279-84B3-E42C2DB3515B}" srcId="{B95E64DA-5E9D-4D9F-9BB3-3111F539E004}" destId="{4A90B648-D2EF-4896-B608-B75CCF5FAD49}" srcOrd="1" destOrd="0" parTransId="{D7BCAA63-5A68-4E7A-A151-2BCA4D9973B0}" sibTransId="{BB04C47C-FB8E-47D5-B205-DEC8F7FC86AE}"/>
    <dgm:cxn modelId="{73EF937C-C02B-435A-8031-0A7229E22694}" type="presOf" srcId="{8F51B17D-6F72-40E8-AEA6-9B79B2BDF604}" destId="{D7EFD306-B9F9-4B2D-8D05-CD648F6357A9}" srcOrd="0" destOrd="0" presId="urn:microsoft.com/office/officeart/2018/2/layout/IconCircleList"/>
    <dgm:cxn modelId="{A74C1B7F-14D9-4769-B9A5-DF1C1F1A9400}" type="presOf" srcId="{A1E4E11F-E6E9-4F92-902B-0D8B76A7E800}" destId="{353F7686-BC44-425F-8E1D-D29788718107}" srcOrd="0" destOrd="0" presId="urn:microsoft.com/office/officeart/2018/2/layout/IconCircleList"/>
    <dgm:cxn modelId="{F30F8F8E-1B8D-4940-A361-CDFACC54D009}" type="presOf" srcId="{D56B2847-E173-48A1-A00C-7FBE0CE9BBE3}" destId="{04E7AF97-57FB-4FE9-B184-C6621446B9D5}" srcOrd="0" destOrd="0" presId="urn:microsoft.com/office/officeart/2018/2/layout/IconCircleList"/>
    <dgm:cxn modelId="{0230A690-5E0E-47D8-ADEA-7281AC1FBEB0}" type="presOf" srcId="{B95E64DA-5E9D-4D9F-9BB3-3111F539E004}" destId="{DB83F782-01E1-4A7A-B54E-B5BB3FE51404}" srcOrd="0" destOrd="0" presId="urn:microsoft.com/office/officeart/2018/2/layout/IconCircleList"/>
    <dgm:cxn modelId="{C7E5FA9B-0620-4000-84B5-1004EE590823}" srcId="{B95E64DA-5E9D-4D9F-9BB3-3111F539E004}" destId="{D56B2847-E173-48A1-A00C-7FBE0CE9BBE3}" srcOrd="4" destOrd="0" parTransId="{55107C05-35AA-4885-BB39-EFFFBAFFF87E}" sibTransId="{E3BB3451-BDD8-47D9-B911-3E6D60296802}"/>
    <dgm:cxn modelId="{BDC597A4-82B8-4072-8343-030DE06007FB}" type="presOf" srcId="{2C90B90F-8019-4A5B-B245-69016BCBAE23}" destId="{B4C07946-81BA-4EF5-9BB4-233B58394452}" srcOrd="0" destOrd="0" presId="urn:microsoft.com/office/officeart/2018/2/layout/IconCircleList"/>
    <dgm:cxn modelId="{9382EFBE-45C9-4AEC-8D5E-5C344BC425E6}" srcId="{B95E64DA-5E9D-4D9F-9BB3-3111F539E004}" destId="{D93A0582-960E-431B-9B8D-08C4221232EA}" srcOrd="2" destOrd="0" parTransId="{55565D91-B20F-43F5-8E05-4D4750582026}" sibTransId="{3AB4342C-CB25-45E8-B6A7-3590B7612CC6}"/>
    <dgm:cxn modelId="{6C6699C0-1744-4E31-9643-64E338C5AEB0}" srcId="{B95E64DA-5E9D-4D9F-9BB3-3111F539E004}" destId="{01297494-5312-46CA-B56E-C490A61E8406}" srcOrd="5" destOrd="0" parTransId="{ECDA2817-AE1A-46EA-BADD-46EE3E3BA2A3}" sibTransId="{2C90B90F-8019-4A5B-B245-69016BCBAE23}"/>
    <dgm:cxn modelId="{0D73F6C8-08E8-41A2-A31F-03716388CB0D}" type="presOf" srcId="{3AB4342C-CB25-45E8-B6A7-3590B7612CC6}" destId="{CAD8E6B0-AB7A-4E5A-918E-6457A744A490}" srcOrd="0" destOrd="0" presId="urn:microsoft.com/office/officeart/2018/2/layout/IconCircleList"/>
    <dgm:cxn modelId="{E7C943D9-DA1C-411B-9E2B-6742F73A3877}" type="presOf" srcId="{E3BB3451-BDD8-47D9-B911-3E6D60296802}" destId="{73CB8150-562A-4E0D-BAD0-54582760F951}" srcOrd="0" destOrd="0" presId="urn:microsoft.com/office/officeart/2018/2/layout/IconCircleList"/>
    <dgm:cxn modelId="{18BFFBE3-682B-4B8E-8255-5A58410E8A3C}" type="presOf" srcId="{BB04C47C-FB8E-47D5-B205-DEC8F7FC86AE}" destId="{3ED87BA6-B944-4713-B56A-1C4C490F7ADE}" srcOrd="0" destOrd="0" presId="urn:microsoft.com/office/officeart/2018/2/layout/IconCircleList"/>
    <dgm:cxn modelId="{A1E570E7-EC46-48E7-94FF-75E6F6BAD5E2}" srcId="{B95E64DA-5E9D-4D9F-9BB3-3111F539E004}" destId="{38A11367-AB84-468B-B6F7-AAB791B2CF96}" srcOrd="6" destOrd="0" parTransId="{7A2544F2-8FC8-43E3-A8AF-E45A9C671EF6}" sibTransId="{6004F596-43A3-4012-8B7C-4942085F3FBD}"/>
    <dgm:cxn modelId="{1563CCF3-BAA6-4549-93E2-306D49505A54}" type="presOf" srcId="{01297494-5312-46CA-B56E-C490A61E8406}" destId="{6AA19CB2-93F3-483C-ADD5-0B734907DF93}" srcOrd="0" destOrd="0" presId="urn:microsoft.com/office/officeart/2018/2/layout/IconCircleList"/>
    <dgm:cxn modelId="{62AF0BF5-FA45-43DB-8D0A-5CCBA7B8AEEE}" type="presOf" srcId="{2CDC7893-8FF0-43C2-95C0-791D26D97D7B}" destId="{55DD5AC5-9C55-4932-9F90-BC6B9A1FAAA6}" srcOrd="0" destOrd="0" presId="urn:microsoft.com/office/officeart/2018/2/layout/IconCircleList"/>
    <dgm:cxn modelId="{643D75FF-5DF7-4C57-B68E-E90C3AA314C6}" srcId="{B95E64DA-5E9D-4D9F-9BB3-3111F539E004}" destId="{A1E4E11F-E6E9-4F92-902B-0D8B76A7E800}" srcOrd="0" destOrd="0" parTransId="{97779E7D-A612-460B-AFC6-26F82EA5D28D}" sibTransId="{E211934F-CDF8-42D5-B6D3-823A3C47B5E8}"/>
    <dgm:cxn modelId="{35C186A7-9987-44B0-A4EC-FECDB308364A}" type="presParOf" srcId="{DB83F782-01E1-4A7A-B54E-B5BB3FE51404}" destId="{12F6A80A-16AE-445A-B49E-F75E9BCAFD2F}" srcOrd="0" destOrd="0" presId="urn:microsoft.com/office/officeart/2018/2/layout/IconCircleList"/>
    <dgm:cxn modelId="{BA0C5132-B93F-44B8-8F69-AF1457D02E20}" type="presParOf" srcId="{12F6A80A-16AE-445A-B49E-F75E9BCAFD2F}" destId="{41AAEAB1-F035-4535-B702-ED8F85529879}" srcOrd="0" destOrd="0" presId="urn:microsoft.com/office/officeart/2018/2/layout/IconCircleList"/>
    <dgm:cxn modelId="{B77D62E8-995A-49C1-9436-7797ECF46193}" type="presParOf" srcId="{41AAEAB1-F035-4535-B702-ED8F85529879}" destId="{D643B0D7-1F3C-4CD5-B071-445B42789A85}" srcOrd="0" destOrd="0" presId="urn:microsoft.com/office/officeart/2018/2/layout/IconCircleList"/>
    <dgm:cxn modelId="{64F5DA95-2492-4522-8970-EFED33DB825A}" type="presParOf" srcId="{41AAEAB1-F035-4535-B702-ED8F85529879}" destId="{157C8999-5A00-4C12-A6B5-A9B4920F0103}" srcOrd="1" destOrd="0" presId="urn:microsoft.com/office/officeart/2018/2/layout/IconCircleList"/>
    <dgm:cxn modelId="{674A7860-47FF-4536-931B-A5BD74550624}" type="presParOf" srcId="{41AAEAB1-F035-4535-B702-ED8F85529879}" destId="{B3879311-BF65-47FB-BC5E-A8E739EB7ECD}" srcOrd="2" destOrd="0" presId="urn:microsoft.com/office/officeart/2018/2/layout/IconCircleList"/>
    <dgm:cxn modelId="{931A9473-7D97-4C59-AFEF-731F66F9186A}" type="presParOf" srcId="{41AAEAB1-F035-4535-B702-ED8F85529879}" destId="{353F7686-BC44-425F-8E1D-D29788718107}" srcOrd="3" destOrd="0" presId="urn:microsoft.com/office/officeart/2018/2/layout/IconCircleList"/>
    <dgm:cxn modelId="{B2879CB2-A040-41DF-8138-8E011FDA4935}" type="presParOf" srcId="{12F6A80A-16AE-445A-B49E-F75E9BCAFD2F}" destId="{1A7D5762-F502-480C-BE56-9D004727C5B1}" srcOrd="1" destOrd="0" presId="urn:microsoft.com/office/officeart/2018/2/layout/IconCircleList"/>
    <dgm:cxn modelId="{F70AF780-563A-4180-84B1-3BA924DF9831}" type="presParOf" srcId="{12F6A80A-16AE-445A-B49E-F75E9BCAFD2F}" destId="{1C79540C-A92E-49C2-A43E-1537A792A46A}" srcOrd="2" destOrd="0" presId="urn:microsoft.com/office/officeart/2018/2/layout/IconCircleList"/>
    <dgm:cxn modelId="{78182F57-5046-4D51-97DC-6F5CE6D0AD8A}" type="presParOf" srcId="{1C79540C-A92E-49C2-A43E-1537A792A46A}" destId="{5BFEB815-CF59-4913-9EAF-4FF6D5DF188C}" srcOrd="0" destOrd="0" presId="urn:microsoft.com/office/officeart/2018/2/layout/IconCircleList"/>
    <dgm:cxn modelId="{ECCE6378-0DFA-40B5-B858-1E679095BA34}" type="presParOf" srcId="{1C79540C-A92E-49C2-A43E-1537A792A46A}" destId="{E96EA694-3078-475C-8197-9754690DE9CB}" srcOrd="1" destOrd="0" presId="urn:microsoft.com/office/officeart/2018/2/layout/IconCircleList"/>
    <dgm:cxn modelId="{BF051E48-8616-485D-8124-762038768943}" type="presParOf" srcId="{1C79540C-A92E-49C2-A43E-1537A792A46A}" destId="{CCA27C31-0643-4196-8BEC-6DF0E018BDBC}" srcOrd="2" destOrd="0" presId="urn:microsoft.com/office/officeart/2018/2/layout/IconCircleList"/>
    <dgm:cxn modelId="{193332F7-20F5-454A-B06B-1F8D08422FB3}" type="presParOf" srcId="{1C79540C-A92E-49C2-A43E-1537A792A46A}" destId="{C7D8AAF1-26BB-4A75-8114-E41126D9D1F4}" srcOrd="3" destOrd="0" presId="urn:microsoft.com/office/officeart/2018/2/layout/IconCircleList"/>
    <dgm:cxn modelId="{4B63AF0E-D986-4BF7-9D02-E529C52E0017}" type="presParOf" srcId="{12F6A80A-16AE-445A-B49E-F75E9BCAFD2F}" destId="{3ED87BA6-B944-4713-B56A-1C4C490F7ADE}" srcOrd="3" destOrd="0" presId="urn:microsoft.com/office/officeart/2018/2/layout/IconCircleList"/>
    <dgm:cxn modelId="{D99A7848-1922-438E-B324-C4059C6D0571}" type="presParOf" srcId="{12F6A80A-16AE-445A-B49E-F75E9BCAFD2F}" destId="{092F4410-7F57-4E1F-9E0E-A93F308D321F}" srcOrd="4" destOrd="0" presId="urn:microsoft.com/office/officeart/2018/2/layout/IconCircleList"/>
    <dgm:cxn modelId="{C7F8A064-493B-4C66-B05A-8AE7C5E2BD5D}" type="presParOf" srcId="{092F4410-7F57-4E1F-9E0E-A93F308D321F}" destId="{60440B97-96AF-4925-B022-AAA2653E4931}" srcOrd="0" destOrd="0" presId="urn:microsoft.com/office/officeart/2018/2/layout/IconCircleList"/>
    <dgm:cxn modelId="{CA4CF6AC-51CE-4164-B6B2-F6A8FE9471E8}" type="presParOf" srcId="{092F4410-7F57-4E1F-9E0E-A93F308D321F}" destId="{DB8D59AF-C91B-4E55-9DC5-A2A849024E3C}" srcOrd="1" destOrd="0" presId="urn:microsoft.com/office/officeart/2018/2/layout/IconCircleList"/>
    <dgm:cxn modelId="{53F6137A-7F54-4B62-B045-DB1E5148292F}" type="presParOf" srcId="{092F4410-7F57-4E1F-9E0E-A93F308D321F}" destId="{899C13C4-0A66-4B20-8B12-924FEB9B1282}" srcOrd="2" destOrd="0" presId="urn:microsoft.com/office/officeart/2018/2/layout/IconCircleList"/>
    <dgm:cxn modelId="{F75BE2BE-EA13-4721-804C-A36B987D1293}" type="presParOf" srcId="{092F4410-7F57-4E1F-9E0E-A93F308D321F}" destId="{61BD08DB-16AE-4F90-A07E-99279CE40002}" srcOrd="3" destOrd="0" presId="urn:microsoft.com/office/officeart/2018/2/layout/IconCircleList"/>
    <dgm:cxn modelId="{DA875F43-572E-4EF0-8345-7EF31BAF2694}" type="presParOf" srcId="{12F6A80A-16AE-445A-B49E-F75E9BCAFD2F}" destId="{CAD8E6B0-AB7A-4E5A-918E-6457A744A490}" srcOrd="5" destOrd="0" presId="urn:microsoft.com/office/officeart/2018/2/layout/IconCircleList"/>
    <dgm:cxn modelId="{E6355F7C-B78D-413F-AB46-064EF03EC25E}" type="presParOf" srcId="{12F6A80A-16AE-445A-B49E-F75E9BCAFD2F}" destId="{D42B1A99-6A23-43FA-B708-227B0F1F8C94}" srcOrd="6" destOrd="0" presId="urn:microsoft.com/office/officeart/2018/2/layout/IconCircleList"/>
    <dgm:cxn modelId="{AA61969F-C36C-4287-A7CF-4209C564F276}" type="presParOf" srcId="{D42B1A99-6A23-43FA-B708-227B0F1F8C94}" destId="{725598F4-E6A3-4776-A50F-3B8AC0174AFF}" srcOrd="0" destOrd="0" presId="urn:microsoft.com/office/officeart/2018/2/layout/IconCircleList"/>
    <dgm:cxn modelId="{1BEFBFAF-FBEE-42B3-BDAC-4F3ADDC10728}" type="presParOf" srcId="{D42B1A99-6A23-43FA-B708-227B0F1F8C94}" destId="{C15DB161-6DFB-41DF-B5F1-8EB4C9D0F0AB}" srcOrd="1" destOrd="0" presId="urn:microsoft.com/office/officeart/2018/2/layout/IconCircleList"/>
    <dgm:cxn modelId="{738DA5EB-3FBF-441D-A23A-7BE07E1E3BBC}" type="presParOf" srcId="{D42B1A99-6A23-43FA-B708-227B0F1F8C94}" destId="{4B2AEA1C-9416-408D-92B0-9C1528CD6CD6}" srcOrd="2" destOrd="0" presId="urn:microsoft.com/office/officeart/2018/2/layout/IconCircleList"/>
    <dgm:cxn modelId="{711B90FD-0072-4E7B-80A8-51299CDF0B07}" type="presParOf" srcId="{D42B1A99-6A23-43FA-B708-227B0F1F8C94}" destId="{55DD5AC5-9C55-4932-9F90-BC6B9A1FAAA6}" srcOrd="3" destOrd="0" presId="urn:microsoft.com/office/officeart/2018/2/layout/IconCircleList"/>
    <dgm:cxn modelId="{C5E5F650-E017-458F-9AAA-F91885E1CB0D}" type="presParOf" srcId="{12F6A80A-16AE-445A-B49E-F75E9BCAFD2F}" destId="{D7EFD306-B9F9-4B2D-8D05-CD648F6357A9}" srcOrd="7" destOrd="0" presId="urn:microsoft.com/office/officeart/2018/2/layout/IconCircleList"/>
    <dgm:cxn modelId="{02A052C2-5415-4271-834D-2A0471266EA7}" type="presParOf" srcId="{12F6A80A-16AE-445A-B49E-F75E9BCAFD2F}" destId="{DEEB6438-15B2-4F2A-813F-4B407B11E63E}" srcOrd="8" destOrd="0" presId="urn:microsoft.com/office/officeart/2018/2/layout/IconCircleList"/>
    <dgm:cxn modelId="{81CAC4FA-1756-46DD-916E-D18FCA14B3AB}" type="presParOf" srcId="{DEEB6438-15B2-4F2A-813F-4B407B11E63E}" destId="{795F755E-592C-4E21-85E9-6141E96727FF}" srcOrd="0" destOrd="0" presId="urn:microsoft.com/office/officeart/2018/2/layout/IconCircleList"/>
    <dgm:cxn modelId="{6340F924-B3E5-4478-886D-BAE77B0AAFCA}" type="presParOf" srcId="{DEEB6438-15B2-4F2A-813F-4B407B11E63E}" destId="{5394DE82-7B27-4BA3-9890-05C1B902789F}" srcOrd="1" destOrd="0" presId="urn:microsoft.com/office/officeart/2018/2/layout/IconCircleList"/>
    <dgm:cxn modelId="{34E8985C-5AEB-477C-80DF-5DE677067B73}" type="presParOf" srcId="{DEEB6438-15B2-4F2A-813F-4B407B11E63E}" destId="{FE5F1825-5DB0-41C3-9ED6-4450E4AF6DDE}" srcOrd="2" destOrd="0" presId="urn:microsoft.com/office/officeart/2018/2/layout/IconCircleList"/>
    <dgm:cxn modelId="{7C26724C-2698-4A0F-9953-51137D94AFC9}" type="presParOf" srcId="{DEEB6438-15B2-4F2A-813F-4B407B11E63E}" destId="{04E7AF97-57FB-4FE9-B184-C6621446B9D5}" srcOrd="3" destOrd="0" presId="urn:microsoft.com/office/officeart/2018/2/layout/IconCircleList"/>
    <dgm:cxn modelId="{57DE924F-6F45-4C67-A105-3D20F5446771}" type="presParOf" srcId="{12F6A80A-16AE-445A-B49E-F75E9BCAFD2F}" destId="{73CB8150-562A-4E0D-BAD0-54582760F951}" srcOrd="9" destOrd="0" presId="urn:microsoft.com/office/officeart/2018/2/layout/IconCircleList"/>
    <dgm:cxn modelId="{02411A41-199D-4C9D-B81F-3C767158BAA4}" type="presParOf" srcId="{12F6A80A-16AE-445A-B49E-F75E9BCAFD2F}" destId="{5B8BF503-FCDC-4FC0-8B6C-2963A495D630}" srcOrd="10" destOrd="0" presId="urn:microsoft.com/office/officeart/2018/2/layout/IconCircleList"/>
    <dgm:cxn modelId="{E4057971-0DB3-4D5B-BD59-39A0AF9F776F}" type="presParOf" srcId="{5B8BF503-FCDC-4FC0-8B6C-2963A495D630}" destId="{10E57DE1-7810-4F63-9195-48CCCBAF5CB9}" srcOrd="0" destOrd="0" presId="urn:microsoft.com/office/officeart/2018/2/layout/IconCircleList"/>
    <dgm:cxn modelId="{5BE3529D-82CF-4676-BB73-BE3C565D34AA}" type="presParOf" srcId="{5B8BF503-FCDC-4FC0-8B6C-2963A495D630}" destId="{1C41D728-1202-4696-98F0-FDDB24101537}" srcOrd="1" destOrd="0" presId="urn:microsoft.com/office/officeart/2018/2/layout/IconCircleList"/>
    <dgm:cxn modelId="{4E88B5FA-77CD-4DB4-8275-11975F801B9C}" type="presParOf" srcId="{5B8BF503-FCDC-4FC0-8B6C-2963A495D630}" destId="{9FA3D025-6460-4A0E-A3AD-AA2546C34645}" srcOrd="2" destOrd="0" presId="urn:microsoft.com/office/officeart/2018/2/layout/IconCircleList"/>
    <dgm:cxn modelId="{56F4DB50-BB01-4F5E-AF08-344F26EFD0E7}" type="presParOf" srcId="{5B8BF503-FCDC-4FC0-8B6C-2963A495D630}" destId="{6AA19CB2-93F3-483C-ADD5-0B734907DF93}" srcOrd="3" destOrd="0" presId="urn:microsoft.com/office/officeart/2018/2/layout/IconCircleList"/>
    <dgm:cxn modelId="{2B0D055C-2E2A-407F-911C-6FE638DB8EB4}" type="presParOf" srcId="{12F6A80A-16AE-445A-B49E-F75E9BCAFD2F}" destId="{B4C07946-81BA-4EF5-9BB4-233B58394452}" srcOrd="11" destOrd="0" presId="urn:microsoft.com/office/officeart/2018/2/layout/IconCircleList"/>
    <dgm:cxn modelId="{DF99D25B-81AE-43BB-AF98-2D3A80D44CE6}" type="presParOf" srcId="{12F6A80A-16AE-445A-B49E-F75E9BCAFD2F}" destId="{257B3654-42FC-418E-8DF0-AE6C46E3E67E}" srcOrd="12" destOrd="0" presId="urn:microsoft.com/office/officeart/2018/2/layout/IconCircleList"/>
    <dgm:cxn modelId="{D90722C0-E755-434C-B391-4A41537028D8}" type="presParOf" srcId="{257B3654-42FC-418E-8DF0-AE6C46E3E67E}" destId="{EA1535F5-22E2-48FE-92A8-E6886C495DB4}" srcOrd="0" destOrd="0" presId="urn:microsoft.com/office/officeart/2018/2/layout/IconCircleList"/>
    <dgm:cxn modelId="{89513607-53E9-4881-BFD3-D390BF74E08C}" type="presParOf" srcId="{257B3654-42FC-418E-8DF0-AE6C46E3E67E}" destId="{D55CD50E-DFA2-4172-9BBB-FA51E3FA711B}" srcOrd="1" destOrd="0" presId="urn:microsoft.com/office/officeart/2018/2/layout/IconCircleList"/>
    <dgm:cxn modelId="{65C5A9BE-C518-4591-8A3F-A85679F1CCAC}" type="presParOf" srcId="{257B3654-42FC-418E-8DF0-AE6C46E3E67E}" destId="{11708F66-42FA-49E1-B7AF-068F0AF8CFE8}" srcOrd="2" destOrd="0" presId="urn:microsoft.com/office/officeart/2018/2/layout/IconCircleList"/>
    <dgm:cxn modelId="{0E49AF7A-E2F4-4085-B11B-A20379604C88}" type="presParOf" srcId="{257B3654-42FC-418E-8DF0-AE6C46E3E67E}" destId="{7AF3C7DC-0629-49C2-9C8F-E5F4C13D821A}"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42DF3A8-F3FF-45B8-8FCD-3A8BA0905F4F}" type="doc">
      <dgm:prSet loTypeId="urn:microsoft.com/office/officeart/2005/8/layout/default" loCatId="list" qsTypeId="urn:microsoft.com/office/officeart/2005/8/quickstyle/simple1#58" qsCatId="simple" csTypeId="urn:microsoft.com/office/officeart/2005/8/colors/accent1_2#43" csCatId="accent1"/>
      <dgm:spPr/>
      <dgm:t>
        <a:bodyPr/>
        <a:lstStyle/>
        <a:p>
          <a:endParaRPr lang="en-US"/>
        </a:p>
      </dgm:t>
    </dgm:pt>
    <dgm:pt modelId="{575F85CE-23F2-4C20-85D3-743A6338D4C9}">
      <dgm:prSet/>
      <dgm:spPr/>
      <dgm:t>
        <a:bodyPr/>
        <a:lstStyle/>
        <a:p>
          <a:r>
            <a:rPr lang="en-US"/>
            <a:t>A vector store can contain more than just the text and its embedding.</a:t>
          </a:r>
        </a:p>
      </dgm:t>
    </dgm:pt>
    <dgm:pt modelId="{D0A8907F-B1E1-48C6-BA1A-6B6DBFBDEC97}" type="parTrans" cxnId="{AA03A998-1871-4FD4-ADEE-E5A7F97E2B8A}">
      <dgm:prSet/>
      <dgm:spPr/>
      <dgm:t>
        <a:bodyPr/>
        <a:lstStyle/>
        <a:p>
          <a:endParaRPr lang="en-US"/>
        </a:p>
      </dgm:t>
    </dgm:pt>
    <dgm:pt modelId="{0153B884-36BF-4F30-B933-13C8DBD188CC}" type="sibTrans" cxnId="{AA03A998-1871-4FD4-ADEE-E5A7F97E2B8A}">
      <dgm:prSet/>
      <dgm:spPr/>
      <dgm:t>
        <a:bodyPr/>
        <a:lstStyle/>
        <a:p>
          <a:endParaRPr lang="en-US"/>
        </a:p>
      </dgm:t>
    </dgm:pt>
    <dgm:pt modelId="{22D37DBD-991E-48A9-93F3-BF9CE7CADE35}">
      <dgm:prSet/>
      <dgm:spPr/>
      <dgm:t>
        <a:bodyPr/>
        <a:lstStyle/>
        <a:p>
          <a:r>
            <a:rPr lang="en-US"/>
            <a:t>Useful metadata may include:</a:t>
          </a:r>
        </a:p>
      </dgm:t>
    </dgm:pt>
    <dgm:pt modelId="{C02EFF2D-39AE-4034-BF72-8F6554FEA18B}" type="parTrans" cxnId="{ABC9A8A9-5048-4649-803A-823B0D4728FD}">
      <dgm:prSet/>
      <dgm:spPr/>
      <dgm:t>
        <a:bodyPr/>
        <a:lstStyle/>
        <a:p>
          <a:endParaRPr lang="en-US"/>
        </a:p>
      </dgm:t>
    </dgm:pt>
    <dgm:pt modelId="{68A7D175-793A-4025-9677-914C63CAB65C}" type="sibTrans" cxnId="{ABC9A8A9-5048-4649-803A-823B0D4728FD}">
      <dgm:prSet/>
      <dgm:spPr/>
      <dgm:t>
        <a:bodyPr/>
        <a:lstStyle/>
        <a:p>
          <a:endParaRPr lang="en-US"/>
        </a:p>
      </dgm:t>
    </dgm:pt>
    <dgm:pt modelId="{C109353F-ED8C-4218-8EA8-B4AFC264299F}">
      <dgm:prSet/>
      <dgm:spPr/>
      <dgm:t>
        <a:bodyPr/>
        <a:lstStyle/>
        <a:p>
          <a:r>
            <a:rPr lang="en-US"/>
            <a:t>• Document ID</a:t>
          </a:r>
        </a:p>
      </dgm:t>
    </dgm:pt>
    <dgm:pt modelId="{E6C691DF-AA07-4E18-917C-9E113FD933B2}" type="parTrans" cxnId="{88F2CD8F-D5D4-4BD4-8F9A-6C426E02E4EF}">
      <dgm:prSet/>
      <dgm:spPr/>
      <dgm:t>
        <a:bodyPr/>
        <a:lstStyle/>
        <a:p>
          <a:endParaRPr lang="en-US"/>
        </a:p>
      </dgm:t>
    </dgm:pt>
    <dgm:pt modelId="{C2E2E933-B215-4FEC-B430-8C8B8188B3B1}" type="sibTrans" cxnId="{88F2CD8F-D5D4-4BD4-8F9A-6C426E02E4EF}">
      <dgm:prSet/>
      <dgm:spPr/>
      <dgm:t>
        <a:bodyPr/>
        <a:lstStyle/>
        <a:p>
          <a:endParaRPr lang="en-US"/>
        </a:p>
      </dgm:t>
    </dgm:pt>
    <dgm:pt modelId="{5F4049E0-0228-4DC0-8DD1-1439D61B3C3A}">
      <dgm:prSet/>
      <dgm:spPr/>
      <dgm:t>
        <a:bodyPr/>
        <a:lstStyle/>
        <a:p>
          <a:r>
            <a:rPr lang="en-US"/>
            <a:t>• Topic</a:t>
          </a:r>
        </a:p>
      </dgm:t>
    </dgm:pt>
    <dgm:pt modelId="{D760521F-07B7-4801-A734-DBC8AEB11664}" type="parTrans" cxnId="{3413B76B-E0CB-4407-B31A-DFB3562011BB}">
      <dgm:prSet/>
      <dgm:spPr/>
      <dgm:t>
        <a:bodyPr/>
        <a:lstStyle/>
        <a:p>
          <a:endParaRPr lang="en-US"/>
        </a:p>
      </dgm:t>
    </dgm:pt>
    <dgm:pt modelId="{39089573-7063-4EDF-BDC2-83A9D33E42C4}" type="sibTrans" cxnId="{3413B76B-E0CB-4407-B31A-DFB3562011BB}">
      <dgm:prSet/>
      <dgm:spPr/>
      <dgm:t>
        <a:bodyPr/>
        <a:lstStyle/>
        <a:p>
          <a:endParaRPr lang="en-US"/>
        </a:p>
      </dgm:t>
    </dgm:pt>
    <dgm:pt modelId="{7295008B-14D4-427A-870D-11174F5C86C9}">
      <dgm:prSet/>
      <dgm:spPr/>
      <dgm:t>
        <a:bodyPr/>
        <a:lstStyle/>
        <a:p>
          <a:r>
            <a:rPr lang="en-US"/>
            <a:t>• Department</a:t>
          </a:r>
        </a:p>
      </dgm:t>
    </dgm:pt>
    <dgm:pt modelId="{4D199C6A-9B3D-481B-84D2-550EB6E22C53}" type="parTrans" cxnId="{5759F56A-6BD0-4767-B9CB-0CBD59BD2453}">
      <dgm:prSet/>
      <dgm:spPr/>
      <dgm:t>
        <a:bodyPr/>
        <a:lstStyle/>
        <a:p>
          <a:endParaRPr lang="en-US"/>
        </a:p>
      </dgm:t>
    </dgm:pt>
    <dgm:pt modelId="{B0CDD29F-F5AE-43A9-84AF-34AE9251051E}" type="sibTrans" cxnId="{5759F56A-6BD0-4767-B9CB-0CBD59BD2453}">
      <dgm:prSet/>
      <dgm:spPr/>
      <dgm:t>
        <a:bodyPr/>
        <a:lstStyle/>
        <a:p>
          <a:endParaRPr lang="en-US"/>
        </a:p>
      </dgm:t>
    </dgm:pt>
    <dgm:pt modelId="{3BE82A77-4FBB-46A8-A781-64F1B84A68F4}">
      <dgm:prSet/>
      <dgm:spPr/>
      <dgm:t>
        <a:bodyPr/>
        <a:lstStyle/>
        <a:p>
          <a:r>
            <a:rPr lang="en-US"/>
            <a:t>• Category</a:t>
          </a:r>
        </a:p>
      </dgm:t>
    </dgm:pt>
    <dgm:pt modelId="{274AF56B-378C-45EF-B5B7-EEE25B78DF53}" type="parTrans" cxnId="{7B5E61EE-A7CD-4FEC-A519-2069134A307F}">
      <dgm:prSet/>
      <dgm:spPr/>
      <dgm:t>
        <a:bodyPr/>
        <a:lstStyle/>
        <a:p>
          <a:endParaRPr lang="en-US"/>
        </a:p>
      </dgm:t>
    </dgm:pt>
    <dgm:pt modelId="{4FBA561F-198D-4FD4-8554-B542AA4845C8}" type="sibTrans" cxnId="{7B5E61EE-A7CD-4FEC-A519-2069134A307F}">
      <dgm:prSet/>
      <dgm:spPr/>
      <dgm:t>
        <a:bodyPr/>
        <a:lstStyle/>
        <a:p>
          <a:endParaRPr lang="en-US"/>
        </a:p>
      </dgm:t>
    </dgm:pt>
    <dgm:pt modelId="{D04FBEAC-27EF-4CF0-8E23-7DE7296FF595}">
      <dgm:prSet/>
      <dgm:spPr/>
      <dgm:t>
        <a:bodyPr/>
        <a:lstStyle/>
        <a:p>
          <a:r>
            <a:rPr lang="en-US"/>
            <a:t>• Creation date</a:t>
          </a:r>
        </a:p>
      </dgm:t>
    </dgm:pt>
    <dgm:pt modelId="{7BCC427D-69D4-4EBB-B858-3DF1ECEB1536}" type="parTrans" cxnId="{EB2B698E-F809-481E-B5C3-A4EAE4A3F4A0}">
      <dgm:prSet/>
      <dgm:spPr/>
      <dgm:t>
        <a:bodyPr/>
        <a:lstStyle/>
        <a:p>
          <a:endParaRPr lang="en-US"/>
        </a:p>
      </dgm:t>
    </dgm:pt>
    <dgm:pt modelId="{81D0AF34-5C72-4B04-A70A-BC69F7C3C376}" type="sibTrans" cxnId="{EB2B698E-F809-481E-B5C3-A4EAE4A3F4A0}">
      <dgm:prSet/>
      <dgm:spPr/>
      <dgm:t>
        <a:bodyPr/>
        <a:lstStyle/>
        <a:p>
          <a:endParaRPr lang="en-US"/>
        </a:p>
      </dgm:t>
    </dgm:pt>
    <dgm:pt modelId="{CABFC16A-BC68-4601-924D-F0C9C05ED5D1}">
      <dgm:prSet/>
      <dgm:spPr/>
      <dgm:t>
        <a:bodyPr/>
        <a:lstStyle/>
        <a:p>
          <a:r>
            <a:rPr lang="en-US"/>
            <a:t>• Author</a:t>
          </a:r>
        </a:p>
      </dgm:t>
    </dgm:pt>
    <dgm:pt modelId="{5260834E-4C23-41F8-8E38-F23B4C4E9ABB}" type="parTrans" cxnId="{83352070-F9DF-434B-933E-EA0B830D8341}">
      <dgm:prSet/>
      <dgm:spPr/>
      <dgm:t>
        <a:bodyPr/>
        <a:lstStyle/>
        <a:p>
          <a:endParaRPr lang="en-US"/>
        </a:p>
      </dgm:t>
    </dgm:pt>
    <dgm:pt modelId="{D6CD3D25-4093-439D-A6CA-DF3F5085EFC9}" type="sibTrans" cxnId="{83352070-F9DF-434B-933E-EA0B830D8341}">
      <dgm:prSet/>
      <dgm:spPr/>
      <dgm:t>
        <a:bodyPr/>
        <a:lstStyle/>
        <a:p>
          <a:endParaRPr lang="en-US"/>
        </a:p>
      </dgm:t>
    </dgm:pt>
    <dgm:pt modelId="{2AAFD68E-15E2-4833-B1C0-F1D06E44A8D5}">
      <dgm:prSet/>
      <dgm:spPr/>
      <dgm:t>
        <a:bodyPr/>
        <a:lstStyle/>
        <a:p>
          <a:r>
            <a:rPr lang="en-US"/>
            <a:t>• Document section</a:t>
          </a:r>
        </a:p>
      </dgm:t>
    </dgm:pt>
    <dgm:pt modelId="{4360F2BA-B587-4AAE-9DF8-48AF51F4D41E}" type="parTrans" cxnId="{CD378598-128E-4E80-B24E-C783CFE7F5D9}">
      <dgm:prSet/>
      <dgm:spPr/>
      <dgm:t>
        <a:bodyPr/>
        <a:lstStyle/>
        <a:p>
          <a:endParaRPr lang="en-US"/>
        </a:p>
      </dgm:t>
    </dgm:pt>
    <dgm:pt modelId="{BBBEDA54-D3E0-4723-AD26-52158DBB68CC}" type="sibTrans" cxnId="{CD378598-128E-4E80-B24E-C783CFE7F5D9}">
      <dgm:prSet/>
      <dgm:spPr/>
      <dgm:t>
        <a:bodyPr/>
        <a:lstStyle/>
        <a:p>
          <a:endParaRPr lang="en-US"/>
        </a:p>
      </dgm:t>
    </dgm:pt>
    <dgm:pt modelId="{4647F584-02A2-475D-BC9A-C59C39FC4C16}">
      <dgm:prSet/>
      <dgm:spPr/>
      <dgm:t>
        <a:bodyPr/>
        <a:lstStyle/>
        <a:p>
          <a:r>
            <a:rPr lang="en-US"/>
            <a:t>• Access permissions</a:t>
          </a:r>
        </a:p>
      </dgm:t>
    </dgm:pt>
    <dgm:pt modelId="{ED13FD2C-DBC9-416E-8894-BD08DA806BB8}" type="parTrans" cxnId="{A52A1AA5-3CC6-4008-B6FF-8F30048E0F95}">
      <dgm:prSet/>
      <dgm:spPr/>
      <dgm:t>
        <a:bodyPr/>
        <a:lstStyle/>
        <a:p>
          <a:endParaRPr lang="en-US"/>
        </a:p>
      </dgm:t>
    </dgm:pt>
    <dgm:pt modelId="{C5ACBA7C-5008-4C1A-9232-857F44EF7809}" type="sibTrans" cxnId="{A52A1AA5-3CC6-4008-B6FF-8F30048E0F95}">
      <dgm:prSet/>
      <dgm:spPr/>
      <dgm:t>
        <a:bodyPr/>
        <a:lstStyle/>
        <a:p>
          <a:endParaRPr lang="en-US"/>
        </a:p>
      </dgm:t>
    </dgm:pt>
    <dgm:pt modelId="{4F9D830C-F454-45BA-A234-1B86B2D0A044}">
      <dgm:prSet/>
      <dgm:spPr/>
      <dgm:t>
        <a:bodyPr/>
        <a:lstStyle/>
        <a:p>
          <a:r>
            <a:rPr lang="en-US"/>
            <a:t>• Data lineage</a:t>
          </a:r>
        </a:p>
      </dgm:t>
    </dgm:pt>
    <dgm:pt modelId="{3A50E403-F8F8-4AAE-A2B1-F0AA94911D0F}" type="parTrans" cxnId="{B345111D-F522-447A-9F09-0BE2E83C5402}">
      <dgm:prSet/>
      <dgm:spPr/>
      <dgm:t>
        <a:bodyPr/>
        <a:lstStyle/>
        <a:p>
          <a:endParaRPr lang="en-US"/>
        </a:p>
      </dgm:t>
    </dgm:pt>
    <dgm:pt modelId="{A9E0A01F-E05C-4F8A-B256-03B32AE688E6}" type="sibTrans" cxnId="{B345111D-F522-447A-9F09-0BE2E83C5402}">
      <dgm:prSet/>
      <dgm:spPr/>
      <dgm:t>
        <a:bodyPr/>
        <a:lstStyle/>
        <a:p>
          <a:endParaRPr lang="en-US"/>
        </a:p>
      </dgm:t>
    </dgm:pt>
    <dgm:pt modelId="{909CA06D-73EF-4E04-AD66-41584B9F0A6E}">
      <dgm:prSet/>
      <dgm:spPr/>
      <dgm:t>
        <a:bodyPr/>
        <a:lstStyle/>
        <a:p>
          <a:r>
            <a:rPr lang="en-US"/>
            <a:t>Example:</a:t>
          </a:r>
        </a:p>
      </dgm:t>
    </dgm:pt>
    <dgm:pt modelId="{910D7289-9083-4BDC-B719-19F597F47486}" type="parTrans" cxnId="{55D22B5C-864A-4641-920E-6CA401A1C526}">
      <dgm:prSet/>
      <dgm:spPr/>
      <dgm:t>
        <a:bodyPr/>
        <a:lstStyle/>
        <a:p>
          <a:endParaRPr lang="en-US"/>
        </a:p>
      </dgm:t>
    </dgm:pt>
    <dgm:pt modelId="{4613A844-515E-45E7-90D4-CEC159EAA892}" type="sibTrans" cxnId="{55D22B5C-864A-4641-920E-6CA401A1C526}">
      <dgm:prSet/>
      <dgm:spPr/>
      <dgm:t>
        <a:bodyPr/>
        <a:lstStyle/>
        <a:p>
          <a:endParaRPr lang="en-US"/>
        </a:p>
      </dgm:t>
    </dgm:pt>
    <dgm:pt modelId="{2E6011EF-0BC5-4BD0-9B02-C5A5AF1518FC}">
      <dgm:prSet/>
      <dgm:spPr/>
      <dgm:t>
        <a:bodyPr/>
        <a:lstStyle/>
        <a:p>
          <a:r>
            <a:rPr lang="en-US"/>
            <a:t>A vacation-policy chunk could include metadata such as:</a:t>
          </a:r>
        </a:p>
      </dgm:t>
    </dgm:pt>
    <dgm:pt modelId="{50177EEE-A544-450F-B69E-753CE36A49B4}" type="parTrans" cxnId="{A483FAFB-6770-4D5D-9948-2491DD2C43AE}">
      <dgm:prSet/>
      <dgm:spPr/>
      <dgm:t>
        <a:bodyPr/>
        <a:lstStyle/>
        <a:p>
          <a:endParaRPr lang="en-US"/>
        </a:p>
      </dgm:t>
    </dgm:pt>
    <dgm:pt modelId="{BFD21572-6C7A-46CE-98EA-5EFD602399A4}" type="sibTrans" cxnId="{A483FAFB-6770-4D5D-9948-2491DD2C43AE}">
      <dgm:prSet/>
      <dgm:spPr/>
      <dgm:t>
        <a:bodyPr/>
        <a:lstStyle/>
        <a:p>
          <a:endParaRPr lang="en-US"/>
        </a:p>
      </dgm:t>
    </dgm:pt>
    <dgm:pt modelId="{DDCEB7FC-BAC0-4FF5-8F6E-6AC335CC6662}">
      <dgm:prSet/>
      <dgm:spPr/>
      <dgm:t>
        <a:bodyPr/>
        <a:lstStyle/>
        <a:p>
          <a:r>
            <a:rPr lang="en-US"/>
            <a:t>• Department: HR</a:t>
          </a:r>
        </a:p>
      </dgm:t>
    </dgm:pt>
    <dgm:pt modelId="{C24E6F5E-4CC4-4D5D-95EC-060F4A39AE25}" type="parTrans" cxnId="{F698606A-10AE-4766-ABA9-07E85769F0A5}">
      <dgm:prSet/>
      <dgm:spPr/>
      <dgm:t>
        <a:bodyPr/>
        <a:lstStyle/>
        <a:p>
          <a:endParaRPr lang="en-US"/>
        </a:p>
      </dgm:t>
    </dgm:pt>
    <dgm:pt modelId="{9647C99A-D07C-4737-AE8E-E11CCA06AB6E}" type="sibTrans" cxnId="{F698606A-10AE-4766-ABA9-07E85769F0A5}">
      <dgm:prSet/>
      <dgm:spPr/>
      <dgm:t>
        <a:bodyPr/>
        <a:lstStyle/>
        <a:p>
          <a:endParaRPr lang="en-US"/>
        </a:p>
      </dgm:t>
    </dgm:pt>
    <dgm:pt modelId="{D8917D89-58AD-446C-BAB6-7C130D0A680E}">
      <dgm:prSet/>
      <dgm:spPr/>
      <dgm:t>
        <a:bodyPr/>
        <a:lstStyle/>
        <a:p>
          <a:r>
            <a:rPr lang="en-US"/>
            <a:t>• Year: 2026</a:t>
          </a:r>
        </a:p>
      </dgm:t>
    </dgm:pt>
    <dgm:pt modelId="{D94B4F01-DAE0-47EE-80C2-EFA4D22941F2}" type="parTrans" cxnId="{B5E74FFF-F2B8-43B7-8D7B-0D8DB5E491F0}">
      <dgm:prSet/>
      <dgm:spPr/>
      <dgm:t>
        <a:bodyPr/>
        <a:lstStyle/>
        <a:p>
          <a:endParaRPr lang="en-US"/>
        </a:p>
      </dgm:t>
    </dgm:pt>
    <dgm:pt modelId="{741FD825-AF09-4A51-964E-35ED17C3F70C}" type="sibTrans" cxnId="{B5E74FFF-F2B8-43B7-8D7B-0D8DB5E491F0}">
      <dgm:prSet/>
      <dgm:spPr/>
      <dgm:t>
        <a:bodyPr/>
        <a:lstStyle/>
        <a:p>
          <a:endParaRPr lang="en-US"/>
        </a:p>
      </dgm:t>
    </dgm:pt>
    <dgm:pt modelId="{E82948A2-002A-41CC-933B-55C10FEDF93C}">
      <dgm:prSet/>
      <dgm:spPr/>
      <dgm:t>
        <a:bodyPr/>
        <a:lstStyle/>
        <a:p>
          <a:r>
            <a:rPr lang="en-US"/>
            <a:t>• Topic: Employee Benefits</a:t>
          </a:r>
        </a:p>
      </dgm:t>
    </dgm:pt>
    <dgm:pt modelId="{FF16D7B8-35EE-4C02-8DBA-3C53689080A9}" type="parTrans" cxnId="{D6D42960-24EA-4DB5-B56C-0B277304FBE9}">
      <dgm:prSet/>
      <dgm:spPr/>
      <dgm:t>
        <a:bodyPr/>
        <a:lstStyle/>
        <a:p>
          <a:endParaRPr lang="en-US"/>
        </a:p>
      </dgm:t>
    </dgm:pt>
    <dgm:pt modelId="{BD23D2BF-0D9B-49E9-8FEF-4D2506A52C2F}" type="sibTrans" cxnId="{D6D42960-24EA-4DB5-B56C-0B277304FBE9}">
      <dgm:prSet/>
      <dgm:spPr/>
      <dgm:t>
        <a:bodyPr/>
        <a:lstStyle/>
        <a:p>
          <a:endParaRPr lang="en-US"/>
        </a:p>
      </dgm:t>
    </dgm:pt>
    <dgm:pt modelId="{06F3D44F-CE44-44E5-B712-E577D9EA7BCD}">
      <dgm:prSet/>
      <dgm:spPr/>
      <dgm:t>
        <a:bodyPr/>
        <a:lstStyle/>
        <a:p>
          <a:r>
            <a:rPr lang="en-US"/>
            <a:t>• Section: Vacation Policy</a:t>
          </a:r>
        </a:p>
      </dgm:t>
    </dgm:pt>
    <dgm:pt modelId="{A93F8223-05B3-4195-88F5-A31A7719A079}" type="parTrans" cxnId="{B589CDD3-B468-4A5A-BB23-F5FFC9572938}">
      <dgm:prSet/>
      <dgm:spPr/>
      <dgm:t>
        <a:bodyPr/>
        <a:lstStyle/>
        <a:p>
          <a:endParaRPr lang="en-US"/>
        </a:p>
      </dgm:t>
    </dgm:pt>
    <dgm:pt modelId="{6BD85F6F-17C5-45F9-B11F-1EF9850D7438}" type="sibTrans" cxnId="{B589CDD3-B468-4A5A-BB23-F5FFC9572938}">
      <dgm:prSet/>
      <dgm:spPr/>
      <dgm:t>
        <a:bodyPr/>
        <a:lstStyle/>
        <a:p>
          <a:endParaRPr lang="en-US"/>
        </a:p>
      </dgm:t>
    </dgm:pt>
    <dgm:pt modelId="{7697519B-371E-408C-8891-4D0454493BF4}">
      <dgm:prSet/>
      <dgm:spPr/>
      <dgm:t>
        <a:bodyPr/>
        <a:lstStyle/>
        <a:p>
          <a:r>
            <a:rPr lang="en-US"/>
            <a:t>Metadata can help filter or rank results before or during semantic search.</a:t>
          </a:r>
        </a:p>
      </dgm:t>
    </dgm:pt>
    <dgm:pt modelId="{CA2B811B-9EAD-44BC-95DB-A1AE1E44DF27}" type="parTrans" cxnId="{DAF1A2E1-4CEC-4B0D-BEF4-CD9971128D9D}">
      <dgm:prSet/>
      <dgm:spPr/>
      <dgm:t>
        <a:bodyPr/>
        <a:lstStyle/>
        <a:p>
          <a:endParaRPr lang="en-US"/>
        </a:p>
      </dgm:t>
    </dgm:pt>
    <dgm:pt modelId="{37BBDF1A-0F58-4A29-BAF3-1609FC8586C7}" type="sibTrans" cxnId="{DAF1A2E1-4CEC-4B0D-BEF4-CD9971128D9D}">
      <dgm:prSet/>
      <dgm:spPr/>
      <dgm:t>
        <a:bodyPr/>
        <a:lstStyle/>
        <a:p>
          <a:endParaRPr lang="en-US"/>
        </a:p>
      </dgm:t>
    </dgm:pt>
    <dgm:pt modelId="{B33B973F-177C-469B-8CA3-1515B94216F0}">
      <dgm:prSet/>
      <dgm:spPr/>
      <dgm:t>
        <a:bodyPr/>
        <a:lstStyle/>
        <a:p>
          <a:r>
            <a:rPr lang="en-US"/>
            <a:t>This improves retrieval because the system is using both meaning and additional document information.</a:t>
          </a:r>
        </a:p>
      </dgm:t>
    </dgm:pt>
    <dgm:pt modelId="{5B00349F-532D-4737-9D1B-FD5B26871500}" type="parTrans" cxnId="{1D7EFB23-F915-46D2-A180-5BB7934527B1}">
      <dgm:prSet/>
      <dgm:spPr/>
      <dgm:t>
        <a:bodyPr/>
        <a:lstStyle/>
        <a:p>
          <a:endParaRPr lang="en-US"/>
        </a:p>
      </dgm:t>
    </dgm:pt>
    <dgm:pt modelId="{E5DA9423-007B-4552-9365-51C5A099D619}" type="sibTrans" cxnId="{1D7EFB23-F915-46D2-A180-5BB7934527B1}">
      <dgm:prSet/>
      <dgm:spPr/>
      <dgm:t>
        <a:bodyPr/>
        <a:lstStyle/>
        <a:p>
          <a:endParaRPr lang="en-US"/>
        </a:p>
      </dgm:t>
    </dgm:pt>
    <dgm:pt modelId="{33E991A3-585E-4F51-BFD3-C90BD31F8516}" type="pres">
      <dgm:prSet presAssocID="{942DF3A8-F3FF-45B8-8FCD-3A8BA0905F4F}" presName="diagram" presStyleCnt="0">
        <dgm:presLayoutVars>
          <dgm:dir/>
          <dgm:resizeHandles val="exact"/>
        </dgm:presLayoutVars>
      </dgm:prSet>
      <dgm:spPr/>
    </dgm:pt>
    <dgm:pt modelId="{90DD9AC7-E11C-45D4-92C7-FD4DCF6CAED7}" type="pres">
      <dgm:prSet presAssocID="{575F85CE-23F2-4C20-85D3-743A6338D4C9}" presName="node" presStyleLbl="node1" presStyleIdx="0" presStyleCnt="19">
        <dgm:presLayoutVars>
          <dgm:bulletEnabled val="1"/>
        </dgm:presLayoutVars>
      </dgm:prSet>
      <dgm:spPr/>
    </dgm:pt>
    <dgm:pt modelId="{F2EEEA8B-FB1C-4D7E-95DB-05F1A03782E2}" type="pres">
      <dgm:prSet presAssocID="{0153B884-36BF-4F30-B933-13C8DBD188CC}" presName="sibTrans" presStyleCnt="0"/>
      <dgm:spPr/>
    </dgm:pt>
    <dgm:pt modelId="{B78BF456-6C70-454F-B419-7ACE457277DF}" type="pres">
      <dgm:prSet presAssocID="{22D37DBD-991E-48A9-93F3-BF9CE7CADE35}" presName="node" presStyleLbl="node1" presStyleIdx="1" presStyleCnt="19">
        <dgm:presLayoutVars>
          <dgm:bulletEnabled val="1"/>
        </dgm:presLayoutVars>
      </dgm:prSet>
      <dgm:spPr/>
    </dgm:pt>
    <dgm:pt modelId="{0A5512D9-649D-4018-A786-C057C115B419}" type="pres">
      <dgm:prSet presAssocID="{68A7D175-793A-4025-9677-914C63CAB65C}" presName="sibTrans" presStyleCnt="0"/>
      <dgm:spPr/>
    </dgm:pt>
    <dgm:pt modelId="{D8438F18-E247-4D0A-B77F-504E04C7FEDE}" type="pres">
      <dgm:prSet presAssocID="{C109353F-ED8C-4218-8EA8-B4AFC264299F}" presName="node" presStyleLbl="node1" presStyleIdx="2" presStyleCnt="19">
        <dgm:presLayoutVars>
          <dgm:bulletEnabled val="1"/>
        </dgm:presLayoutVars>
      </dgm:prSet>
      <dgm:spPr/>
    </dgm:pt>
    <dgm:pt modelId="{204AA81C-36E5-4A1E-A9C7-19EB96356C9A}" type="pres">
      <dgm:prSet presAssocID="{C2E2E933-B215-4FEC-B430-8C8B8188B3B1}" presName="sibTrans" presStyleCnt="0"/>
      <dgm:spPr/>
    </dgm:pt>
    <dgm:pt modelId="{C76D7E8D-B225-4723-8918-1EE11FB20BBC}" type="pres">
      <dgm:prSet presAssocID="{5F4049E0-0228-4DC0-8DD1-1439D61B3C3A}" presName="node" presStyleLbl="node1" presStyleIdx="3" presStyleCnt="19">
        <dgm:presLayoutVars>
          <dgm:bulletEnabled val="1"/>
        </dgm:presLayoutVars>
      </dgm:prSet>
      <dgm:spPr/>
    </dgm:pt>
    <dgm:pt modelId="{3BE58828-6325-4CDF-942C-9F2BA9E96DDA}" type="pres">
      <dgm:prSet presAssocID="{39089573-7063-4EDF-BDC2-83A9D33E42C4}" presName="sibTrans" presStyleCnt="0"/>
      <dgm:spPr/>
    </dgm:pt>
    <dgm:pt modelId="{FAD74CFD-3A96-4D88-8A23-E17E3B179CD6}" type="pres">
      <dgm:prSet presAssocID="{7295008B-14D4-427A-870D-11174F5C86C9}" presName="node" presStyleLbl="node1" presStyleIdx="4" presStyleCnt="19">
        <dgm:presLayoutVars>
          <dgm:bulletEnabled val="1"/>
        </dgm:presLayoutVars>
      </dgm:prSet>
      <dgm:spPr/>
    </dgm:pt>
    <dgm:pt modelId="{2438BB3A-0D00-4CDF-B80E-EF56D6E389BE}" type="pres">
      <dgm:prSet presAssocID="{B0CDD29F-F5AE-43A9-84AF-34AE9251051E}" presName="sibTrans" presStyleCnt="0"/>
      <dgm:spPr/>
    </dgm:pt>
    <dgm:pt modelId="{6E2A3F11-FF3C-4675-971A-37C830F97B38}" type="pres">
      <dgm:prSet presAssocID="{3BE82A77-4FBB-46A8-A781-64F1B84A68F4}" presName="node" presStyleLbl="node1" presStyleIdx="5" presStyleCnt="19">
        <dgm:presLayoutVars>
          <dgm:bulletEnabled val="1"/>
        </dgm:presLayoutVars>
      </dgm:prSet>
      <dgm:spPr/>
    </dgm:pt>
    <dgm:pt modelId="{D3B32BD0-E3A6-43A9-9B02-AEBE41E53ECF}" type="pres">
      <dgm:prSet presAssocID="{4FBA561F-198D-4FD4-8554-B542AA4845C8}" presName="sibTrans" presStyleCnt="0"/>
      <dgm:spPr/>
    </dgm:pt>
    <dgm:pt modelId="{2FD684F1-ADA4-4E69-8156-DB0B23A4B9AE}" type="pres">
      <dgm:prSet presAssocID="{D04FBEAC-27EF-4CF0-8E23-7DE7296FF595}" presName="node" presStyleLbl="node1" presStyleIdx="6" presStyleCnt="19">
        <dgm:presLayoutVars>
          <dgm:bulletEnabled val="1"/>
        </dgm:presLayoutVars>
      </dgm:prSet>
      <dgm:spPr/>
    </dgm:pt>
    <dgm:pt modelId="{0793F21D-2BA4-46EE-832A-BA428A0EE307}" type="pres">
      <dgm:prSet presAssocID="{81D0AF34-5C72-4B04-A70A-BC69F7C3C376}" presName="sibTrans" presStyleCnt="0"/>
      <dgm:spPr/>
    </dgm:pt>
    <dgm:pt modelId="{27A9FD97-50C6-4A51-8434-9287855B1D02}" type="pres">
      <dgm:prSet presAssocID="{CABFC16A-BC68-4601-924D-F0C9C05ED5D1}" presName="node" presStyleLbl="node1" presStyleIdx="7" presStyleCnt="19">
        <dgm:presLayoutVars>
          <dgm:bulletEnabled val="1"/>
        </dgm:presLayoutVars>
      </dgm:prSet>
      <dgm:spPr/>
    </dgm:pt>
    <dgm:pt modelId="{68F1BE47-B6F0-46DD-8319-DA90B65940CE}" type="pres">
      <dgm:prSet presAssocID="{D6CD3D25-4093-439D-A6CA-DF3F5085EFC9}" presName="sibTrans" presStyleCnt="0"/>
      <dgm:spPr/>
    </dgm:pt>
    <dgm:pt modelId="{A455A753-511D-45F8-A1E6-CFFBDE1D2CE9}" type="pres">
      <dgm:prSet presAssocID="{2AAFD68E-15E2-4833-B1C0-F1D06E44A8D5}" presName="node" presStyleLbl="node1" presStyleIdx="8" presStyleCnt="19">
        <dgm:presLayoutVars>
          <dgm:bulletEnabled val="1"/>
        </dgm:presLayoutVars>
      </dgm:prSet>
      <dgm:spPr/>
    </dgm:pt>
    <dgm:pt modelId="{9C7067F8-0E36-4DD4-9D27-25867E5C4212}" type="pres">
      <dgm:prSet presAssocID="{BBBEDA54-D3E0-4723-AD26-52158DBB68CC}" presName="sibTrans" presStyleCnt="0"/>
      <dgm:spPr/>
    </dgm:pt>
    <dgm:pt modelId="{AEE59994-3C89-4F45-ACEC-AA0E34844501}" type="pres">
      <dgm:prSet presAssocID="{4647F584-02A2-475D-BC9A-C59C39FC4C16}" presName="node" presStyleLbl="node1" presStyleIdx="9" presStyleCnt="19">
        <dgm:presLayoutVars>
          <dgm:bulletEnabled val="1"/>
        </dgm:presLayoutVars>
      </dgm:prSet>
      <dgm:spPr/>
    </dgm:pt>
    <dgm:pt modelId="{442BBEC2-C431-4752-B697-6E34146BAB63}" type="pres">
      <dgm:prSet presAssocID="{C5ACBA7C-5008-4C1A-9232-857F44EF7809}" presName="sibTrans" presStyleCnt="0"/>
      <dgm:spPr/>
    </dgm:pt>
    <dgm:pt modelId="{D9A55F4A-C4FD-4B3F-A602-2C9DC224144A}" type="pres">
      <dgm:prSet presAssocID="{4F9D830C-F454-45BA-A234-1B86B2D0A044}" presName="node" presStyleLbl="node1" presStyleIdx="10" presStyleCnt="19">
        <dgm:presLayoutVars>
          <dgm:bulletEnabled val="1"/>
        </dgm:presLayoutVars>
      </dgm:prSet>
      <dgm:spPr/>
    </dgm:pt>
    <dgm:pt modelId="{033F0126-1FB2-4EC5-B55D-F5A0D972BC4A}" type="pres">
      <dgm:prSet presAssocID="{A9E0A01F-E05C-4F8A-B256-03B32AE688E6}" presName="sibTrans" presStyleCnt="0"/>
      <dgm:spPr/>
    </dgm:pt>
    <dgm:pt modelId="{AB61E5A9-3790-404B-B484-AAAA185F2B1E}" type="pres">
      <dgm:prSet presAssocID="{909CA06D-73EF-4E04-AD66-41584B9F0A6E}" presName="node" presStyleLbl="node1" presStyleIdx="11" presStyleCnt="19">
        <dgm:presLayoutVars>
          <dgm:bulletEnabled val="1"/>
        </dgm:presLayoutVars>
      </dgm:prSet>
      <dgm:spPr/>
    </dgm:pt>
    <dgm:pt modelId="{FA89650A-EACF-48FC-B9A5-E6F03E38447B}" type="pres">
      <dgm:prSet presAssocID="{4613A844-515E-45E7-90D4-CEC159EAA892}" presName="sibTrans" presStyleCnt="0"/>
      <dgm:spPr/>
    </dgm:pt>
    <dgm:pt modelId="{63B73125-9F8E-4E94-B8B7-1478994FF634}" type="pres">
      <dgm:prSet presAssocID="{2E6011EF-0BC5-4BD0-9B02-C5A5AF1518FC}" presName="node" presStyleLbl="node1" presStyleIdx="12" presStyleCnt="19">
        <dgm:presLayoutVars>
          <dgm:bulletEnabled val="1"/>
        </dgm:presLayoutVars>
      </dgm:prSet>
      <dgm:spPr/>
    </dgm:pt>
    <dgm:pt modelId="{F53ADAD5-F6F1-4BCA-9252-C02A4AF8823D}" type="pres">
      <dgm:prSet presAssocID="{BFD21572-6C7A-46CE-98EA-5EFD602399A4}" presName="sibTrans" presStyleCnt="0"/>
      <dgm:spPr/>
    </dgm:pt>
    <dgm:pt modelId="{184D46C0-1745-444C-B64F-977343E16B7E}" type="pres">
      <dgm:prSet presAssocID="{DDCEB7FC-BAC0-4FF5-8F6E-6AC335CC6662}" presName="node" presStyleLbl="node1" presStyleIdx="13" presStyleCnt="19">
        <dgm:presLayoutVars>
          <dgm:bulletEnabled val="1"/>
        </dgm:presLayoutVars>
      </dgm:prSet>
      <dgm:spPr/>
    </dgm:pt>
    <dgm:pt modelId="{342F18EB-71A4-4A3B-A5D1-43E12A663E90}" type="pres">
      <dgm:prSet presAssocID="{9647C99A-D07C-4737-AE8E-E11CCA06AB6E}" presName="sibTrans" presStyleCnt="0"/>
      <dgm:spPr/>
    </dgm:pt>
    <dgm:pt modelId="{9C15521A-AABE-4797-B5B4-531AC2A4F1DE}" type="pres">
      <dgm:prSet presAssocID="{D8917D89-58AD-446C-BAB6-7C130D0A680E}" presName="node" presStyleLbl="node1" presStyleIdx="14" presStyleCnt="19">
        <dgm:presLayoutVars>
          <dgm:bulletEnabled val="1"/>
        </dgm:presLayoutVars>
      </dgm:prSet>
      <dgm:spPr/>
    </dgm:pt>
    <dgm:pt modelId="{432A5425-49F3-4021-9127-EF752689BDA3}" type="pres">
      <dgm:prSet presAssocID="{741FD825-AF09-4A51-964E-35ED17C3F70C}" presName="sibTrans" presStyleCnt="0"/>
      <dgm:spPr/>
    </dgm:pt>
    <dgm:pt modelId="{C830CF0D-C111-4A5A-B708-928F13D49A8E}" type="pres">
      <dgm:prSet presAssocID="{E82948A2-002A-41CC-933B-55C10FEDF93C}" presName="node" presStyleLbl="node1" presStyleIdx="15" presStyleCnt="19">
        <dgm:presLayoutVars>
          <dgm:bulletEnabled val="1"/>
        </dgm:presLayoutVars>
      </dgm:prSet>
      <dgm:spPr/>
    </dgm:pt>
    <dgm:pt modelId="{17FFDA0A-4ECA-416A-AFD3-1067189A7063}" type="pres">
      <dgm:prSet presAssocID="{BD23D2BF-0D9B-49E9-8FEF-4D2506A52C2F}" presName="sibTrans" presStyleCnt="0"/>
      <dgm:spPr/>
    </dgm:pt>
    <dgm:pt modelId="{F4E0A7F9-DDED-467F-BFE1-9E387D06F639}" type="pres">
      <dgm:prSet presAssocID="{06F3D44F-CE44-44E5-B712-E577D9EA7BCD}" presName="node" presStyleLbl="node1" presStyleIdx="16" presStyleCnt="19">
        <dgm:presLayoutVars>
          <dgm:bulletEnabled val="1"/>
        </dgm:presLayoutVars>
      </dgm:prSet>
      <dgm:spPr/>
    </dgm:pt>
    <dgm:pt modelId="{5F9DCA29-FDB8-4321-8AAB-236277E6BDC4}" type="pres">
      <dgm:prSet presAssocID="{6BD85F6F-17C5-45F9-B11F-1EF9850D7438}" presName="sibTrans" presStyleCnt="0"/>
      <dgm:spPr/>
    </dgm:pt>
    <dgm:pt modelId="{F162AF29-48FF-4490-A65C-645C01F4FCFF}" type="pres">
      <dgm:prSet presAssocID="{7697519B-371E-408C-8891-4D0454493BF4}" presName="node" presStyleLbl="node1" presStyleIdx="17" presStyleCnt="19">
        <dgm:presLayoutVars>
          <dgm:bulletEnabled val="1"/>
        </dgm:presLayoutVars>
      </dgm:prSet>
      <dgm:spPr/>
    </dgm:pt>
    <dgm:pt modelId="{9BAC8DD9-E4DF-4406-82C6-6F86DD645D86}" type="pres">
      <dgm:prSet presAssocID="{37BBDF1A-0F58-4A29-BAF3-1609FC8586C7}" presName="sibTrans" presStyleCnt="0"/>
      <dgm:spPr/>
    </dgm:pt>
    <dgm:pt modelId="{14E46E62-2999-402C-9C31-E0A8927F15B1}" type="pres">
      <dgm:prSet presAssocID="{B33B973F-177C-469B-8CA3-1515B94216F0}" presName="node" presStyleLbl="node1" presStyleIdx="18" presStyleCnt="19">
        <dgm:presLayoutVars>
          <dgm:bulletEnabled val="1"/>
        </dgm:presLayoutVars>
      </dgm:prSet>
      <dgm:spPr/>
    </dgm:pt>
  </dgm:ptLst>
  <dgm:cxnLst>
    <dgm:cxn modelId="{8862590F-3F93-42AD-BCBA-9D603D2173AF}" type="presOf" srcId="{5F4049E0-0228-4DC0-8DD1-1439D61B3C3A}" destId="{C76D7E8D-B225-4723-8918-1EE11FB20BBC}" srcOrd="0" destOrd="0" presId="urn:microsoft.com/office/officeart/2005/8/layout/default"/>
    <dgm:cxn modelId="{B345111D-F522-447A-9F09-0BE2E83C5402}" srcId="{942DF3A8-F3FF-45B8-8FCD-3A8BA0905F4F}" destId="{4F9D830C-F454-45BA-A234-1B86B2D0A044}" srcOrd="10" destOrd="0" parTransId="{3A50E403-F8F8-4AAE-A2B1-F0AA94911D0F}" sibTransId="{A9E0A01F-E05C-4F8A-B256-03B32AE688E6}"/>
    <dgm:cxn modelId="{1D7EFB23-F915-46D2-A180-5BB7934527B1}" srcId="{942DF3A8-F3FF-45B8-8FCD-3A8BA0905F4F}" destId="{B33B973F-177C-469B-8CA3-1515B94216F0}" srcOrd="18" destOrd="0" parTransId="{5B00349F-532D-4737-9D1B-FD5B26871500}" sibTransId="{E5DA9423-007B-4552-9365-51C5A099D619}"/>
    <dgm:cxn modelId="{3D173724-EA20-43CE-AB3C-1A813DD6150B}" type="presOf" srcId="{D04FBEAC-27EF-4CF0-8E23-7DE7296FF595}" destId="{2FD684F1-ADA4-4E69-8156-DB0B23A4B9AE}" srcOrd="0" destOrd="0" presId="urn:microsoft.com/office/officeart/2005/8/layout/default"/>
    <dgm:cxn modelId="{32A9793B-A53E-45F4-A02C-F4722FCD560C}" type="presOf" srcId="{22D37DBD-991E-48A9-93F3-BF9CE7CADE35}" destId="{B78BF456-6C70-454F-B419-7ACE457277DF}" srcOrd="0" destOrd="0" presId="urn:microsoft.com/office/officeart/2005/8/layout/default"/>
    <dgm:cxn modelId="{3C87143F-2E46-4161-B77F-9E1889F5C038}" type="presOf" srcId="{942DF3A8-F3FF-45B8-8FCD-3A8BA0905F4F}" destId="{33E991A3-585E-4F51-BFD3-C90BD31F8516}" srcOrd="0" destOrd="0" presId="urn:microsoft.com/office/officeart/2005/8/layout/default"/>
    <dgm:cxn modelId="{55D22B5C-864A-4641-920E-6CA401A1C526}" srcId="{942DF3A8-F3FF-45B8-8FCD-3A8BA0905F4F}" destId="{909CA06D-73EF-4E04-AD66-41584B9F0A6E}" srcOrd="11" destOrd="0" parTransId="{910D7289-9083-4BDC-B719-19F597F47486}" sibTransId="{4613A844-515E-45E7-90D4-CEC159EAA892}"/>
    <dgm:cxn modelId="{D6D42960-24EA-4DB5-B56C-0B277304FBE9}" srcId="{942DF3A8-F3FF-45B8-8FCD-3A8BA0905F4F}" destId="{E82948A2-002A-41CC-933B-55C10FEDF93C}" srcOrd="15" destOrd="0" parTransId="{FF16D7B8-35EE-4C02-8DBA-3C53689080A9}" sibTransId="{BD23D2BF-0D9B-49E9-8FEF-4D2506A52C2F}"/>
    <dgm:cxn modelId="{5406B660-AFCE-406F-9606-6570A26B2F5D}" type="presOf" srcId="{4647F584-02A2-475D-BC9A-C59C39FC4C16}" destId="{AEE59994-3C89-4F45-ACEC-AA0E34844501}" srcOrd="0" destOrd="0" presId="urn:microsoft.com/office/officeart/2005/8/layout/default"/>
    <dgm:cxn modelId="{3D0B0162-1815-44E3-A788-C97BE57A798F}" type="presOf" srcId="{909CA06D-73EF-4E04-AD66-41584B9F0A6E}" destId="{AB61E5A9-3790-404B-B484-AAAA185F2B1E}" srcOrd="0" destOrd="0" presId="urn:microsoft.com/office/officeart/2005/8/layout/default"/>
    <dgm:cxn modelId="{EC83E743-9CEC-44C1-A48D-E42E499BAE5C}" type="presOf" srcId="{06F3D44F-CE44-44E5-B712-E577D9EA7BCD}" destId="{F4E0A7F9-DDED-467F-BFE1-9E387D06F639}" srcOrd="0" destOrd="0" presId="urn:microsoft.com/office/officeart/2005/8/layout/default"/>
    <dgm:cxn modelId="{32EFE368-969E-4960-8F99-21DADE3C07F8}" type="presOf" srcId="{D8917D89-58AD-446C-BAB6-7C130D0A680E}" destId="{9C15521A-AABE-4797-B5B4-531AC2A4F1DE}" srcOrd="0" destOrd="0" presId="urn:microsoft.com/office/officeart/2005/8/layout/default"/>
    <dgm:cxn modelId="{F698606A-10AE-4766-ABA9-07E85769F0A5}" srcId="{942DF3A8-F3FF-45B8-8FCD-3A8BA0905F4F}" destId="{DDCEB7FC-BAC0-4FF5-8F6E-6AC335CC6662}" srcOrd="13" destOrd="0" parTransId="{C24E6F5E-4CC4-4D5D-95EC-060F4A39AE25}" sibTransId="{9647C99A-D07C-4737-AE8E-E11CCA06AB6E}"/>
    <dgm:cxn modelId="{5759F56A-6BD0-4767-B9CB-0CBD59BD2453}" srcId="{942DF3A8-F3FF-45B8-8FCD-3A8BA0905F4F}" destId="{7295008B-14D4-427A-870D-11174F5C86C9}" srcOrd="4" destOrd="0" parTransId="{4D199C6A-9B3D-481B-84D2-550EB6E22C53}" sibTransId="{B0CDD29F-F5AE-43A9-84AF-34AE9251051E}"/>
    <dgm:cxn modelId="{3413B76B-E0CB-4407-B31A-DFB3562011BB}" srcId="{942DF3A8-F3FF-45B8-8FCD-3A8BA0905F4F}" destId="{5F4049E0-0228-4DC0-8DD1-1439D61B3C3A}" srcOrd="3" destOrd="0" parTransId="{D760521F-07B7-4801-A734-DBC8AEB11664}" sibTransId="{39089573-7063-4EDF-BDC2-83A9D33E42C4}"/>
    <dgm:cxn modelId="{83352070-F9DF-434B-933E-EA0B830D8341}" srcId="{942DF3A8-F3FF-45B8-8FCD-3A8BA0905F4F}" destId="{CABFC16A-BC68-4601-924D-F0C9C05ED5D1}" srcOrd="7" destOrd="0" parTransId="{5260834E-4C23-41F8-8E38-F23B4C4E9ABB}" sibTransId="{D6CD3D25-4093-439D-A6CA-DF3F5085EFC9}"/>
    <dgm:cxn modelId="{D398DA73-683D-4574-ACCD-752A69974236}" type="presOf" srcId="{2AAFD68E-15E2-4833-B1C0-F1D06E44A8D5}" destId="{A455A753-511D-45F8-A1E6-CFFBDE1D2CE9}" srcOrd="0" destOrd="0" presId="urn:microsoft.com/office/officeart/2005/8/layout/default"/>
    <dgm:cxn modelId="{61834D54-9510-4C93-A816-AD1571F5DD2D}" type="presOf" srcId="{7697519B-371E-408C-8891-4D0454493BF4}" destId="{F162AF29-48FF-4490-A65C-645C01F4FCFF}" srcOrd="0" destOrd="0" presId="urn:microsoft.com/office/officeart/2005/8/layout/default"/>
    <dgm:cxn modelId="{7FCCBD77-F3FF-409F-983A-06615F9440D4}" type="presOf" srcId="{E82948A2-002A-41CC-933B-55C10FEDF93C}" destId="{C830CF0D-C111-4A5A-B708-928F13D49A8E}" srcOrd="0" destOrd="0" presId="urn:microsoft.com/office/officeart/2005/8/layout/default"/>
    <dgm:cxn modelId="{B3D2D279-E12E-43E6-94E8-616E25CC20CB}" type="presOf" srcId="{DDCEB7FC-BAC0-4FF5-8F6E-6AC335CC6662}" destId="{184D46C0-1745-444C-B64F-977343E16B7E}" srcOrd="0" destOrd="0" presId="urn:microsoft.com/office/officeart/2005/8/layout/default"/>
    <dgm:cxn modelId="{EB2B698E-F809-481E-B5C3-A4EAE4A3F4A0}" srcId="{942DF3A8-F3FF-45B8-8FCD-3A8BA0905F4F}" destId="{D04FBEAC-27EF-4CF0-8E23-7DE7296FF595}" srcOrd="6" destOrd="0" parTransId="{7BCC427D-69D4-4EBB-B858-3DF1ECEB1536}" sibTransId="{81D0AF34-5C72-4B04-A70A-BC69F7C3C376}"/>
    <dgm:cxn modelId="{EA39C58F-1481-4A30-8A2A-C3EA8375D525}" type="presOf" srcId="{CABFC16A-BC68-4601-924D-F0C9C05ED5D1}" destId="{27A9FD97-50C6-4A51-8434-9287855B1D02}" srcOrd="0" destOrd="0" presId="urn:microsoft.com/office/officeart/2005/8/layout/default"/>
    <dgm:cxn modelId="{88F2CD8F-D5D4-4BD4-8F9A-6C426E02E4EF}" srcId="{942DF3A8-F3FF-45B8-8FCD-3A8BA0905F4F}" destId="{C109353F-ED8C-4218-8EA8-B4AFC264299F}" srcOrd="2" destOrd="0" parTransId="{E6C691DF-AA07-4E18-917C-9E113FD933B2}" sibTransId="{C2E2E933-B215-4FEC-B430-8C8B8188B3B1}"/>
    <dgm:cxn modelId="{6DEC6592-51F3-4ACA-9E00-5910BEAC001F}" type="presOf" srcId="{3BE82A77-4FBB-46A8-A781-64F1B84A68F4}" destId="{6E2A3F11-FF3C-4675-971A-37C830F97B38}" srcOrd="0" destOrd="0" presId="urn:microsoft.com/office/officeart/2005/8/layout/default"/>
    <dgm:cxn modelId="{CD378598-128E-4E80-B24E-C783CFE7F5D9}" srcId="{942DF3A8-F3FF-45B8-8FCD-3A8BA0905F4F}" destId="{2AAFD68E-15E2-4833-B1C0-F1D06E44A8D5}" srcOrd="8" destOrd="0" parTransId="{4360F2BA-B587-4AAE-9DF8-48AF51F4D41E}" sibTransId="{BBBEDA54-D3E0-4723-AD26-52158DBB68CC}"/>
    <dgm:cxn modelId="{AA03A998-1871-4FD4-ADEE-E5A7F97E2B8A}" srcId="{942DF3A8-F3FF-45B8-8FCD-3A8BA0905F4F}" destId="{575F85CE-23F2-4C20-85D3-743A6338D4C9}" srcOrd="0" destOrd="0" parTransId="{D0A8907F-B1E1-48C6-BA1A-6B6DBFBDEC97}" sibTransId="{0153B884-36BF-4F30-B933-13C8DBD188CC}"/>
    <dgm:cxn modelId="{A5981AA1-6343-40FE-909D-DBB3E94C8242}" type="presOf" srcId="{2E6011EF-0BC5-4BD0-9B02-C5A5AF1518FC}" destId="{63B73125-9F8E-4E94-B8B7-1478994FF634}" srcOrd="0" destOrd="0" presId="urn:microsoft.com/office/officeart/2005/8/layout/default"/>
    <dgm:cxn modelId="{A52A1AA5-3CC6-4008-B6FF-8F30048E0F95}" srcId="{942DF3A8-F3FF-45B8-8FCD-3A8BA0905F4F}" destId="{4647F584-02A2-475D-BC9A-C59C39FC4C16}" srcOrd="9" destOrd="0" parTransId="{ED13FD2C-DBC9-416E-8894-BD08DA806BB8}" sibTransId="{C5ACBA7C-5008-4C1A-9232-857F44EF7809}"/>
    <dgm:cxn modelId="{ABC9A8A9-5048-4649-803A-823B0D4728FD}" srcId="{942DF3A8-F3FF-45B8-8FCD-3A8BA0905F4F}" destId="{22D37DBD-991E-48A9-93F3-BF9CE7CADE35}" srcOrd="1" destOrd="0" parTransId="{C02EFF2D-39AE-4034-BF72-8F6554FEA18B}" sibTransId="{68A7D175-793A-4025-9677-914C63CAB65C}"/>
    <dgm:cxn modelId="{A302C7D1-6DB9-4A91-9AEE-4BB8B9BE1649}" type="presOf" srcId="{7295008B-14D4-427A-870D-11174F5C86C9}" destId="{FAD74CFD-3A96-4D88-8A23-E17E3B179CD6}" srcOrd="0" destOrd="0" presId="urn:microsoft.com/office/officeart/2005/8/layout/default"/>
    <dgm:cxn modelId="{82FD07D3-DA2C-404D-BD62-D093CA67E839}" type="presOf" srcId="{4F9D830C-F454-45BA-A234-1B86B2D0A044}" destId="{D9A55F4A-C4FD-4B3F-A602-2C9DC224144A}" srcOrd="0" destOrd="0" presId="urn:microsoft.com/office/officeart/2005/8/layout/default"/>
    <dgm:cxn modelId="{82E776D3-90D4-4962-9E50-3070FFA7FA06}" type="presOf" srcId="{B33B973F-177C-469B-8CA3-1515B94216F0}" destId="{14E46E62-2999-402C-9C31-E0A8927F15B1}" srcOrd="0" destOrd="0" presId="urn:microsoft.com/office/officeart/2005/8/layout/default"/>
    <dgm:cxn modelId="{B589CDD3-B468-4A5A-BB23-F5FFC9572938}" srcId="{942DF3A8-F3FF-45B8-8FCD-3A8BA0905F4F}" destId="{06F3D44F-CE44-44E5-B712-E577D9EA7BCD}" srcOrd="16" destOrd="0" parTransId="{A93F8223-05B3-4195-88F5-A31A7719A079}" sibTransId="{6BD85F6F-17C5-45F9-B11F-1EF9850D7438}"/>
    <dgm:cxn modelId="{0FBF36DA-00DD-4B31-B3FA-E77C4640562B}" type="presOf" srcId="{575F85CE-23F2-4C20-85D3-743A6338D4C9}" destId="{90DD9AC7-E11C-45D4-92C7-FD4DCF6CAED7}" srcOrd="0" destOrd="0" presId="urn:microsoft.com/office/officeart/2005/8/layout/default"/>
    <dgm:cxn modelId="{DAF1A2E1-4CEC-4B0D-BEF4-CD9971128D9D}" srcId="{942DF3A8-F3FF-45B8-8FCD-3A8BA0905F4F}" destId="{7697519B-371E-408C-8891-4D0454493BF4}" srcOrd="17" destOrd="0" parTransId="{CA2B811B-9EAD-44BC-95DB-A1AE1E44DF27}" sibTransId="{37BBDF1A-0F58-4A29-BAF3-1609FC8586C7}"/>
    <dgm:cxn modelId="{7B5E61EE-A7CD-4FEC-A519-2069134A307F}" srcId="{942DF3A8-F3FF-45B8-8FCD-3A8BA0905F4F}" destId="{3BE82A77-4FBB-46A8-A781-64F1B84A68F4}" srcOrd="5" destOrd="0" parTransId="{274AF56B-378C-45EF-B5B7-EEE25B78DF53}" sibTransId="{4FBA561F-198D-4FD4-8554-B542AA4845C8}"/>
    <dgm:cxn modelId="{7CB430F3-3BA1-4CA3-932D-4D37279AB898}" type="presOf" srcId="{C109353F-ED8C-4218-8EA8-B4AFC264299F}" destId="{D8438F18-E247-4D0A-B77F-504E04C7FEDE}" srcOrd="0" destOrd="0" presId="urn:microsoft.com/office/officeart/2005/8/layout/default"/>
    <dgm:cxn modelId="{A483FAFB-6770-4D5D-9948-2491DD2C43AE}" srcId="{942DF3A8-F3FF-45B8-8FCD-3A8BA0905F4F}" destId="{2E6011EF-0BC5-4BD0-9B02-C5A5AF1518FC}" srcOrd="12" destOrd="0" parTransId="{50177EEE-A544-450F-B69E-753CE36A49B4}" sibTransId="{BFD21572-6C7A-46CE-98EA-5EFD602399A4}"/>
    <dgm:cxn modelId="{B5E74FFF-F2B8-43B7-8D7B-0D8DB5E491F0}" srcId="{942DF3A8-F3FF-45B8-8FCD-3A8BA0905F4F}" destId="{D8917D89-58AD-446C-BAB6-7C130D0A680E}" srcOrd="14" destOrd="0" parTransId="{D94B4F01-DAE0-47EE-80C2-EFA4D22941F2}" sibTransId="{741FD825-AF09-4A51-964E-35ED17C3F70C}"/>
    <dgm:cxn modelId="{F4AD1971-FE23-4E5B-A12C-FAE4253E00BC}" type="presParOf" srcId="{33E991A3-585E-4F51-BFD3-C90BD31F8516}" destId="{90DD9AC7-E11C-45D4-92C7-FD4DCF6CAED7}" srcOrd="0" destOrd="0" presId="urn:microsoft.com/office/officeart/2005/8/layout/default"/>
    <dgm:cxn modelId="{CEE901AD-7156-48FF-BBA5-176045701E79}" type="presParOf" srcId="{33E991A3-585E-4F51-BFD3-C90BD31F8516}" destId="{F2EEEA8B-FB1C-4D7E-95DB-05F1A03782E2}" srcOrd="1" destOrd="0" presId="urn:microsoft.com/office/officeart/2005/8/layout/default"/>
    <dgm:cxn modelId="{C7131A8C-1048-40B6-8B8D-46F45CCD196D}" type="presParOf" srcId="{33E991A3-585E-4F51-BFD3-C90BD31F8516}" destId="{B78BF456-6C70-454F-B419-7ACE457277DF}" srcOrd="2" destOrd="0" presId="urn:microsoft.com/office/officeart/2005/8/layout/default"/>
    <dgm:cxn modelId="{2BD79BA6-5659-4207-8B8D-FCBDD61976C3}" type="presParOf" srcId="{33E991A3-585E-4F51-BFD3-C90BD31F8516}" destId="{0A5512D9-649D-4018-A786-C057C115B419}" srcOrd="3" destOrd="0" presId="urn:microsoft.com/office/officeart/2005/8/layout/default"/>
    <dgm:cxn modelId="{778EF125-EE70-4384-A904-DF130AD548BE}" type="presParOf" srcId="{33E991A3-585E-4F51-BFD3-C90BD31F8516}" destId="{D8438F18-E247-4D0A-B77F-504E04C7FEDE}" srcOrd="4" destOrd="0" presId="urn:microsoft.com/office/officeart/2005/8/layout/default"/>
    <dgm:cxn modelId="{261A6C5A-3CD6-4FD0-82C4-A727DB43502E}" type="presParOf" srcId="{33E991A3-585E-4F51-BFD3-C90BD31F8516}" destId="{204AA81C-36E5-4A1E-A9C7-19EB96356C9A}" srcOrd="5" destOrd="0" presId="urn:microsoft.com/office/officeart/2005/8/layout/default"/>
    <dgm:cxn modelId="{73CB932B-54E7-48B4-8CFD-DFD49B8F290C}" type="presParOf" srcId="{33E991A3-585E-4F51-BFD3-C90BD31F8516}" destId="{C76D7E8D-B225-4723-8918-1EE11FB20BBC}" srcOrd="6" destOrd="0" presId="urn:microsoft.com/office/officeart/2005/8/layout/default"/>
    <dgm:cxn modelId="{4BCF663B-550E-4ACF-9DB0-E57FB9C3E125}" type="presParOf" srcId="{33E991A3-585E-4F51-BFD3-C90BD31F8516}" destId="{3BE58828-6325-4CDF-942C-9F2BA9E96DDA}" srcOrd="7" destOrd="0" presId="urn:microsoft.com/office/officeart/2005/8/layout/default"/>
    <dgm:cxn modelId="{63F3C1AB-C59E-47E1-82BA-4456971A4F12}" type="presParOf" srcId="{33E991A3-585E-4F51-BFD3-C90BD31F8516}" destId="{FAD74CFD-3A96-4D88-8A23-E17E3B179CD6}" srcOrd="8" destOrd="0" presId="urn:microsoft.com/office/officeart/2005/8/layout/default"/>
    <dgm:cxn modelId="{9B1A5644-7720-4066-B167-C9A9215D8A8E}" type="presParOf" srcId="{33E991A3-585E-4F51-BFD3-C90BD31F8516}" destId="{2438BB3A-0D00-4CDF-B80E-EF56D6E389BE}" srcOrd="9" destOrd="0" presId="urn:microsoft.com/office/officeart/2005/8/layout/default"/>
    <dgm:cxn modelId="{D7A2C285-38D4-4B2C-8673-1831A59BAD72}" type="presParOf" srcId="{33E991A3-585E-4F51-BFD3-C90BD31F8516}" destId="{6E2A3F11-FF3C-4675-971A-37C830F97B38}" srcOrd="10" destOrd="0" presId="urn:microsoft.com/office/officeart/2005/8/layout/default"/>
    <dgm:cxn modelId="{A85818AF-B311-4A27-B343-40333370975E}" type="presParOf" srcId="{33E991A3-585E-4F51-BFD3-C90BD31F8516}" destId="{D3B32BD0-E3A6-43A9-9B02-AEBE41E53ECF}" srcOrd="11" destOrd="0" presId="urn:microsoft.com/office/officeart/2005/8/layout/default"/>
    <dgm:cxn modelId="{5FC865AF-16B5-4B31-8DDE-65F7D9E3F573}" type="presParOf" srcId="{33E991A3-585E-4F51-BFD3-C90BD31F8516}" destId="{2FD684F1-ADA4-4E69-8156-DB0B23A4B9AE}" srcOrd="12" destOrd="0" presId="urn:microsoft.com/office/officeart/2005/8/layout/default"/>
    <dgm:cxn modelId="{795672BA-572D-4AE7-93DD-04EC6320DB82}" type="presParOf" srcId="{33E991A3-585E-4F51-BFD3-C90BD31F8516}" destId="{0793F21D-2BA4-46EE-832A-BA428A0EE307}" srcOrd="13" destOrd="0" presId="urn:microsoft.com/office/officeart/2005/8/layout/default"/>
    <dgm:cxn modelId="{B29948E4-5147-45B2-86DE-EC06C947BD91}" type="presParOf" srcId="{33E991A3-585E-4F51-BFD3-C90BD31F8516}" destId="{27A9FD97-50C6-4A51-8434-9287855B1D02}" srcOrd="14" destOrd="0" presId="urn:microsoft.com/office/officeart/2005/8/layout/default"/>
    <dgm:cxn modelId="{1B14D831-A291-4DF7-9980-12588983591D}" type="presParOf" srcId="{33E991A3-585E-4F51-BFD3-C90BD31F8516}" destId="{68F1BE47-B6F0-46DD-8319-DA90B65940CE}" srcOrd="15" destOrd="0" presId="urn:microsoft.com/office/officeart/2005/8/layout/default"/>
    <dgm:cxn modelId="{9771FCA2-1952-4342-B864-9C490BA8EAD8}" type="presParOf" srcId="{33E991A3-585E-4F51-BFD3-C90BD31F8516}" destId="{A455A753-511D-45F8-A1E6-CFFBDE1D2CE9}" srcOrd="16" destOrd="0" presId="urn:microsoft.com/office/officeart/2005/8/layout/default"/>
    <dgm:cxn modelId="{5E647172-F20A-4EBC-B6EF-BF5ED512EE1D}" type="presParOf" srcId="{33E991A3-585E-4F51-BFD3-C90BD31F8516}" destId="{9C7067F8-0E36-4DD4-9D27-25867E5C4212}" srcOrd="17" destOrd="0" presId="urn:microsoft.com/office/officeart/2005/8/layout/default"/>
    <dgm:cxn modelId="{FC735908-6AD0-4313-8DC3-ED3B3C729C8C}" type="presParOf" srcId="{33E991A3-585E-4F51-BFD3-C90BD31F8516}" destId="{AEE59994-3C89-4F45-ACEC-AA0E34844501}" srcOrd="18" destOrd="0" presId="urn:microsoft.com/office/officeart/2005/8/layout/default"/>
    <dgm:cxn modelId="{09C7F6B3-A2BF-4FE6-8F45-888A14F966A6}" type="presParOf" srcId="{33E991A3-585E-4F51-BFD3-C90BD31F8516}" destId="{442BBEC2-C431-4752-B697-6E34146BAB63}" srcOrd="19" destOrd="0" presId="urn:microsoft.com/office/officeart/2005/8/layout/default"/>
    <dgm:cxn modelId="{EB52E176-D162-48EA-89E7-1BFB15C62FBF}" type="presParOf" srcId="{33E991A3-585E-4F51-BFD3-C90BD31F8516}" destId="{D9A55F4A-C4FD-4B3F-A602-2C9DC224144A}" srcOrd="20" destOrd="0" presId="urn:microsoft.com/office/officeart/2005/8/layout/default"/>
    <dgm:cxn modelId="{FE67BF23-D3D5-409C-82E7-E8C4FB476A05}" type="presParOf" srcId="{33E991A3-585E-4F51-BFD3-C90BD31F8516}" destId="{033F0126-1FB2-4EC5-B55D-F5A0D972BC4A}" srcOrd="21" destOrd="0" presId="urn:microsoft.com/office/officeart/2005/8/layout/default"/>
    <dgm:cxn modelId="{6144A8EB-8607-4C93-B26B-FD7FE8092088}" type="presParOf" srcId="{33E991A3-585E-4F51-BFD3-C90BD31F8516}" destId="{AB61E5A9-3790-404B-B484-AAAA185F2B1E}" srcOrd="22" destOrd="0" presId="urn:microsoft.com/office/officeart/2005/8/layout/default"/>
    <dgm:cxn modelId="{CFBC171E-7D0C-4C57-AE75-92500CF5C7B4}" type="presParOf" srcId="{33E991A3-585E-4F51-BFD3-C90BD31F8516}" destId="{FA89650A-EACF-48FC-B9A5-E6F03E38447B}" srcOrd="23" destOrd="0" presId="urn:microsoft.com/office/officeart/2005/8/layout/default"/>
    <dgm:cxn modelId="{07342CC7-664E-488E-B738-55C2807639D8}" type="presParOf" srcId="{33E991A3-585E-4F51-BFD3-C90BD31F8516}" destId="{63B73125-9F8E-4E94-B8B7-1478994FF634}" srcOrd="24" destOrd="0" presId="urn:microsoft.com/office/officeart/2005/8/layout/default"/>
    <dgm:cxn modelId="{43246379-3D9D-407B-B7FA-F94337F3DF64}" type="presParOf" srcId="{33E991A3-585E-4F51-BFD3-C90BD31F8516}" destId="{F53ADAD5-F6F1-4BCA-9252-C02A4AF8823D}" srcOrd="25" destOrd="0" presId="urn:microsoft.com/office/officeart/2005/8/layout/default"/>
    <dgm:cxn modelId="{C9FA7015-A756-43C2-AF9C-92C94DAC4911}" type="presParOf" srcId="{33E991A3-585E-4F51-BFD3-C90BD31F8516}" destId="{184D46C0-1745-444C-B64F-977343E16B7E}" srcOrd="26" destOrd="0" presId="urn:microsoft.com/office/officeart/2005/8/layout/default"/>
    <dgm:cxn modelId="{0BD2A875-9AD8-43FE-BAFB-F0EE09ECAF2A}" type="presParOf" srcId="{33E991A3-585E-4F51-BFD3-C90BD31F8516}" destId="{342F18EB-71A4-4A3B-A5D1-43E12A663E90}" srcOrd="27" destOrd="0" presId="urn:microsoft.com/office/officeart/2005/8/layout/default"/>
    <dgm:cxn modelId="{3B82AC11-A8EF-4304-98DC-D5C2DE97D7E5}" type="presParOf" srcId="{33E991A3-585E-4F51-BFD3-C90BD31F8516}" destId="{9C15521A-AABE-4797-B5B4-531AC2A4F1DE}" srcOrd="28" destOrd="0" presId="urn:microsoft.com/office/officeart/2005/8/layout/default"/>
    <dgm:cxn modelId="{51730FFE-9161-4D6C-B619-81416D141CE2}" type="presParOf" srcId="{33E991A3-585E-4F51-BFD3-C90BD31F8516}" destId="{432A5425-49F3-4021-9127-EF752689BDA3}" srcOrd="29" destOrd="0" presId="urn:microsoft.com/office/officeart/2005/8/layout/default"/>
    <dgm:cxn modelId="{06F7D3CF-0121-4BB5-9890-A59B2B88D19A}" type="presParOf" srcId="{33E991A3-585E-4F51-BFD3-C90BD31F8516}" destId="{C830CF0D-C111-4A5A-B708-928F13D49A8E}" srcOrd="30" destOrd="0" presId="urn:microsoft.com/office/officeart/2005/8/layout/default"/>
    <dgm:cxn modelId="{C74138F4-1AB1-4249-A72A-3836AD63CA3A}" type="presParOf" srcId="{33E991A3-585E-4F51-BFD3-C90BD31F8516}" destId="{17FFDA0A-4ECA-416A-AFD3-1067189A7063}" srcOrd="31" destOrd="0" presId="urn:microsoft.com/office/officeart/2005/8/layout/default"/>
    <dgm:cxn modelId="{D35E6B51-7009-4373-BBB7-45139815C551}" type="presParOf" srcId="{33E991A3-585E-4F51-BFD3-C90BD31F8516}" destId="{F4E0A7F9-DDED-467F-BFE1-9E387D06F639}" srcOrd="32" destOrd="0" presId="urn:microsoft.com/office/officeart/2005/8/layout/default"/>
    <dgm:cxn modelId="{C375F08D-98D1-42AB-A1C4-5CCA76AFFE12}" type="presParOf" srcId="{33E991A3-585E-4F51-BFD3-C90BD31F8516}" destId="{5F9DCA29-FDB8-4321-8AAB-236277E6BDC4}" srcOrd="33" destOrd="0" presId="urn:microsoft.com/office/officeart/2005/8/layout/default"/>
    <dgm:cxn modelId="{3EAF6FF4-447F-4F56-A2F3-5F0E820F2711}" type="presParOf" srcId="{33E991A3-585E-4F51-BFD3-C90BD31F8516}" destId="{F162AF29-48FF-4490-A65C-645C01F4FCFF}" srcOrd="34" destOrd="0" presId="urn:microsoft.com/office/officeart/2005/8/layout/default"/>
    <dgm:cxn modelId="{4008C60C-3CAE-430E-AFCB-A7568515543E}" type="presParOf" srcId="{33E991A3-585E-4F51-BFD3-C90BD31F8516}" destId="{9BAC8DD9-E4DF-4406-82C6-6F86DD645D86}" srcOrd="35" destOrd="0" presId="urn:microsoft.com/office/officeart/2005/8/layout/default"/>
    <dgm:cxn modelId="{E1BC48E7-C5CC-41D7-92DF-9DB27C4CF2E4}" type="presParOf" srcId="{33E991A3-585E-4F51-BFD3-C90BD31F8516}" destId="{14E46E62-2999-402C-9C31-E0A8927F15B1}" srcOrd="3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3267603-2164-4A46-8F38-DD3CDBCD55EE}" type="doc">
      <dgm:prSet loTypeId="urn:microsoft.com/office/officeart/2005/8/layout/vList2" loCatId="list" qsTypeId="urn:microsoft.com/office/officeart/2005/8/quickstyle/simple1#64" qsCatId="simple" csTypeId="urn:microsoft.com/office/officeart/2005/8/colors/accent1_2#49" csCatId="accent1"/>
      <dgm:spPr/>
      <dgm:t>
        <a:bodyPr/>
        <a:lstStyle/>
        <a:p>
          <a:endParaRPr lang="en-US"/>
        </a:p>
      </dgm:t>
    </dgm:pt>
    <dgm:pt modelId="{002D6F2C-E388-4EBB-8750-35A174F72655}">
      <dgm:prSet/>
      <dgm:spPr/>
      <dgm:t>
        <a:bodyPr/>
        <a:lstStyle/>
        <a:p>
          <a:r>
            <a:rPr lang="en-US"/>
            <a:t>A RAG system should use current information. Old embeddings may continue returning outdated answers if the source documents change.</a:t>
          </a:r>
        </a:p>
      </dgm:t>
    </dgm:pt>
    <dgm:pt modelId="{BBB1B502-476C-4B63-8F5E-86AC2969C31D}" type="parTrans" cxnId="{BAFF8A73-D33F-4083-9F3B-BE4748FD4C40}">
      <dgm:prSet/>
      <dgm:spPr/>
      <dgm:t>
        <a:bodyPr/>
        <a:lstStyle/>
        <a:p>
          <a:endParaRPr lang="en-US"/>
        </a:p>
      </dgm:t>
    </dgm:pt>
    <dgm:pt modelId="{8016E3AC-E8B8-4A9D-86BE-E3A1E6ED8B66}" type="sibTrans" cxnId="{BAFF8A73-D33F-4083-9F3B-BE4748FD4C40}">
      <dgm:prSet/>
      <dgm:spPr/>
      <dgm:t>
        <a:bodyPr/>
        <a:lstStyle/>
        <a:p>
          <a:endParaRPr lang="en-US"/>
        </a:p>
      </dgm:t>
    </dgm:pt>
    <dgm:pt modelId="{A3C3B0E5-4F20-448C-9256-2A42B4389155}">
      <dgm:prSet/>
      <dgm:spPr/>
      <dgm:t>
        <a:bodyPr/>
        <a:lstStyle/>
        <a:p>
          <a:r>
            <a:rPr lang="en-US"/>
            <a:t>New or updated content in Amazon S3 can trigger a process that creates new embeddings and updates the Knowledge Base.</a:t>
          </a:r>
        </a:p>
      </dgm:t>
    </dgm:pt>
    <dgm:pt modelId="{75A30807-23C8-4480-80A6-4151FE2A03CA}" type="parTrans" cxnId="{2A6E1FDB-1727-4A22-81BC-CF381F43E707}">
      <dgm:prSet/>
      <dgm:spPr/>
      <dgm:t>
        <a:bodyPr/>
        <a:lstStyle/>
        <a:p>
          <a:endParaRPr lang="en-US"/>
        </a:p>
      </dgm:t>
    </dgm:pt>
    <dgm:pt modelId="{F98E3932-751F-4BFF-93D4-D2E5C035D443}" type="sibTrans" cxnId="{2A6E1FDB-1727-4A22-81BC-CF381F43E707}">
      <dgm:prSet/>
      <dgm:spPr/>
      <dgm:t>
        <a:bodyPr/>
        <a:lstStyle/>
        <a:p>
          <a:endParaRPr lang="en-US"/>
        </a:p>
      </dgm:t>
    </dgm:pt>
    <dgm:pt modelId="{F30FCC12-BAF1-4D10-BC02-5F8F55F2E161}">
      <dgm:prSet/>
      <dgm:spPr/>
      <dgm:t>
        <a:bodyPr/>
        <a:lstStyle/>
        <a:p>
          <a:r>
            <a:rPr lang="en-US"/>
            <a:t>A possible AWS flow is:</a:t>
          </a:r>
        </a:p>
      </dgm:t>
    </dgm:pt>
    <dgm:pt modelId="{F6F9AA92-883A-4EEA-97FF-6709A65B1493}" type="parTrans" cxnId="{27C4DE2E-9663-41FF-A8B0-2386AA3781A9}">
      <dgm:prSet/>
      <dgm:spPr/>
      <dgm:t>
        <a:bodyPr/>
        <a:lstStyle/>
        <a:p>
          <a:endParaRPr lang="en-US"/>
        </a:p>
      </dgm:t>
    </dgm:pt>
    <dgm:pt modelId="{768719EF-8927-453C-ACF9-11E9B7FAAA0D}" type="sibTrans" cxnId="{27C4DE2E-9663-41FF-A8B0-2386AA3781A9}">
      <dgm:prSet/>
      <dgm:spPr/>
      <dgm:t>
        <a:bodyPr/>
        <a:lstStyle/>
        <a:p>
          <a:endParaRPr lang="en-US"/>
        </a:p>
      </dgm:t>
    </dgm:pt>
    <dgm:pt modelId="{100B4296-98AF-44BC-B23D-3E332EC5849C}">
      <dgm:prSet/>
      <dgm:spPr/>
      <dgm:t>
        <a:bodyPr/>
        <a:lstStyle/>
        <a:p>
          <a:r>
            <a:rPr lang="en-US"/>
            <a:t>Amazon S3 → AWS Lambda → Bedrock Ingestion Job → Updated Knowledge Base</a:t>
          </a:r>
        </a:p>
      </dgm:t>
    </dgm:pt>
    <dgm:pt modelId="{3065504E-8280-4042-A7E1-D85B5141A1E6}" type="parTrans" cxnId="{94E81B70-F23B-48A0-9F1D-E498B8D85DF6}">
      <dgm:prSet/>
      <dgm:spPr/>
      <dgm:t>
        <a:bodyPr/>
        <a:lstStyle/>
        <a:p>
          <a:endParaRPr lang="en-US"/>
        </a:p>
      </dgm:t>
    </dgm:pt>
    <dgm:pt modelId="{2F245A74-E3EC-4E76-A224-49E61CC97077}" type="sibTrans" cxnId="{94E81B70-F23B-48A0-9F1D-E498B8D85DF6}">
      <dgm:prSet/>
      <dgm:spPr/>
      <dgm:t>
        <a:bodyPr/>
        <a:lstStyle/>
        <a:p>
          <a:endParaRPr lang="en-US"/>
        </a:p>
      </dgm:t>
    </dgm:pt>
    <dgm:pt modelId="{CB04E864-5C80-489B-84BC-8036F1FB97D4}">
      <dgm:prSet/>
      <dgm:spPr/>
      <dgm:t>
        <a:bodyPr/>
        <a:lstStyle/>
        <a:p>
          <a:r>
            <a:rPr lang="en-US"/>
            <a:t>For larger datasets, embeddings can be created in batches for better efficiency.</a:t>
          </a:r>
        </a:p>
      </dgm:t>
    </dgm:pt>
    <dgm:pt modelId="{30D041B4-78F1-4D85-8EA3-7B22897D5F51}" type="parTrans" cxnId="{2E86ED12-752C-4D76-A893-8AB68A0B9F13}">
      <dgm:prSet/>
      <dgm:spPr/>
      <dgm:t>
        <a:bodyPr/>
        <a:lstStyle/>
        <a:p>
          <a:endParaRPr lang="en-US"/>
        </a:p>
      </dgm:t>
    </dgm:pt>
    <dgm:pt modelId="{EA034AE2-2904-4F74-9762-3B0044E8CDA1}" type="sibTrans" cxnId="{2E86ED12-752C-4D76-A893-8AB68A0B9F13}">
      <dgm:prSet/>
      <dgm:spPr/>
      <dgm:t>
        <a:bodyPr/>
        <a:lstStyle/>
        <a:p>
          <a:endParaRPr lang="en-US"/>
        </a:p>
      </dgm:t>
    </dgm:pt>
    <dgm:pt modelId="{73B2DC83-AA6C-47C5-BDA8-F285BD918332}">
      <dgm:prSet/>
      <dgm:spPr/>
      <dgm:t>
        <a:bodyPr/>
        <a:lstStyle/>
        <a:p>
          <a:r>
            <a:rPr lang="en-US"/>
            <a:t>Another option is to synchronize the Knowledge Base on a schedule instead of updating after every individual change.</a:t>
          </a:r>
        </a:p>
      </dgm:t>
    </dgm:pt>
    <dgm:pt modelId="{A9CFEEFE-5E77-4295-8FEC-C3ED9F2C96B6}" type="parTrans" cxnId="{06A1A092-3072-4019-92EA-4D1B5BC4B4DC}">
      <dgm:prSet/>
      <dgm:spPr/>
      <dgm:t>
        <a:bodyPr/>
        <a:lstStyle/>
        <a:p>
          <a:endParaRPr lang="en-US"/>
        </a:p>
      </dgm:t>
    </dgm:pt>
    <dgm:pt modelId="{D3A4624D-F43B-443F-BCC1-1846A2BB919A}" type="sibTrans" cxnId="{06A1A092-3072-4019-92EA-4D1B5BC4B4DC}">
      <dgm:prSet/>
      <dgm:spPr/>
      <dgm:t>
        <a:bodyPr/>
        <a:lstStyle/>
        <a:p>
          <a:endParaRPr lang="en-US"/>
        </a:p>
      </dgm:t>
    </dgm:pt>
    <dgm:pt modelId="{B016051D-C5DC-492C-96D8-4D216884F6E2}">
      <dgm:prSet/>
      <dgm:spPr/>
      <dgm:t>
        <a:bodyPr/>
        <a:lstStyle/>
        <a:p>
          <a:r>
            <a:rPr lang="en-US"/>
            <a:t>Example:</a:t>
          </a:r>
        </a:p>
      </dgm:t>
    </dgm:pt>
    <dgm:pt modelId="{A24DCB55-48C2-463A-AFB3-02A9A4CF90E2}" type="parTrans" cxnId="{2DF81F61-7079-409B-A791-FFD994381FEF}">
      <dgm:prSet/>
      <dgm:spPr/>
      <dgm:t>
        <a:bodyPr/>
        <a:lstStyle/>
        <a:p>
          <a:endParaRPr lang="en-US"/>
        </a:p>
      </dgm:t>
    </dgm:pt>
    <dgm:pt modelId="{289C5E96-066B-4939-8A69-C639AB9D7E26}" type="sibTrans" cxnId="{2DF81F61-7079-409B-A791-FFD994381FEF}">
      <dgm:prSet/>
      <dgm:spPr/>
      <dgm:t>
        <a:bodyPr/>
        <a:lstStyle/>
        <a:p>
          <a:endParaRPr lang="en-US"/>
        </a:p>
      </dgm:t>
    </dgm:pt>
    <dgm:pt modelId="{69D06D73-1811-4E3D-93FE-8CB89D589FC5}">
      <dgm:prSet/>
      <dgm:spPr/>
      <dgm:t>
        <a:bodyPr/>
        <a:lstStyle/>
        <a:p>
          <a:r>
            <a:rPr lang="en-US"/>
            <a:t>A product catalog that changes throughout the day could be synchronized every night.</a:t>
          </a:r>
        </a:p>
      </dgm:t>
    </dgm:pt>
    <dgm:pt modelId="{4A8D44B1-FE5B-4E52-A2C4-9F79F56623EE}" type="parTrans" cxnId="{19D07F11-647B-446C-95AE-68F3944F8CF8}">
      <dgm:prSet/>
      <dgm:spPr/>
      <dgm:t>
        <a:bodyPr/>
        <a:lstStyle/>
        <a:p>
          <a:endParaRPr lang="en-US"/>
        </a:p>
      </dgm:t>
    </dgm:pt>
    <dgm:pt modelId="{78E7E75A-F665-4DE5-ABD8-73D9BAC76EE3}" type="sibTrans" cxnId="{19D07F11-647B-446C-95AE-68F3944F8CF8}">
      <dgm:prSet/>
      <dgm:spPr/>
      <dgm:t>
        <a:bodyPr/>
        <a:lstStyle/>
        <a:p>
          <a:endParaRPr lang="en-US"/>
        </a:p>
      </dgm:t>
    </dgm:pt>
    <dgm:pt modelId="{76818132-AACF-462E-A168-FCA6A4475E94}">
      <dgm:prSet/>
      <dgm:spPr/>
      <dgm:t>
        <a:bodyPr/>
        <a:lstStyle/>
        <a:p>
          <a:r>
            <a:rPr lang="en-US"/>
            <a:t>The correct approach depends on how quickly new information needs to become searchable.</a:t>
          </a:r>
        </a:p>
      </dgm:t>
    </dgm:pt>
    <dgm:pt modelId="{B7969272-0B04-4CB6-95F7-ED195E8414C4}" type="parTrans" cxnId="{D0037AB1-2BE3-45CB-ADB5-1AC18CEE0188}">
      <dgm:prSet/>
      <dgm:spPr/>
      <dgm:t>
        <a:bodyPr/>
        <a:lstStyle/>
        <a:p>
          <a:endParaRPr lang="en-US"/>
        </a:p>
      </dgm:t>
    </dgm:pt>
    <dgm:pt modelId="{6460D0F4-769C-4F93-B38C-1F204DA034D3}" type="sibTrans" cxnId="{D0037AB1-2BE3-45CB-ADB5-1AC18CEE0188}">
      <dgm:prSet/>
      <dgm:spPr/>
      <dgm:t>
        <a:bodyPr/>
        <a:lstStyle/>
        <a:p>
          <a:endParaRPr lang="en-US"/>
        </a:p>
      </dgm:t>
    </dgm:pt>
    <dgm:pt modelId="{DCD92ED5-D79C-4923-9F3B-FD907F2B2B63}" type="pres">
      <dgm:prSet presAssocID="{F3267603-2164-4A46-8F38-DD3CDBCD55EE}" presName="linear" presStyleCnt="0">
        <dgm:presLayoutVars>
          <dgm:animLvl val="lvl"/>
          <dgm:resizeHandles val="exact"/>
        </dgm:presLayoutVars>
      </dgm:prSet>
      <dgm:spPr/>
    </dgm:pt>
    <dgm:pt modelId="{1CC36C76-FDCC-4677-AFC7-878622A798EE}" type="pres">
      <dgm:prSet presAssocID="{002D6F2C-E388-4EBB-8750-35A174F72655}" presName="parentText" presStyleLbl="node1" presStyleIdx="0" presStyleCnt="9">
        <dgm:presLayoutVars>
          <dgm:chMax val="0"/>
          <dgm:bulletEnabled val="1"/>
        </dgm:presLayoutVars>
      </dgm:prSet>
      <dgm:spPr/>
    </dgm:pt>
    <dgm:pt modelId="{7523032E-DF1E-4C01-8989-A3B4CD8B9BF7}" type="pres">
      <dgm:prSet presAssocID="{8016E3AC-E8B8-4A9D-86BE-E3A1E6ED8B66}" presName="spacer" presStyleCnt="0"/>
      <dgm:spPr/>
    </dgm:pt>
    <dgm:pt modelId="{5E4984AF-6181-43E7-AC16-EF43F5F412EA}" type="pres">
      <dgm:prSet presAssocID="{A3C3B0E5-4F20-448C-9256-2A42B4389155}" presName="parentText" presStyleLbl="node1" presStyleIdx="1" presStyleCnt="9">
        <dgm:presLayoutVars>
          <dgm:chMax val="0"/>
          <dgm:bulletEnabled val="1"/>
        </dgm:presLayoutVars>
      </dgm:prSet>
      <dgm:spPr/>
    </dgm:pt>
    <dgm:pt modelId="{DBCA91FB-9A45-4C92-8317-1D753CF544CA}" type="pres">
      <dgm:prSet presAssocID="{F98E3932-751F-4BFF-93D4-D2E5C035D443}" presName="spacer" presStyleCnt="0"/>
      <dgm:spPr/>
    </dgm:pt>
    <dgm:pt modelId="{92BAE648-D92D-4717-9485-6CBBCD2318BA}" type="pres">
      <dgm:prSet presAssocID="{F30FCC12-BAF1-4D10-BC02-5F8F55F2E161}" presName="parentText" presStyleLbl="node1" presStyleIdx="2" presStyleCnt="9">
        <dgm:presLayoutVars>
          <dgm:chMax val="0"/>
          <dgm:bulletEnabled val="1"/>
        </dgm:presLayoutVars>
      </dgm:prSet>
      <dgm:spPr/>
    </dgm:pt>
    <dgm:pt modelId="{AC26F13A-565D-4900-AE50-EC8D19CA10E0}" type="pres">
      <dgm:prSet presAssocID="{768719EF-8927-453C-ACF9-11E9B7FAAA0D}" presName="spacer" presStyleCnt="0"/>
      <dgm:spPr/>
    </dgm:pt>
    <dgm:pt modelId="{0CD403CD-4700-41AD-888A-95044227BE87}" type="pres">
      <dgm:prSet presAssocID="{100B4296-98AF-44BC-B23D-3E332EC5849C}" presName="parentText" presStyleLbl="node1" presStyleIdx="3" presStyleCnt="9">
        <dgm:presLayoutVars>
          <dgm:chMax val="0"/>
          <dgm:bulletEnabled val="1"/>
        </dgm:presLayoutVars>
      </dgm:prSet>
      <dgm:spPr/>
    </dgm:pt>
    <dgm:pt modelId="{3EFE5574-6351-4140-AD24-84778E2E9083}" type="pres">
      <dgm:prSet presAssocID="{2F245A74-E3EC-4E76-A224-49E61CC97077}" presName="spacer" presStyleCnt="0"/>
      <dgm:spPr/>
    </dgm:pt>
    <dgm:pt modelId="{F69AF13D-CB88-4934-BE08-145CBAC517BA}" type="pres">
      <dgm:prSet presAssocID="{CB04E864-5C80-489B-84BC-8036F1FB97D4}" presName="parentText" presStyleLbl="node1" presStyleIdx="4" presStyleCnt="9">
        <dgm:presLayoutVars>
          <dgm:chMax val="0"/>
          <dgm:bulletEnabled val="1"/>
        </dgm:presLayoutVars>
      </dgm:prSet>
      <dgm:spPr/>
    </dgm:pt>
    <dgm:pt modelId="{1004DBAC-7DEC-49A5-A81D-7067B0D0CC33}" type="pres">
      <dgm:prSet presAssocID="{EA034AE2-2904-4F74-9762-3B0044E8CDA1}" presName="spacer" presStyleCnt="0"/>
      <dgm:spPr/>
    </dgm:pt>
    <dgm:pt modelId="{D86FCCB6-F827-43EE-8958-3B7271682DC9}" type="pres">
      <dgm:prSet presAssocID="{73B2DC83-AA6C-47C5-BDA8-F285BD918332}" presName="parentText" presStyleLbl="node1" presStyleIdx="5" presStyleCnt="9">
        <dgm:presLayoutVars>
          <dgm:chMax val="0"/>
          <dgm:bulletEnabled val="1"/>
        </dgm:presLayoutVars>
      </dgm:prSet>
      <dgm:spPr/>
    </dgm:pt>
    <dgm:pt modelId="{C3B3336F-4C62-406B-AB48-DBC776055353}" type="pres">
      <dgm:prSet presAssocID="{D3A4624D-F43B-443F-BCC1-1846A2BB919A}" presName="spacer" presStyleCnt="0"/>
      <dgm:spPr/>
    </dgm:pt>
    <dgm:pt modelId="{3C204A8C-84D2-44A7-A13A-E0E1C320CD76}" type="pres">
      <dgm:prSet presAssocID="{B016051D-C5DC-492C-96D8-4D216884F6E2}" presName="parentText" presStyleLbl="node1" presStyleIdx="6" presStyleCnt="9">
        <dgm:presLayoutVars>
          <dgm:chMax val="0"/>
          <dgm:bulletEnabled val="1"/>
        </dgm:presLayoutVars>
      </dgm:prSet>
      <dgm:spPr/>
    </dgm:pt>
    <dgm:pt modelId="{22454BB9-F149-4020-A209-8DBD2978D368}" type="pres">
      <dgm:prSet presAssocID="{289C5E96-066B-4939-8A69-C639AB9D7E26}" presName="spacer" presStyleCnt="0"/>
      <dgm:spPr/>
    </dgm:pt>
    <dgm:pt modelId="{CF16D857-099B-45EA-9282-6054F957FD4A}" type="pres">
      <dgm:prSet presAssocID="{69D06D73-1811-4E3D-93FE-8CB89D589FC5}" presName="parentText" presStyleLbl="node1" presStyleIdx="7" presStyleCnt="9">
        <dgm:presLayoutVars>
          <dgm:chMax val="0"/>
          <dgm:bulletEnabled val="1"/>
        </dgm:presLayoutVars>
      </dgm:prSet>
      <dgm:spPr/>
    </dgm:pt>
    <dgm:pt modelId="{EAEFF7A3-F713-4636-B1A0-9294A1FA6AE3}" type="pres">
      <dgm:prSet presAssocID="{78E7E75A-F665-4DE5-ABD8-73D9BAC76EE3}" presName="spacer" presStyleCnt="0"/>
      <dgm:spPr/>
    </dgm:pt>
    <dgm:pt modelId="{199D93F1-34E8-4FC7-93CE-36D5450DB0D3}" type="pres">
      <dgm:prSet presAssocID="{76818132-AACF-462E-A168-FCA6A4475E94}" presName="parentText" presStyleLbl="node1" presStyleIdx="8" presStyleCnt="9">
        <dgm:presLayoutVars>
          <dgm:chMax val="0"/>
          <dgm:bulletEnabled val="1"/>
        </dgm:presLayoutVars>
      </dgm:prSet>
      <dgm:spPr/>
    </dgm:pt>
  </dgm:ptLst>
  <dgm:cxnLst>
    <dgm:cxn modelId="{7ECC720B-D73F-40CC-B8A8-147A9B386E8E}" type="presOf" srcId="{A3C3B0E5-4F20-448C-9256-2A42B4389155}" destId="{5E4984AF-6181-43E7-AC16-EF43F5F412EA}" srcOrd="0" destOrd="0" presId="urn:microsoft.com/office/officeart/2005/8/layout/vList2"/>
    <dgm:cxn modelId="{19D07F11-647B-446C-95AE-68F3944F8CF8}" srcId="{F3267603-2164-4A46-8F38-DD3CDBCD55EE}" destId="{69D06D73-1811-4E3D-93FE-8CB89D589FC5}" srcOrd="7" destOrd="0" parTransId="{4A8D44B1-FE5B-4E52-A2C4-9F79F56623EE}" sibTransId="{78E7E75A-F665-4DE5-ABD8-73D9BAC76EE3}"/>
    <dgm:cxn modelId="{2E86ED12-752C-4D76-A893-8AB68A0B9F13}" srcId="{F3267603-2164-4A46-8F38-DD3CDBCD55EE}" destId="{CB04E864-5C80-489B-84BC-8036F1FB97D4}" srcOrd="4" destOrd="0" parTransId="{30D041B4-78F1-4D85-8EA3-7B22897D5F51}" sibTransId="{EA034AE2-2904-4F74-9762-3B0044E8CDA1}"/>
    <dgm:cxn modelId="{27C4DE2E-9663-41FF-A8B0-2386AA3781A9}" srcId="{F3267603-2164-4A46-8F38-DD3CDBCD55EE}" destId="{F30FCC12-BAF1-4D10-BC02-5F8F55F2E161}" srcOrd="2" destOrd="0" parTransId="{F6F9AA92-883A-4EEA-97FF-6709A65B1493}" sibTransId="{768719EF-8927-453C-ACF9-11E9B7FAAA0D}"/>
    <dgm:cxn modelId="{6D92FF2F-25BA-425F-9A4D-D7C03FE87DCB}" type="presOf" srcId="{B016051D-C5DC-492C-96D8-4D216884F6E2}" destId="{3C204A8C-84D2-44A7-A13A-E0E1C320CD76}" srcOrd="0" destOrd="0" presId="urn:microsoft.com/office/officeart/2005/8/layout/vList2"/>
    <dgm:cxn modelId="{43FE113D-FDCE-4FB6-ACA2-59EBFA435523}" type="presOf" srcId="{CB04E864-5C80-489B-84BC-8036F1FB97D4}" destId="{F69AF13D-CB88-4934-BE08-145CBAC517BA}" srcOrd="0" destOrd="0" presId="urn:microsoft.com/office/officeart/2005/8/layout/vList2"/>
    <dgm:cxn modelId="{2DF81F61-7079-409B-A791-FFD994381FEF}" srcId="{F3267603-2164-4A46-8F38-DD3CDBCD55EE}" destId="{B016051D-C5DC-492C-96D8-4D216884F6E2}" srcOrd="6" destOrd="0" parTransId="{A24DCB55-48C2-463A-AFB3-02A9A4CF90E2}" sibTransId="{289C5E96-066B-4939-8A69-C639AB9D7E26}"/>
    <dgm:cxn modelId="{94E81B70-F23B-48A0-9F1D-E498B8D85DF6}" srcId="{F3267603-2164-4A46-8F38-DD3CDBCD55EE}" destId="{100B4296-98AF-44BC-B23D-3E332EC5849C}" srcOrd="3" destOrd="0" parTransId="{3065504E-8280-4042-A7E1-D85B5141A1E6}" sibTransId="{2F245A74-E3EC-4E76-A224-49E61CC97077}"/>
    <dgm:cxn modelId="{BAFF8A73-D33F-4083-9F3B-BE4748FD4C40}" srcId="{F3267603-2164-4A46-8F38-DD3CDBCD55EE}" destId="{002D6F2C-E388-4EBB-8750-35A174F72655}" srcOrd="0" destOrd="0" parTransId="{BBB1B502-476C-4B63-8F5E-86AC2969C31D}" sibTransId="{8016E3AC-E8B8-4A9D-86BE-E3A1E6ED8B66}"/>
    <dgm:cxn modelId="{06A1A092-3072-4019-92EA-4D1B5BC4B4DC}" srcId="{F3267603-2164-4A46-8F38-DD3CDBCD55EE}" destId="{73B2DC83-AA6C-47C5-BDA8-F285BD918332}" srcOrd="5" destOrd="0" parTransId="{A9CFEEFE-5E77-4295-8FEC-C3ED9F2C96B6}" sibTransId="{D3A4624D-F43B-443F-BCC1-1846A2BB919A}"/>
    <dgm:cxn modelId="{F92C38A3-8AC6-4AA4-B972-F29A5D5AD1EA}" type="presOf" srcId="{002D6F2C-E388-4EBB-8750-35A174F72655}" destId="{1CC36C76-FDCC-4677-AFC7-878622A798EE}" srcOrd="0" destOrd="0" presId="urn:microsoft.com/office/officeart/2005/8/layout/vList2"/>
    <dgm:cxn modelId="{D0037AB1-2BE3-45CB-ADB5-1AC18CEE0188}" srcId="{F3267603-2164-4A46-8F38-DD3CDBCD55EE}" destId="{76818132-AACF-462E-A168-FCA6A4475E94}" srcOrd="8" destOrd="0" parTransId="{B7969272-0B04-4CB6-95F7-ED195E8414C4}" sibTransId="{6460D0F4-769C-4F93-B38C-1F204DA034D3}"/>
    <dgm:cxn modelId="{B6BC92B8-4FC1-413A-8C0B-A598A5902CFF}" type="presOf" srcId="{69D06D73-1811-4E3D-93FE-8CB89D589FC5}" destId="{CF16D857-099B-45EA-9282-6054F957FD4A}" srcOrd="0" destOrd="0" presId="urn:microsoft.com/office/officeart/2005/8/layout/vList2"/>
    <dgm:cxn modelId="{F14D39BA-5204-4FFA-A005-D9540F982F54}" type="presOf" srcId="{F30FCC12-BAF1-4D10-BC02-5F8F55F2E161}" destId="{92BAE648-D92D-4717-9485-6CBBCD2318BA}" srcOrd="0" destOrd="0" presId="urn:microsoft.com/office/officeart/2005/8/layout/vList2"/>
    <dgm:cxn modelId="{84E32FC3-7B14-4416-AE12-203AE026EF1A}" type="presOf" srcId="{76818132-AACF-462E-A168-FCA6A4475E94}" destId="{199D93F1-34E8-4FC7-93CE-36D5450DB0D3}" srcOrd="0" destOrd="0" presId="urn:microsoft.com/office/officeart/2005/8/layout/vList2"/>
    <dgm:cxn modelId="{62CDE0CD-ED0C-41AE-9091-05BEFFC02595}" type="presOf" srcId="{100B4296-98AF-44BC-B23D-3E332EC5849C}" destId="{0CD403CD-4700-41AD-888A-95044227BE87}" srcOrd="0" destOrd="0" presId="urn:microsoft.com/office/officeart/2005/8/layout/vList2"/>
    <dgm:cxn modelId="{D6DD79CE-1741-4589-A748-C035C1C8D241}" type="presOf" srcId="{F3267603-2164-4A46-8F38-DD3CDBCD55EE}" destId="{DCD92ED5-D79C-4923-9F3B-FD907F2B2B63}" srcOrd="0" destOrd="0" presId="urn:microsoft.com/office/officeart/2005/8/layout/vList2"/>
    <dgm:cxn modelId="{2A6E1FDB-1727-4A22-81BC-CF381F43E707}" srcId="{F3267603-2164-4A46-8F38-DD3CDBCD55EE}" destId="{A3C3B0E5-4F20-448C-9256-2A42B4389155}" srcOrd="1" destOrd="0" parTransId="{75A30807-23C8-4480-80A6-4151FE2A03CA}" sibTransId="{F98E3932-751F-4BFF-93D4-D2E5C035D443}"/>
    <dgm:cxn modelId="{F68834DB-33F2-4C20-B609-F545DBB979FB}" type="presOf" srcId="{73B2DC83-AA6C-47C5-BDA8-F285BD918332}" destId="{D86FCCB6-F827-43EE-8958-3B7271682DC9}" srcOrd="0" destOrd="0" presId="urn:microsoft.com/office/officeart/2005/8/layout/vList2"/>
    <dgm:cxn modelId="{A2B60A5D-D7E9-4789-86CA-5293C3461293}" type="presParOf" srcId="{DCD92ED5-D79C-4923-9F3B-FD907F2B2B63}" destId="{1CC36C76-FDCC-4677-AFC7-878622A798EE}" srcOrd="0" destOrd="0" presId="urn:microsoft.com/office/officeart/2005/8/layout/vList2"/>
    <dgm:cxn modelId="{CF61D2EA-2A3E-4106-9478-66E4B193A365}" type="presParOf" srcId="{DCD92ED5-D79C-4923-9F3B-FD907F2B2B63}" destId="{7523032E-DF1E-4C01-8989-A3B4CD8B9BF7}" srcOrd="1" destOrd="0" presId="urn:microsoft.com/office/officeart/2005/8/layout/vList2"/>
    <dgm:cxn modelId="{420465FD-496B-47D5-91D2-B6D67F9C3324}" type="presParOf" srcId="{DCD92ED5-D79C-4923-9F3B-FD907F2B2B63}" destId="{5E4984AF-6181-43E7-AC16-EF43F5F412EA}" srcOrd="2" destOrd="0" presId="urn:microsoft.com/office/officeart/2005/8/layout/vList2"/>
    <dgm:cxn modelId="{DB2B9E31-18D1-4749-B708-3263486D9EEF}" type="presParOf" srcId="{DCD92ED5-D79C-4923-9F3B-FD907F2B2B63}" destId="{DBCA91FB-9A45-4C92-8317-1D753CF544CA}" srcOrd="3" destOrd="0" presId="urn:microsoft.com/office/officeart/2005/8/layout/vList2"/>
    <dgm:cxn modelId="{CC802193-40F8-4572-926A-A883C24F67A5}" type="presParOf" srcId="{DCD92ED5-D79C-4923-9F3B-FD907F2B2B63}" destId="{92BAE648-D92D-4717-9485-6CBBCD2318BA}" srcOrd="4" destOrd="0" presId="urn:microsoft.com/office/officeart/2005/8/layout/vList2"/>
    <dgm:cxn modelId="{0869C639-EDB0-423E-B169-B174496B4104}" type="presParOf" srcId="{DCD92ED5-D79C-4923-9F3B-FD907F2B2B63}" destId="{AC26F13A-565D-4900-AE50-EC8D19CA10E0}" srcOrd="5" destOrd="0" presId="urn:microsoft.com/office/officeart/2005/8/layout/vList2"/>
    <dgm:cxn modelId="{F02A37AD-D11B-4B8C-B25A-8F3CE470509D}" type="presParOf" srcId="{DCD92ED5-D79C-4923-9F3B-FD907F2B2B63}" destId="{0CD403CD-4700-41AD-888A-95044227BE87}" srcOrd="6" destOrd="0" presId="urn:microsoft.com/office/officeart/2005/8/layout/vList2"/>
    <dgm:cxn modelId="{CAA8665A-5A03-4D35-832C-7E7F3DA93BD6}" type="presParOf" srcId="{DCD92ED5-D79C-4923-9F3B-FD907F2B2B63}" destId="{3EFE5574-6351-4140-AD24-84778E2E9083}" srcOrd="7" destOrd="0" presId="urn:microsoft.com/office/officeart/2005/8/layout/vList2"/>
    <dgm:cxn modelId="{EBBACED3-B0DC-4ABC-A785-ABD7282EAFBF}" type="presParOf" srcId="{DCD92ED5-D79C-4923-9F3B-FD907F2B2B63}" destId="{F69AF13D-CB88-4934-BE08-145CBAC517BA}" srcOrd="8" destOrd="0" presId="urn:microsoft.com/office/officeart/2005/8/layout/vList2"/>
    <dgm:cxn modelId="{B8F68C4B-E9CB-4177-AFA6-70741A2A4D24}" type="presParOf" srcId="{DCD92ED5-D79C-4923-9F3B-FD907F2B2B63}" destId="{1004DBAC-7DEC-49A5-A81D-7067B0D0CC33}" srcOrd="9" destOrd="0" presId="urn:microsoft.com/office/officeart/2005/8/layout/vList2"/>
    <dgm:cxn modelId="{C0B311A1-D51E-4790-B9BD-B9E342EF6067}" type="presParOf" srcId="{DCD92ED5-D79C-4923-9F3B-FD907F2B2B63}" destId="{D86FCCB6-F827-43EE-8958-3B7271682DC9}" srcOrd="10" destOrd="0" presId="urn:microsoft.com/office/officeart/2005/8/layout/vList2"/>
    <dgm:cxn modelId="{DF30A44C-560B-4EE0-A62B-A2CC16034F55}" type="presParOf" srcId="{DCD92ED5-D79C-4923-9F3B-FD907F2B2B63}" destId="{C3B3336F-4C62-406B-AB48-DBC776055353}" srcOrd="11" destOrd="0" presId="urn:microsoft.com/office/officeart/2005/8/layout/vList2"/>
    <dgm:cxn modelId="{DB656304-13FC-455B-98FA-F2D34FD84B4F}" type="presParOf" srcId="{DCD92ED5-D79C-4923-9F3B-FD907F2B2B63}" destId="{3C204A8C-84D2-44A7-A13A-E0E1C320CD76}" srcOrd="12" destOrd="0" presId="urn:microsoft.com/office/officeart/2005/8/layout/vList2"/>
    <dgm:cxn modelId="{C0382820-21F4-48E1-99F6-F0A9052BA3A3}" type="presParOf" srcId="{DCD92ED5-D79C-4923-9F3B-FD907F2B2B63}" destId="{22454BB9-F149-4020-A209-8DBD2978D368}" srcOrd="13" destOrd="0" presId="urn:microsoft.com/office/officeart/2005/8/layout/vList2"/>
    <dgm:cxn modelId="{2658A38D-44F1-46CC-8950-670A9228791C}" type="presParOf" srcId="{DCD92ED5-D79C-4923-9F3B-FD907F2B2B63}" destId="{CF16D857-099B-45EA-9282-6054F957FD4A}" srcOrd="14" destOrd="0" presId="urn:microsoft.com/office/officeart/2005/8/layout/vList2"/>
    <dgm:cxn modelId="{8D9D7BDD-771C-46A9-A734-78BC40319535}" type="presParOf" srcId="{DCD92ED5-D79C-4923-9F3B-FD907F2B2B63}" destId="{EAEFF7A3-F713-4636-B1A0-9294A1FA6AE3}" srcOrd="15" destOrd="0" presId="urn:microsoft.com/office/officeart/2005/8/layout/vList2"/>
    <dgm:cxn modelId="{C5C0E2B1-DCF9-4A4D-8237-12E4D79ED913}" type="presParOf" srcId="{DCD92ED5-D79C-4923-9F3B-FD907F2B2B63}" destId="{199D93F1-34E8-4FC7-93CE-36D5450DB0D3}" srcOrd="1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034F461-85BE-4196-845A-7310FFD35A34}" type="doc">
      <dgm:prSet loTypeId="urn:microsoft.com/office/officeart/2005/8/layout/vList2" loCatId="list" qsTypeId="urn:microsoft.com/office/officeart/2005/8/quickstyle/simple1#19" qsCatId="simple" csTypeId="urn:microsoft.com/office/officeart/2005/8/colors/accent1_2#17" csCatId="accent1"/>
      <dgm:spPr/>
      <dgm:t>
        <a:bodyPr/>
        <a:lstStyle/>
        <a:p>
          <a:endParaRPr lang="en-US"/>
        </a:p>
      </dgm:t>
    </dgm:pt>
    <dgm:pt modelId="{10934A2B-2984-4EE9-8877-5A25C4C6FC86}">
      <dgm:prSet/>
      <dgm:spPr/>
      <dgm:t>
        <a:bodyPr/>
        <a:lstStyle/>
        <a:p>
          <a:r>
            <a:rPr lang="en-US"/>
            <a:t>A RAG system should be evaluated instead of assuming that it works correctly.</a:t>
          </a:r>
        </a:p>
      </dgm:t>
    </dgm:pt>
    <dgm:pt modelId="{D044066E-9390-41B6-B311-28F4D67D296A}" type="parTrans" cxnId="{B10D30F6-AE53-4391-B891-7C97E011B098}">
      <dgm:prSet/>
      <dgm:spPr/>
      <dgm:t>
        <a:bodyPr/>
        <a:lstStyle/>
        <a:p>
          <a:endParaRPr lang="en-US"/>
        </a:p>
      </dgm:t>
    </dgm:pt>
    <dgm:pt modelId="{50E2C551-708B-4595-BF73-086E243FB057}" type="sibTrans" cxnId="{B10D30F6-AE53-4391-B891-7C97E011B098}">
      <dgm:prSet/>
      <dgm:spPr/>
      <dgm:t>
        <a:bodyPr/>
        <a:lstStyle/>
        <a:p>
          <a:endParaRPr lang="en-US"/>
        </a:p>
      </dgm:t>
    </dgm:pt>
    <dgm:pt modelId="{43341C63-2BF8-4501-B495-D2AC295838D1}">
      <dgm:prSet/>
      <dgm:spPr/>
      <dgm:t>
        <a:bodyPr/>
        <a:lstStyle/>
        <a:p>
          <a:r>
            <a:rPr lang="en-US"/>
            <a:t>Amazon Bedrock RAG evaluation can measure areas such as:</a:t>
          </a:r>
        </a:p>
      </dgm:t>
    </dgm:pt>
    <dgm:pt modelId="{E5368ABB-4286-4914-939C-1C78D5B3440D}" type="parTrans" cxnId="{32E7C393-FE0E-4133-AC6A-2D60CBBD084C}">
      <dgm:prSet/>
      <dgm:spPr/>
      <dgm:t>
        <a:bodyPr/>
        <a:lstStyle/>
        <a:p>
          <a:endParaRPr lang="en-US"/>
        </a:p>
      </dgm:t>
    </dgm:pt>
    <dgm:pt modelId="{22E5742A-5B51-411C-82FE-E00843CCBEE3}" type="sibTrans" cxnId="{32E7C393-FE0E-4133-AC6A-2D60CBBD084C}">
      <dgm:prSet/>
      <dgm:spPr/>
      <dgm:t>
        <a:bodyPr/>
        <a:lstStyle/>
        <a:p>
          <a:endParaRPr lang="en-US"/>
        </a:p>
      </dgm:t>
    </dgm:pt>
    <dgm:pt modelId="{A07D8A5F-64BB-4714-B73F-1E0DF0258A61}">
      <dgm:prSet/>
      <dgm:spPr/>
      <dgm:t>
        <a:bodyPr/>
        <a:lstStyle/>
        <a:p>
          <a:r>
            <a:rPr lang="en-US"/>
            <a:t>Correctness: Is the answer accurate?</a:t>
          </a:r>
        </a:p>
      </dgm:t>
    </dgm:pt>
    <dgm:pt modelId="{A0C2E387-0A5C-47CF-86E1-9539B87FC9C8}" type="parTrans" cxnId="{D9F0D17D-44A6-4EE3-BD8F-CE8D81E0245D}">
      <dgm:prSet/>
      <dgm:spPr/>
      <dgm:t>
        <a:bodyPr/>
        <a:lstStyle/>
        <a:p>
          <a:endParaRPr lang="en-US"/>
        </a:p>
      </dgm:t>
    </dgm:pt>
    <dgm:pt modelId="{B0C5C076-A455-40B1-B167-F21497876545}" type="sibTrans" cxnId="{D9F0D17D-44A6-4EE3-BD8F-CE8D81E0245D}">
      <dgm:prSet/>
      <dgm:spPr/>
      <dgm:t>
        <a:bodyPr/>
        <a:lstStyle/>
        <a:p>
          <a:endParaRPr lang="en-US"/>
        </a:p>
      </dgm:t>
    </dgm:pt>
    <dgm:pt modelId="{D9F61EEF-2E7A-4862-BA2E-7F8C743EC178}">
      <dgm:prSet/>
      <dgm:spPr/>
      <dgm:t>
        <a:bodyPr/>
        <a:lstStyle/>
        <a:p>
          <a:r>
            <a:rPr lang="en-US"/>
            <a:t>Completeness: Is important information missing?</a:t>
          </a:r>
        </a:p>
      </dgm:t>
    </dgm:pt>
    <dgm:pt modelId="{A398F58E-7D46-487D-9D50-65D1BB5C2ABE}" type="parTrans" cxnId="{146F9678-EAEA-4C3C-8094-E79EA3181980}">
      <dgm:prSet/>
      <dgm:spPr/>
      <dgm:t>
        <a:bodyPr/>
        <a:lstStyle/>
        <a:p>
          <a:endParaRPr lang="en-US"/>
        </a:p>
      </dgm:t>
    </dgm:pt>
    <dgm:pt modelId="{3A91AEC3-4F5F-4C1C-9E35-E0F8956486E3}" type="sibTrans" cxnId="{146F9678-EAEA-4C3C-8094-E79EA3181980}">
      <dgm:prSet/>
      <dgm:spPr/>
      <dgm:t>
        <a:bodyPr/>
        <a:lstStyle/>
        <a:p>
          <a:endParaRPr lang="en-US"/>
        </a:p>
      </dgm:t>
    </dgm:pt>
    <dgm:pt modelId="{B6B28F2E-BF9F-4526-90D6-B65D4252148D}">
      <dgm:prSet/>
      <dgm:spPr/>
      <dgm:t>
        <a:bodyPr/>
        <a:lstStyle/>
        <a:p>
          <a:r>
            <a:rPr lang="en-US"/>
            <a:t>Helpfulness: Is the response useful?</a:t>
          </a:r>
        </a:p>
      </dgm:t>
    </dgm:pt>
    <dgm:pt modelId="{F0256D70-1287-4F92-A14E-4504AE13D89F}" type="parTrans" cxnId="{C33C36CD-31B9-4507-B19A-48B3E8B4A804}">
      <dgm:prSet/>
      <dgm:spPr/>
      <dgm:t>
        <a:bodyPr/>
        <a:lstStyle/>
        <a:p>
          <a:endParaRPr lang="en-US"/>
        </a:p>
      </dgm:t>
    </dgm:pt>
    <dgm:pt modelId="{3899392B-EC16-4780-B9D8-D3E9D97A4BC0}" type="sibTrans" cxnId="{C33C36CD-31B9-4507-B19A-48B3E8B4A804}">
      <dgm:prSet/>
      <dgm:spPr/>
      <dgm:t>
        <a:bodyPr/>
        <a:lstStyle/>
        <a:p>
          <a:endParaRPr lang="en-US"/>
        </a:p>
      </dgm:t>
    </dgm:pt>
    <dgm:pt modelId="{CAFF1E31-E72B-43BC-B23A-C02F669EE886}">
      <dgm:prSet/>
      <dgm:spPr/>
      <dgm:t>
        <a:bodyPr/>
        <a:lstStyle/>
        <a:p>
          <a:r>
            <a:rPr lang="en-US"/>
            <a:t>Logical Coherence: Does the answer make sense?</a:t>
          </a:r>
        </a:p>
      </dgm:t>
    </dgm:pt>
    <dgm:pt modelId="{5EE2A468-55F6-4E6E-9ACB-8A982EE551C5}" type="parTrans" cxnId="{A8C12DCB-A52E-4DC7-8D44-70D8ED4747B1}">
      <dgm:prSet/>
      <dgm:spPr/>
      <dgm:t>
        <a:bodyPr/>
        <a:lstStyle/>
        <a:p>
          <a:endParaRPr lang="en-US"/>
        </a:p>
      </dgm:t>
    </dgm:pt>
    <dgm:pt modelId="{22DD4008-C50C-4A55-BAC5-4A2FFCAEA26C}" type="sibTrans" cxnId="{A8C12DCB-A52E-4DC7-8D44-70D8ED4747B1}">
      <dgm:prSet/>
      <dgm:spPr/>
      <dgm:t>
        <a:bodyPr/>
        <a:lstStyle/>
        <a:p>
          <a:endParaRPr lang="en-US"/>
        </a:p>
      </dgm:t>
    </dgm:pt>
    <dgm:pt modelId="{7767C1EF-5ED7-4CFD-93EE-8064007FDCD4}">
      <dgm:prSet/>
      <dgm:spPr/>
      <dgm:t>
        <a:bodyPr/>
        <a:lstStyle/>
        <a:p>
          <a:r>
            <a:rPr lang="en-US"/>
            <a:t>Faithfulness: Does the answer stay consistent with the retrieved context?</a:t>
          </a:r>
        </a:p>
      </dgm:t>
    </dgm:pt>
    <dgm:pt modelId="{5F9A0A71-C523-4068-9A26-65B58349300A}" type="parTrans" cxnId="{484E6C70-DE6B-49D3-8B84-8D1B55693EAB}">
      <dgm:prSet/>
      <dgm:spPr/>
      <dgm:t>
        <a:bodyPr/>
        <a:lstStyle/>
        <a:p>
          <a:endParaRPr lang="en-US"/>
        </a:p>
      </dgm:t>
    </dgm:pt>
    <dgm:pt modelId="{930EC406-8D61-4850-B56F-32382D330EBF}" type="sibTrans" cxnId="{484E6C70-DE6B-49D3-8B84-8D1B55693EAB}">
      <dgm:prSet/>
      <dgm:spPr/>
      <dgm:t>
        <a:bodyPr/>
        <a:lstStyle/>
        <a:p>
          <a:endParaRPr lang="en-US"/>
        </a:p>
      </dgm:t>
    </dgm:pt>
    <dgm:pt modelId="{2B2546EA-C5F2-4AC2-A445-B427DBCEC618}">
      <dgm:prSet/>
      <dgm:spPr/>
      <dgm:t>
        <a:bodyPr/>
        <a:lstStyle/>
        <a:p>
          <a:r>
            <a:rPr lang="en-US"/>
            <a:t>Citation Quality: Do the citations correctly support the response?</a:t>
          </a:r>
        </a:p>
      </dgm:t>
    </dgm:pt>
    <dgm:pt modelId="{4960B7BC-C055-4147-AF4F-AD56FF562F18}" type="parTrans" cxnId="{BBA053A3-C82D-4DC5-99EF-B36C919A75F4}">
      <dgm:prSet/>
      <dgm:spPr/>
      <dgm:t>
        <a:bodyPr/>
        <a:lstStyle/>
        <a:p>
          <a:endParaRPr lang="en-US"/>
        </a:p>
      </dgm:t>
    </dgm:pt>
    <dgm:pt modelId="{E71DE9C6-4188-478B-B472-C4D92756BA0F}" type="sibTrans" cxnId="{BBA053A3-C82D-4DC5-99EF-B36C919A75F4}">
      <dgm:prSet/>
      <dgm:spPr/>
      <dgm:t>
        <a:bodyPr/>
        <a:lstStyle/>
        <a:p>
          <a:endParaRPr lang="en-US"/>
        </a:p>
      </dgm:t>
    </dgm:pt>
    <dgm:pt modelId="{165095B8-3BB8-4CD0-956D-98B3ECC1D68A}">
      <dgm:prSet/>
      <dgm:spPr/>
      <dgm:t>
        <a:bodyPr/>
        <a:lstStyle/>
        <a:p>
          <a:r>
            <a:rPr lang="en-US"/>
            <a:t>Other measurements can include harmfulness, stereotyping, and unnecessary refusal.</a:t>
          </a:r>
        </a:p>
      </dgm:t>
    </dgm:pt>
    <dgm:pt modelId="{049C3D60-0922-4D95-8D3D-452A69F1B502}" type="parTrans" cxnId="{8BE13872-D018-4D4E-B263-58AC29794061}">
      <dgm:prSet/>
      <dgm:spPr/>
      <dgm:t>
        <a:bodyPr/>
        <a:lstStyle/>
        <a:p>
          <a:endParaRPr lang="en-US"/>
        </a:p>
      </dgm:t>
    </dgm:pt>
    <dgm:pt modelId="{E37588A1-6286-4073-B309-C20C88D42C3B}" type="sibTrans" cxnId="{8BE13872-D018-4D4E-B263-58AC29794061}">
      <dgm:prSet/>
      <dgm:spPr/>
      <dgm:t>
        <a:bodyPr/>
        <a:lstStyle/>
        <a:p>
          <a:endParaRPr lang="en-US"/>
        </a:p>
      </dgm:t>
    </dgm:pt>
    <dgm:pt modelId="{A0D1171D-B2D8-4A1A-B662-ED763D8BA04D}">
      <dgm:prSet/>
      <dgm:spPr/>
      <dgm:t>
        <a:bodyPr/>
        <a:lstStyle/>
        <a:p>
          <a:r>
            <a:rPr lang="en-US"/>
            <a:t>Main lesson:</a:t>
          </a:r>
        </a:p>
      </dgm:t>
    </dgm:pt>
    <dgm:pt modelId="{774BDA8D-E542-41C2-B7AA-0468DDFADAD6}" type="parTrans" cxnId="{51EE2079-D237-4C77-B278-4A7E147E249C}">
      <dgm:prSet/>
      <dgm:spPr/>
      <dgm:t>
        <a:bodyPr/>
        <a:lstStyle/>
        <a:p>
          <a:endParaRPr lang="en-US"/>
        </a:p>
      </dgm:t>
    </dgm:pt>
    <dgm:pt modelId="{D72F9790-5ED4-4A2B-A291-86F8A3CDAD70}" type="sibTrans" cxnId="{51EE2079-D237-4C77-B278-4A7E147E249C}">
      <dgm:prSet/>
      <dgm:spPr/>
      <dgm:t>
        <a:bodyPr/>
        <a:lstStyle/>
        <a:p>
          <a:endParaRPr lang="en-US"/>
        </a:p>
      </dgm:t>
    </dgm:pt>
    <dgm:pt modelId="{934049AB-96EE-41F8-A3A8-A5BC100451D8}">
      <dgm:prSet/>
      <dgm:spPr/>
      <dgm:t>
        <a:bodyPr/>
        <a:lstStyle/>
        <a:p>
          <a:r>
            <a:rPr lang="en-US"/>
            <a:t>If retrieval quality is never measured, it is difficult to know what should be improved.</a:t>
          </a:r>
        </a:p>
      </dgm:t>
    </dgm:pt>
    <dgm:pt modelId="{1811988F-DAAA-4627-8CE7-D61D991F1990}" type="parTrans" cxnId="{FE0C0404-8997-42F6-96F2-4C2219AE391D}">
      <dgm:prSet/>
      <dgm:spPr/>
      <dgm:t>
        <a:bodyPr/>
        <a:lstStyle/>
        <a:p>
          <a:endParaRPr lang="en-US"/>
        </a:p>
      </dgm:t>
    </dgm:pt>
    <dgm:pt modelId="{CD99C553-FCB6-4858-BC69-F3C6BA4D7D57}" type="sibTrans" cxnId="{FE0C0404-8997-42F6-96F2-4C2219AE391D}">
      <dgm:prSet/>
      <dgm:spPr/>
      <dgm:t>
        <a:bodyPr/>
        <a:lstStyle/>
        <a:p>
          <a:endParaRPr lang="en-US"/>
        </a:p>
      </dgm:t>
    </dgm:pt>
    <dgm:pt modelId="{87ED452D-FB23-4795-A978-386B9E39D10D}" type="pres">
      <dgm:prSet presAssocID="{5034F461-85BE-4196-845A-7310FFD35A34}" presName="linear" presStyleCnt="0">
        <dgm:presLayoutVars>
          <dgm:animLvl val="lvl"/>
          <dgm:resizeHandles val="exact"/>
        </dgm:presLayoutVars>
      </dgm:prSet>
      <dgm:spPr/>
    </dgm:pt>
    <dgm:pt modelId="{D0E99C7C-7260-474F-80AB-546D10903482}" type="pres">
      <dgm:prSet presAssocID="{10934A2B-2984-4EE9-8877-5A25C4C6FC86}" presName="parentText" presStyleLbl="node1" presStyleIdx="0" presStyleCnt="5">
        <dgm:presLayoutVars>
          <dgm:chMax val="0"/>
          <dgm:bulletEnabled val="1"/>
        </dgm:presLayoutVars>
      </dgm:prSet>
      <dgm:spPr/>
    </dgm:pt>
    <dgm:pt modelId="{BF36C2FC-20D6-4BD5-BB50-0585C957260D}" type="pres">
      <dgm:prSet presAssocID="{50E2C551-708B-4595-BF73-086E243FB057}" presName="spacer" presStyleCnt="0"/>
      <dgm:spPr/>
    </dgm:pt>
    <dgm:pt modelId="{F3538DCA-B320-48AE-87C9-479CB5AF68EB}" type="pres">
      <dgm:prSet presAssocID="{43341C63-2BF8-4501-B495-D2AC295838D1}" presName="parentText" presStyleLbl="node1" presStyleIdx="1" presStyleCnt="5">
        <dgm:presLayoutVars>
          <dgm:chMax val="0"/>
          <dgm:bulletEnabled val="1"/>
        </dgm:presLayoutVars>
      </dgm:prSet>
      <dgm:spPr/>
    </dgm:pt>
    <dgm:pt modelId="{0D277E9A-C8FD-4BE7-AD8D-F5E7A6E66E75}" type="pres">
      <dgm:prSet presAssocID="{43341C63-2BF8-4501-B495-D2AC295838D1}" presName="childText" presStyleLbl="revTx" presStyleIdx="0" presStyleCnt="1">
        <dgm:presLayoutVars>
          <dgm:bulletEnabled val="1"/>
        </dgm:presLayoutVars>
      </dgm:prSet>
      <dgm:spPr/>
    </dgm:pt>
    <dgm:pt modelId="{82C6D477-6D5C-4484-AC90-7BA011E44CB6}" type="pres">
      <dgm:prSet presAssocID="{165095B8-3BB8-4CD0-956D-98B3ECC1D68A}" presName="parentText" presStyleLbl="node1" presStyleIdx="2" presStyleCnt="5">
        <dgm:presLayoutVars>
          <dgm:chMax val="0"/>
          <dgm:bulletEnabled val="1"/>
        </dgm:presLayoutVars>
      </dgm:prSet>
      <dgm:spPr/>
    </dgm:pt>
    <dgm:pt modelId="{F4FBB681-0B4B-4BB5-90DB-4801A66A9E51}" type="pres">
      <dgm:prSet presAssocID="{E37588A1-6286-4073-B309-C20C88D42C3B}" presName="spacer" presStyleCnt="0"/>
      <dgm:spPr/>
    </dgm:pt>
    <dgm:pt modelId="{F6E2D2D3-682D-482B-92E5-773A99BF66CA}" type="pres">
      <dgm:prSet presAssocID="{A0D1171D-B2D8-4A1A-B662-ED763D8BA04D}" presName="parentText" presStyleLbl="node1" presStyleIdx="3" presStyleCnt="5">
        <dgm:presLayoutVars>
          <dgm:chMax val="0"/>
          <dgm:bulletEnabled val="1"/>
        </dgm:presLayoutVars>
      </dgm:prSet>
      <dgm:spPr/>
    </dgm:pt>
    <dgm:pt modelId="{BA9B1194-C376-4564-B11E-0D9850B2A736}" type="pres">
      <dgm:prSet presAssocID="{D72F9790-5ED4-4A2B-A291-86F8A3CDAD70}" presName="spacer" presStyleCnt="0"/>
      <dgm:spPr/>
    </dgm:pt>
    <dgm:pt modelId="{05E11DFA-8068-41CF-8119-33BE408DDC79}" type="pres">
      <dgm:prSet presAssocID="{934049AB-96EE-41F8-A3A8-A5BC100451D8}" presName="parentText" presStyleLbl="node1" presStyleIdx="4" presStyleCnt="5">
        <dgm:presLayoutVars>
          <dgm:chMax val="0"/>
          <dgm:bulletEnabled val="1"/>
        </dgm:presLayoutVars>
      </dgm:prSet>
      <dgm:spPr/>
    </dgm:pt>
  </dgm:ptLst>
  <dgm:cxnLst>
    <dgm:cxn modelId="{FE0C0404-8997-42F6-96F2-4C2219AE391D}" srcId="{5034F461-85BE-4196-845A-7310FFD35A34}" destId="{934049AB-96EE-41F8-A3A8-A5BC100451D8}" srcOrd="4" destOrd="0" parTransId="{1811988F-DAAA-4627-8CE7-D61D991F1990}" sibTransId="{CD99C553-FCB6-4858-BC69-F3C6BA4D7D57}"/>
    <dgm:cxn modelId="{9EEF3D1E-2C1B-4364-9B04-55FE23BC32C0}" type="presOf" srcId="{D9F61EEF-2E7A-4862-BA2E-7F8C743EC178}" destId="{0D277E9A-C8FD-4BE7-AD8D-F5E7A6E66E75}" srcOrd="0" destOrd="1" presId="urn:microsoft.com/office/officeart/2005/8/layout/vList2"/>
    <dgm:cxn modelId="{A77C9924-4745-4CDF-8A18-75623703272B}" type="presOf" srcId="{A0D1171D-B2D8-4A1A-B662-ED763D8BA04D}" destId="{F6E2D2D3-682D-482B-92E5-773A99BF66CA}" srcOrd="0" destOrd="0" presId="urn:microsoft.com/office/officeart/2005/8/layout/vList2"/>
    <dgm:cxn modelId="{D4BD335C-8896-4F35-A2DF-B5EA61DE6334}" type="presOf" srcId="{CAFF1E31-E72B-43BC-B23A-C02F669EE886}" destId="{0D277E9A-C8FD-4BE7-AD8D-F5E7A6E66E75}" srcOrd="0" destOrd="3" presId="urn:microsoft.com/office/officeart/2005/8/layout/vList2"/>
    <dgm:cxn modelId="{484E6C70-DE6B-49D3-8B84-8D1B55693EAB}" srcId="{43341C63-2BF8-4501-B495-D2AC295838D1}" destId="{7767C1EF-5ED7-4CFD-93EE-8064007FDCD4}" srcOrd="4" destOrd="0" parTransId="{5F9A0A71-C523-4068-9A26-65B58349300A}" sibTransId="{930EC406-8D61-4850-B56F-32382D330EBF}"/>
    <dgm:cxn modelId="{8BE13872-D018-4D4E-B263-58AC29794061}" srcId="{5034F461-85BE-4196-845A-7310FFD35A34}" destId="{165095B8-3BB8-4CD0-956D-98B3ECC1D68A}" srcOrd="2" destOrd="0" parTransId="{049C3D60-0922-4D95-8D3D-452A69F1B502}" sibTransId="{E37588A1-6286-4073-B309-C20C88D42C3B}"/>
    <dgm:cxn modelId="{146F9678-EAEA-4C3C-8094-E79EA3181980}" srcId="{43341C63-2BF8-4501-B495-D2AC295838D1}" destId="{D9F61EEF-2E7A-4862-BA2E-7F8C743EC178}" srcOrd="1" destOrd="0" parTransId="{A398F58E-7D46-487D-9D50-65D1BB5C2ABE}" sibTransId="{3A91AEC3-4F5F-4C1C-9E35-E0F8956486E3}"/>
    <dgm:cxn modelId="{51EE2079-D237-4C77-B278-4A7E147E249C}" srcId="{5034F461-85BE-4196-845A-7310FFD35A34}" destId="{A0D1171D-B2D8-4A1A-B662-ED763D8BA04D}" srcOrd="3" destOrd="0" parTransId="{774BDA8D-E542-41C2-B7AA-0468DDFADAD6}" sibTransId="{D72F9790-5ED4-4A2B-A291-86F8A3CDAD70}"/>
    <dgm:cxn modelId="{D9F0D17D-44A6-4EE3-BD8F-CE8D81E0245D}" srcId="{43341C63-2BF8-4501-B495-D2AC295838D1}" destId="{A07D8A5F-64BB-4714-B73F-1E0DF0258A61}" srcOrd="0" destOrd="0" parTransId="{A0C2E387-0A5C-47CF-86E1-9539B87FC9C8}" sibTransId="{B0C5C076-A455-40B1-B167-F21497876545}"/>
    <dgm:cxn modelId="{B6A43792-1F93-4F72-A957-A8C92E139974}" type="presOf" srcId="{B6B28F2E-BF9F-4526-90D6-B65D4252148D}" destId="{0D277E9A-C8FD-4BE7-AD8D-F5E7A6E66E75}" srcOrd="0" destOrd="2" presId="urn:microsoft.com/office/officeart/2005/8/layout/vList2"/>
    <dgm:cxn modelId="{32E7C393-FE0E-4133-AC6A-2D60CBBD084C}" srcId="{5034F461-85BE-4196-845A-7310FFD35A34}" destId="{43341C63-2BF8-4501-B495-D2AC295838D1}" srcOrd="1" destOrd="0" parTransId="{E5368ABB-4286-4914-939C-1C78D5B3440D}" sibTransId="{22E5742A-5B51-411C-82FE-E00843CCBEE3}"/>
    <dgm:cxn modelId="{BBA053A3-C82D-4DC5-99EF-B36C919A75F4}" srcId="{43341C63-2BF8-4501-B495-D2AC295838D1}" destId="{2B2546EA-C5F2-4AC2-A445-B427DBCEC618}" srcOrd="5" destOrd="0" parTransId="{4960B7BC-C055-4147-AF4F-AD56FF562F18}" sibTransId="{E71DE9C6-4188-478B-B472-C4D92756BA0F}"/>
    <dgm:cxn modelId="{F5BA3EA9-913C-4FFB-BF0B-CCC13534ECFD}" type="presOf" srcId="{165095B8-3BB8-4CD0-956D-98B3ECC1D68A}" destId="{82C6D477-6D5C-4484-AC90-7BA011E44CB6}" srcOrd="0" destOrd="0" presId="urn:microsoft.com/office/officeart/2005/8/layout/vList2"/>
    <dgm:cxn modelId="{C75946AD-07E5-4D7F-B14E-CD33029CABC0}" type="presOf" srcId="{934049AB-96EE-41F8-A3A8-A5BC100451D8}" destId="{05E11DFA-8068-41CF-8119-33BE408DDC79}" srcOrd="0" destOrd="0" presId="urn:microsoft.com/office/officeart/2005/8/layout/vList2"/>
    <dgm:cxn modelId="{906995AD-66BE-4D1B-8DC9-266F4200A1CF}" type="presOf" srcId="{7767C1EF-5ED7-4CFD-93EE-8064007FDCD4}" destId="{0D277E9A-C8FD-4BE7-AD8D-F5E7A6E66E75}" srcOrd="0" destOrd="4" presId="urn:microsoft.com/office/officeart/2005/8/layout/vList2"/>
    <dgm:cxn modelId="{2AC60FAE-2A5D-42D5-B154-6C0E2300F128}" type="presOf" srcId="{43341C63-2BF8-4501-B495-D2AC295838D1}" destId="{F3538DCA-B320-48AE-87C9-479CB5AF68EB}" srcOrd="0" destOrd="0" presId="urn:microsoft.com/office/officeart/2005/8/layout/vList2"/>
    <dgm:cxn modelId="{38746EB5-4A69-49B6-A133-08AE3066F822}" type="presOf" srcId="{5034F461-85BE-4196-845A-7310FFD35A34}" destId="{87ED452D-FB23-4795-A978-386B9E39D10D}" srcOrd="0" destOrd="0" presId="urn:microsoft.com/office/officeart/2005/8/layout/vList2"/>
    <dgm:cxn modelId="{78C800B7-B2CB-496B-8F10-EB33B4453F76}" type="presOf" srcId="{A07D8A5F-64BB-4714-B73F-1E0DF0258A61}" destId="{0D277E9A-C8FD-4BE7-AD8D-F5E7A6E66E75}" srcOrd="0" destOrd="0" presId="urn:microsoft.com/office/officeart/2005/8/layout/vList2"/>
    <dgm:cxn modelId="{A8C12DCB-A52E-4DC7-8D44-70D8ED4747B1}" srcId="{43341C63-2BF8-4501-B495-D2AC295838D1}" destId="{CAFF1E31-E72B-43BC-B23A-C02F669EE886}" srcOrd="3" destOrd="0" parTransId="{5EE2A468-55F6-4E6E-9ACB-8A982EE551C5}" sibTransId="{22DD4008-C50C-4A55-BAC5-4A2FFCAEA26C}"/>
    <dgm:cxn modelId="{1E1BACCB-20D5-4A1E-8D01-8918BC5631DE}" type="presOf" srcId="{10934A2B-2984-4EE9-8877-5A25C4C6FC86}" destId="{D0E99C7C-7260-474F-80AB-546D10903482}" srcOrd="0" destOrd="0" presId="urn:microsoft.com/office/officeart/2005/8/layout/vList2"/>
    <dgm:cxn modelId="{C33C36CD-31B9-4507-B19A-48B3E8B4A804}" srcId="{43341C63-2BF8-4501-B495-D2AC295838D1}" destId="{B6B28F2E-BF9F-4526-90D6-B65D4252148D}" srcOrd="2" destOrd="0" parTransId="{F0256D70-1287-4F92-A14E-4504AE13D89F}" sibTransId="{3899392B-EC16-4780-B9D8-D3E9D97A4BC0}"/>
    <dgm:cxn modelId="{D20561DD-F33A-4E0B-A9C6-41C4EA6F2287}" type="presOf" srcId="{2B2546EA-C5F2-4AC2-A445-B427DBCEC618}" destId="{0D277E9A-C8FD-4BE7-AD8D-F5E7A6E66E75}" srcOrd="0" destOrd="5" presId="urn:microsoft.com/office/officeart/2005/8/layout/vList2"/>
    <dgm:cxn modelId="{B10D30F6-AE53-4391-B891-7C97E011B098}" srcId="{5034F461-85BE-4196-845A-7310FFD35A34}" destId="{10934A2B-2984-4EE9-8877-5A25C4C6FC86}" srcOrd="0" destOrd="0" parTransId="{D044066E-9390-41B6-B311-28F4D67D296A}" sibTransId="{50E2C551-708B-4595-BF73-086E243FB057}"/>
    <dgm:cxn modelId="{D5504D3A-CF1B-4B43-8471-9F3F3BFFFA4B}" type="presParOf" srcId="{87ED452D-FB23-4795-A978-386B9E39D10D}" destId="{D0E99C7C-7260-474F-80AB-546D10903482}" srcOrd="0" destOrd="0" presId="urn:microsoft.com/office/officeart/2005/8/layout/vList2"/>
    <dgm:cxn modelId="{65BCCC30-C8EB-4095-8F11-FFE95225E832}" type="presParOf" srcId="{87ED452D-FB23-4795-A978-386B9E39D10D}" destId="{BF36C2FC-20D6-4BD5-BB50-0585C957260D}" srcOrd="1" destOrd="0" presId="urn:microsoft.com/office/officeart/2005/8/layout/vList2"/>
    <dgm:cxn modelId="{1A72DC8C-2BFA-4E1D-BBC6-D7F7B1D9CEE8}" type="presParOf" srcId="{87ED452D-FB23-4795-A978-386B9E39D10D}" destId="{F3538DCA-B320-48AE-87C9-479CB5AF68EB}" srcOrd="2" destOrd="0" presId="urn:microsoft.com/office/officeart/2005/8/layout/vList2"/>
    <dgm:cxn modelId="{DEA528E7-429D-4E35-B3E2-C7728FE7D771}" type="presParOf" srcId="{87ED452D-FB23-4795-A978-386B9E39D10D}" destId="{0D277E9A-C8FD-4BE7-AD8D-F5E7A6E66E75}" srcOrd="3" destOrd="0" presId="urn:microsoft.com/office/officeart/2005/8/layout/vList2"/>
    <dgm:cxn modelId="{4F574450-B4B2-4FF3-BC3C-9B375A2FB51E}" type="presParOf" srcId="{87ED452D-FB23-4795-A978-386B9E39D10D}" destId="{82C6D477-6D5C-4484-AC90-7BA011E44CB6}" srcOrd="4" destOrd="0" presId="urn:microsoft.com/office/officeart/2005/8/layout/vList2"/>
    <dgm:cxn modelId="{F94C434D-0AB6-4E63-B51D-CBC911AC3A3F}" type="presParOf" srcId="{87ED452D-FB23-4795-A978-386B9E39D10D}" destId="{F4FBB681-0B4B-4BB5-90DB-4801A66A9E51}" srcOrd="5" destOrd="0" presId="urn:microsoft.com/office/officeart/2005/8/layout/vList2"/>
    <dgm:cxn modelId="{E6A3175A-16BE-47C5-956D-668AC1BA594A}" type="presParOf" srcId="{87ED452D-FB23-4795-A978-386B9E39D10D}" destId="{F6E2D2D3-682D-482B-92E5-773A99BF66CA}" srcOrd="6" destOrd="0" presId="urn:microsoft.com/office/officeart/2005/8/layout/vList2"/>
    <dgm:cxn modelId="{11F2E57B-1C0C-4660-8399-DC8E5347A2E3}" type="presParOf" srcId="{87ED452D-FB23-4795-A978-386B9E39D10D}" destId="{BA9B1194-C376-4564-B11E-0D9850B2A736}" srcOrd="7" destOrd="0" presId="urn:microsoft.com/office/officeart/2005/8/layout/vList2"/>
    <dgm:cxn modelId="{EDDF1AD0-8232-49F3-99A7-94EDBECA5D3E}" type="presParOf" srcId="{87ED452D-FB23-4795-A978-386B9E39D10D}" destId="{05E11DFA-8068-41CF-8119-33BE408DDC79}"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B3A4444-2222-4211-872F-0B062AA6BF23}" type="doc">
      <dgm:prSet loTypeId="urn:microsoft.com/office/officeart/2008/layout/LinedList" loCatId="list" qsTypeId="urn:microsoft.com/office/officeart/2005/8/quickstyle/simple1#71" qsCatId="simple" csTypeId="urn:microsoft.com/office/officeart/2005/8/colors/accent1_2#54" csCatId="accent1"/>
      <dgm:spPr/>
      <dgm:t>
        <a:bodyPr/>
        <a:lstStyle/>
        <a:p>
          <a:endParaRPr lang="en-US"/>
        </a:p>
      </dgm:t>
    </dgm:pt>
    <dgm:pt modelId="{491099D0-03A7-4CEA-87FA-7E6A794014AC}">
      <dgm:prSet/>
      <dgm:spPr/>
      <dgm:t>
        <a:bodyPr/>
        <a:lstStyle/>
        <a:p>
          <a:r>
            <a:rPr lang="en-US"/>
            <a:t>Some quality measurements are difficult to calculate using a simple formula.</a:t>
          </a:r>
        </a:p>
      </dgm:t>
    </dgm:pt>
    <dgm:pt modelId="{4DEE3755-FC52-494F-B42C-87D7C38F67CC}" type="parTrans" cxnId="{DCD13DE0-C73F-452D-AF58-66A875D3D584}">
      <dgm:prSet/>
      <dgm:spPr/>
      <dgm:t>
        <a:bodyPr/>
        <a:lstStyle/>
        <a:p>
          <a:endParaRPr lang="en-US"/>
        </a:p>
      </dgm:t>
    </dgm:pt>
    <dgm:pt modelId="{49C8F4D7-81DE-4F08-BB8C-DB43A33F59D4}" type="sibTrans" cxnId="{DCD13DE0-C73F-452D-AF58-66A875D3D584}">
      <dgm:prSet/>
      <dgm:spPr/>
      <dgm:t>
        <a:bodyPr/>
        <a:lstStyle/>
        <a:p>
          <a:endParaRPr lang="en-US"/>
        </a:p>
      </dgm:t>
    </dgm:pt>
    <dgm:pt modelId="{1E64172B-CA4C-49CB-A166-B541E0B7DA79}">
      <dgm:prSet/>
      <dgm:spPr/>
      <dgm:t>
        <a:bodyPr/>
        <a:lstStyle/>
        <a:p>
          <a:r>
            <a:rPr lang="en-US"/>
            <a:t>For example:</a:t>
          </a:r>
        </a:p>
      </dgm:t>
    </dgm:pt>
    <dgm:pt modelId="{DFA5AA74-5FAE-4CAC-BEAE-7B296660662B}" type="parTrans" cxnId="{E7A74D27-8709-4EC0-8681-D22DDB2193F8}">
      <dgm:prSet/>
      <dgm:spPr/>
      <dgm:t>
        <a:bodyPr/>
        <a:lstStyle/>
        <a:p>
          <a:endParaRPr lang="en-US"/>
        </a:p>
      </dgm:t>
    </dgm:pt>
    <dgm:pt modelId="{FAF463A2-A99F-4FD3-9CFE-C05750120BDC}" type="sibTrans" cxnId="{E7A74D27-8709-4EC0-8681-D22DDB2193F8}">
      <dgm:prSet/>
      <dgm:spPr/>
      <dgm:t>
        <a:bodyPr/>
        <a:lstStyle/>
        <a:p>
          <a:endParaRPr lang="en-US"/>
        </a:p>
      </dgm:t>
    </dgm:pt>
    <dgm:pt modelId="{D9173789-C7B9-4D5A-A055-9C9E4055DCF4}">
      <dgm:prSet/>
      <dgm:spPr/>
      <dgm:t>
        <a:bodyPr/>
        <a:lstStyle/>
        <a:p>
          <a:r>
            <a:rPr lang="en-US"/>
            <a:t>“How helpful is this answer?”</a:t>
          </a:r>
        </a:p>
      </dgm:t>
    </dgm:pt>
    <dgm:pt modelId="{23395F48-A6DD-4892-B6A8-4C9F0FE35511}" type="parTrans" cxnId="{8A064625-ACEF-47D2-B911-914362E6784E}">
      <dgm:prSet/>
      <dgm:spPr/>
      <dgm:t>
        <a:bodyPr/>
        <a:lstStyle/>
        <a:p>
          <a:endParaRPr lang="en-US"/>
        </a:p>
      </dgm:t>
    </dgm:pt>
    <dgm:pt modelId="{F4F30CC6-4B85-4BAC-A876-1FFDCCEE8D7B}" type="sibTrans" cxnId="{8A064625-ACEF-47D2-B911-914362E6784E}">
      <dgm:prSet/>
      <dgm:spPr/>
      <dgm:t>
        <a:bodyPr/>
        <a:lstStyle/>
        <a:p>
          <a:endParaRPr lang="en-US"/>
        </a:p>
      </dgm:t>
    </dgm:pt>
    <dgm:pt modelId="{533A8BD0-AA1E-4873-8DFD-A62FA2746DA7}">
      <dgm:prSet/>
      <dgm:spPr/>
      <dgm:t>
        <a:bodyPr/>
        <a:lstStyle/>
        <a:p>
          <a:r>
            <a:rPr lang="en-US"/>
            <a:t>A common approach is LLM-as-a-Judge.</a:t>
          </a:r>
        </a:p>
      </dgm:t>
    </dgm:pt>
    <dgm:pt modelId="{4C278821-4C07-46B8-98C7-041D078CF793}" type="parTrans" cxnId="{4E42C4E0-A193-478A-BA94-4BC21BFE3A8C}">
      <dgm:prSet/>
      <dgm:spPr/>
      <dgm:t>
        <a:bodyPr/>
        <a:lstStyle/>
        <a:p>
          <a:endParaRPr lang="en-US"/>
        </a:p>
      </dgm:t>
    </dgm:pt>
    <dgm:pt modelId="{DB60DD61-116E-4789-A7D5-66CEECD782BF}" type="sibTrans" cxnId="{4E42C4E0-A193-478A-BA94-4BC21BFE3A8C}">
      <dgm:prSet/>
      <dgm:spPr/>
      <dgm:t>
        <a:bodyPr/>
        <a:lstStyle/>
        <a:p>
          <a:endParaRPr lang="en-US"/>
        </a:p>
      </dgm:t>
    </dgm:pt>
    <dgm:pt modelId="{10F5D1C2-5FFC-4C2F-ACE7-027576E8458C}">
      <dgm:prSet/>
      <dgm:spPr/>
      <dgm:t>
        <a:bodyPr/>
        <a:lstStyle/>
        <a:p>
          <a:r>
            <a:rPr lang="en-US"/>
            <a:t>A separate Foundation Model evaluates the RAG response according to predefined instructions.</a:t>
          </a:r>
        </a:p>
      </dgm:t>
    </dgm:pt>
    <dgm:pt modelId="{AFE4C427-7EE0-4A4C-ADEB-9CED45D63B59}" type="parTrans" cxnId="{C8376A57-73A8-494D-BE05-4430879F3EB7}">
      <dgm:prSet/>
      <dgm:spPr/>
      <dgm:t>
        <a:bodyPr/>
        <a:lstStyle/>
        <a:p>
          <a:endParaRPr lang="en-US"/>
        </a:p>
      </dgm:t>
    </dgm:pt>
    <dgm:pt modelId="{A564B990-69BC-45FA-99EB-220E852F4B53}" type="sibTrans" cxnId="{C8376A57-73A8-494D-BE05-4430879F3EB7}">
      <dgm:prSet/>
      <dgm:spPr/>
      <dgm:t>
        <a:bodyPr/>
        <a:lstStyle/>
        <a:p>
          <a:endParaRPr lang="en-US"/>
        </a:p>
      </dgm:t>
    </dgm:pt>
    <dgm:pt modelId="{EBE63DE3-C5EE-4AAE-92D3-8CD4217798A9}">
      <dgm:prSet/>
      <dgm:spPr/>
      <dgm:t>
        <a:bodyPr/>
        <a:lstStyle/>
        <a:p>
          <a:r>
            <a:rPr lang="en-US"/>
            <a:t>The evaluation dataset can contain user prompts, reference answers, and expected reference context.</a:t>
          </a:r>
        </a:p>
      </dgm:t>
    </dgm:pt>
    <dgm:pt modelId="{1E3E5AA6-61C7-4856-81CE-3B7C32411A3B}" type="parTrans" cxnId="{03274FD5-88D5-410D-B68A-643DFBE523B7}">
      <dgm:prSet/>
      <dgm:spPr/>
      <dgm:t>
        <a:bodyPr/>
        <a:lstStyle/>
        <a:p>
          <a:endParaRPr lang="en-US"/>
        </a:p>
      </dgm:t>
    </dgm:pt>
    <dgm:pt modelId="{6B64FC17-91F0-46B9-B1A6-C1536C0B8666}" type="sibTrans" cxnId="{03274FD5-88D5-410D-B68A-643DFBE523B7}">
      <dgm:prSet/>
      <dgm:spPr/>
      <dgm:t>
        <a:bodyPr/>
        <a:lstStyle/>
        <a:p>
          <a:endParaRPr lang="en-US"/>
        </a:p>
      </dgm:t>
    </dgm:pt>
    <dgm:pt modelId="{73F157E8-124F-4554-97AC-DBECE9B0FE7F}">
      <dgm:prSet/>
      <dgm:spPr/>
      <dgm:t>
        <a:bodyPr/>
        <a:lstStyle/>
        <a:p>
          <a:r>
            <a:rPr lang="en-US"/>
            <a:t>The judge model compares the generated response with the expected result and produces a score.</a:t>
          </a:r>
        </a:p>
      </dgm:t>
    </dgm:pt>
    <dgm:pt modelId="{D507042D-2375-43C4-9042-827622B94074}" type="parTrans" cxnId="{E6D83243-A011-40C4-84DE-05D44C424DA8}">
      <dgm:prSet/>
      <dgm:spPr/>
      <dgm:t>
        <a:bodyPr/>
        <a:lstStyle/>
        <a:p>
          <a:endParaRPr lang="en-US"/>
        </a:p>
      </dgm:t>
    </dgm:pt>
    <dgm:pt modelId="{078FB2A3-325D-446F-AD7D-EFB0136D4D88}" type="sibTrans" cxnId="{E6D83243-A011-40C4-84DE-05D44C424DA8}">
      <dgm:prSet/>
      <dgm:spPr/>
      <dgm:t>
        <a:bodyPr/>
        <a:lstStyle/>
        <a:p>
          <a:endParaRPr lang="en-US"/>
        </a:p>
      </dgm:t>
    </dgm:pt>
    <dgm:pt modelId="{3DBF6294-6520-4FAA-A418-F18092FDFB30}">
      <dgm:prSet/>
      <dgm:spPr/>
      <dgm:t>
        <a:bodyPr/>
        <a:lstStyle/>
        <a:p>
          <a:r>
            <a:rPr lang="en-US"/>
            <a:t>Example:</a:t>
          </a:r>
        </a:p>
      </dgm:t>
    </dgm:pt>
    <dgm:pt modelId="{36B98A65-1FFF-4F23-BDE4-B6BBE782A3E0}" type="parTrans" cxnId="{B35F5B4C-2C02-4A05-8A9B-9750D3DB1DE8}">
      <dgm:prSet/>
      <dgm:spPr/>
      <dgm:t>
        <a:bodyPr/>
        <a:lstStyle/>
        <a:p>
          <a:endParaRPr lang="en-US"/>
        </a:p>
      </dgm:t>
    </dgm:pt>
    <dgm:pt modelId="{7E280CE3-5906-4C34-AABE-223DF022758C}" type="sibTrans" cxnId="{B35F5B4C-2C02-4A05-8A9B-9750D3DB1DE8}">
      <dgm:prSet/>
      <dgm:spPr/>
      <dgm:t>
        <a:bodyPr/>
        <a:lstStyle/>
        <a:p>
          <a:endParaRPr lang="en-US"/>
        </a:p>
      </dgm:t>
    </dgm:pt>
    <dgm:pt modelId="{5CC7F3B6-DA6D-4504-8D5A-AB6A0643863D}">
      <dgm:prSet/>
      <dgm:spPr/>
      <dgm:t>
        <a:bodyPr/>
        <a:lstStyle/>
        <a:p>
          <a:r>
            <a:rPr lang="en-US"/>
            <a:t>Question: How many vacation days do new employees receive?</a:t>
          </a:r>
        </a:p>
      </dgm:t>
    </dgm:pt>
    <dgm:pt modelId="{CBC9AA13-2E9C-42B7-BF3C-63DAF1590E29}" type="parTrans" cxnId="{D7E26E26-3087-47DB-B613-4A24D706AE43}">
      <dgm:prSet/>
      <dgm:spPr/>
      <dgm:t>
        <a:bodyPr/>
        <a:lstStyle/>
        <a:p>
          <a:endParaRPr lang="en-US"/>
        </a:p>
      </dgm:t>
    </dgm:pt>
    <dgm:pt modelId="{8C4D2C28-8E63-4F3D-9D49-936EAE28005E}" type="sibTrans" cxnId="{D7E26E26-3087-47DB-B613-4A24D706AE43}">
      <dgm:prSet/>
      <dgm:spPr/>
      <dgm:t>
        <a:bodyPr/>
        <a:lstStyle/>
        <a:p>
          <a:endParaRPr lang="en-US"/>
        </a:p>
      </dgm:t>
    </dgm:pt>
    <dgm:pt modelId="{B77C744C-668F-41C9-BBD9-1DF43A99DC73}">
      <dgm:prSet/>
      <dgm:spPr/>
      <dgm:t>
        <a:bodyPr/>
        <a:lstStyle/>
        <a:p>
          <a:r>
            <a:rPr lang="en-US"/>
            <a:t>Reference answer: 15 days.</a:t>
          </a:r>
        </a:p>
      </dgm:t>
    </dgm:pt>
    <dgm:pt modelId="{3C19E1C3-CD8F-4A29-98F2-5066224A8840}" type="parTrans" cxnId="{0AC0CEB1-05B4-4A68-B09E-2CD4FE309E7D}">
      <dgm:prSet/>
      <dgm:spPr/>
      <dgm:t>
        <a:bodyPr/>
        <a:lstStyle/>
        <a:p>
          <a:endParaRPr lang="en-US"/>
        </a:p>
      </dgm:t>
    </dgm:pt>
    <dgm:pt modelId="{28F94D5E-A334-49A9-9700-0AD4118DF461}" type="sibTrans" cxnId="{0AC0CEB1-05B4-4A68-B09E-2CD4FE309E7D}">
      <dgm:prSet/>
      <dgm:spPr/>
      <dgm:t>
        <a:bodyPr/>
        <a:lstStyle/>
        <a:p>
          <a:endParaRPr lang="en-US"/>
        </a:p>
      </dgm:t>
    </dgm:pt>
    <dgm:pt modelId="{48BC3944-CE6D-4CAA-B4F5-CEE5E9F4A8D9}">
      <dgm:prSet/>
      <dgm:spPr/>
      <dgm:t>
        <a:bodyPr/>
        <a:lstStyle/>
        <a:p>
          <a:r>
            <a:rPr lang="en-US"/>
            <a:t>RAG response: New employees receive 15 vacation days.</a:t>
          </a:r>
        </a:p>
      </dgm:t>
    </dgm:pt>
    <dgm:pt modelId="{21B980F7-1098-4C67-81CB-D3414D3BBEFC}" type="parTrans" cxnId="{2AF63517-AABF-4BE0-8854-3E591C974A06}">
      <dgm:prSet/>
      <dgm:spPr/>
      <dgm:t>
        <a:bodyPr/>
        <a:lstStyle/>
        <a:p>
          <a:endParaRPr lang="en-US"/>
        </a:p>
      </dgm:t>
    </dgm:pt>
    <dgm:pt modelId="{641B2A74-E6DF-4C92-A5AD-9E59A26C139C}" type="sibTrans" cxnId="{2AF63517-AABF-4BE0-8854-3E591C974A06}">
      <dgm:prSet/>
      <dgm:spPr/>
      <dgm:t>
        <a:bodyPr/>
        <a:lstStyle/>
        <a:p>
          <a:endParaRPr lang="en-US"/>
        </a:p>
      </dgm:t>
    </dgm:pt>
    <dgm:pt modelId="{0A763DD3-729F-4C6E-A219-9208C8815F29}">
      <dgm:prSet/>
      <dgm:spPr/>
      <dgm:t>
        <a:bodyPr/>
        <a:lstStyle/>
        <a:p>
          <a:r>
            <a:rPr lang="en-US"/>
            <a:t>This should receive a strong score because the meaning matches the reference answer.</a:t>
          </a:r>
        </a:p>
      </dgm:t>
    </dgm:pt>
    <dgm:pt modelId="{C6368555-23D9-49F0-98B7-BEDBD2E186E6}" type="parTrans" cxnId="{57786B41-3B42-452D-8F3C-0F667E428FFE}">
      <dgm:prSet/>
      <dgm:spPr/>
      <dgm:t>
        <a:bodyPr/>
        <a:lstStyle/>
        <a:p>
          <a:endParaRPr lang="en-US"/>
        </a:p>
      </dgm:t>
    </dgm:pt>
    <dgm:pt modelId="{72F7E98B-C098-434A-AF44-A900BE4D404B}" type="sibTrans" cxnId="{57786B41-3B42-452D-8F3C-0F667E428FFE}">
      <dgm:prSet/>
      <dgm:spPr/>
      <dgm:t>
        <a:bodyPr/>
        <a:lstStyle/>
        <a:p>
          <a:endParaRPr lang="en-US"/>
        </a:p>
      </dgm:t>
    </dgm:pt>
    <dgm:pt modelId="{8D5F2E19-809A-4284-89F8-040C3D6756C7}">
      <dgm:prSet/>
      <dgm:spPr/>
      <dgm:t>
        <a:bodyPr/>
        <a:lstStyle/>
        <a:p>
          <a:r>
            <a:rPr lang="en-US"/>
            <a:t>Different judge models may produce slightly different scores, so evaluation is useful but not perfectly objective.</a:t>
          </a:r>
        </a:p>
      </dgm:t>
    </dgm:pt>
    <dgm:pt modelId="{A1261B71-1F26-4D76-ABC4-1EF5C8B3D2A2}" type="parTrans" cxnId="{9A324F02-0C0B-4FAF-BB8F-FF416C4DA5BA}">
      <dgm:prSet/>
      <dgm:spPr/>
      <dgm:t>
        <a:bodyPr/>
        <a:lstStyle/>
        <a:p>
          <a:endParaRPr lang="en-US"/>
        </a:p>
      </dgm:t>
    </dgm:pt>
    <dgm:pt modelId="{46A4357E-C4F8-4804-B973-E3DCF848DE3B}" type="sibTrans" cxnId="{9A324F02-0C0B-4FAF-BB8F-FF416C4DA5BA}">
      <dgm:prSet/>
      <dgm:spPr/>
      <dgm:t>
        <a:bodyPr/>
        <a:lstStyle/>
        <a:p>
          <a:endParaRPr lang="en-US"/>
        </a:p>
      </dgm:t>
    </dgm:pt>
    <dgm:pt modelId="{E77BC85D-BF62-43B5-A121-93E61EE75015}" type="pres">
      <dgm:prSet presAssocID="{FB3A4444-2222-4211-872F-0B062AA6BF23}" presName="vert0" presStyleCnt="0">
        <dgm:presLayoutVars>
          <dgm:dir/>
          <dgm:animOne val="branch"/>
          <dgm:animLvl val="lvl"/>
        </dgm:presLayoutVars>
      </dgm:prSet>
      <dgm:spPr/>
    </dgm:pt>
    <dgm:pt modelId="{A85C5BEF-0707-478D-86EC-4982A5080D8B}" type="pres">
      <dgm:prSet presAssocID="{491099D0-03A7-4CEA-87FA-7E6A794014AC}" presName="thickLine" presStyleLbl="alignNode1" presStyleIdx="0" presStyleCnt="13"/>
      <dgm:spPr/>
    </dgm:pt>
    <dgm:pt modelId="{F63B4F06-9A44-47F3-AD99-F1F46533E0C2}" type="pres">
      <dgm:prSet presAssocID="{491099D0-03A7-4CEA-87FA-7E6A794014AC}" presName="horz1" presStyleCnt="0"/>
      <dgm:spPr/>
    </dgm:pt>
    <dgm:pt modelId="{EA4B552C-0DA1-4EBB-847D-EEC1F0F64D2E}" type="pres">
      <dgm:prSet presAssocID="{491099D0-03A7-4CEA-87FA-7E6A794014AC}" presName="tx1" presStyleLbl="revTx" presStyleIdx="0" presStyleCnt="13"/>
      <dgm:spPr/>
    </dgm:pt>
    <dgm:pt modelId="{17430D08-4391-409E-A38B-18A7A67D9BA4}" type="pres">
      <dgm:prSet presAssocID="{491099D0-03A7-4CEA-87FA-7E6A794014AC}" presName="vert1" presStyleCnt="0"/>
      <dgm:spPr/>
    </dgm:pt>
    <dgm:pt modelId="{4970600B-B72A-4758-B504-157181ED7881}" type="pres">
      <dgm:prSet presAssocID="{1E64172B-CA4C-49CB-A166-B541E0B7DA79}" presName="thickLine" presStyleLbl="alignNode1" presStyleIdx="1" presStyleCnt="13"/>
      <dgm:spPr/>
    </dgm:pt>
    <dgm:pt modelId="{CBF6E9F8-4E7B-4466-8F76-888F0A5A0B95}" type="pres">
      <dgm:prSet presAssocID="{1E64172B-CA4C-49CB-A166-B541E0B7DA79}" presName="horz1" presStyleCnt="0"/>
      <dgm:spPr/>
    </dgm:pt>
    <dgm:pt modelId="{297AE0DB-7189-4D84-8920-2207CD669D49}" type="pres">
      <dgm:prSet presAssocID="{1E64172B-CA4C-49CB-A166-B541E0B7DA79}" presName="tx1" presStyleLbl="revTx" presStyleIdx="1" presStyleCnt="13"/>
      <dgm:spPr/>
    </dgm:pt>
    <dgm:pt modelId="{2BBB6E49-0BEE-49B2-9619-E40774908848}" type="pres">
      <dgm:prSet presAssocID="{1E64172B-CA4C-49CB-A166-B541E0B7DA79}" presName="vert1" presStyleCnt="0"/>
      <dgm:spPr/>
    </dgm:pt>
    <dgm:pt modelId="{8E0DC0D3-76C0-4F48-9E6E-B3F9ADEECBBD}" type="pres">
      <dgm:prSet presAssocID="{D9173789-C7B9-4D5A-A055-9C9E4055DCF4}" presName="thickLine" presStyleLbl="alignNode1" presStyleIdx="2" presStyleCnt="13"/>
      <dgm:spPr/>
    </dgm:pt>
    <dgm:pt modelId="{C76EE507-B4B2-40AE-8A5F-C000282C5A10}" type="pres">
      <dgm:prSet presAssocID="{D9173789-C7B9-4D5A-A055-9C9E4055DCF4}" presName="horz1" presStyleCnt="0"/>
      <dgm:spPr/>
    </dgm:pt>
    <dgm:pt modelId="{806BD7DB-563F-4436-A7E6-211AC46C6D24}" type="pres">
      <dgm:prSet presAssocID="{D9173789-C7B9-4D5A-A055-9C9E4055DCF4}" presName="tx1" presStyleLbl="revTx" presStyleIdx="2" presStyleCnt="13"/>
      <dgm:spPr/>
    </dgm:pt>
    <dgm:pt modelId="{9ED417A8-48B4-4356-9EF3-6A1F8E03D1CD}" type="pres">
      <dgm:prSet presAssocID="{D9173789-C7B9-4D5A-A055-9C9E4055DCF4}" presName="vert1" presStyleCnt="0"/>
      <dgm:spPr/>
    </dgm:pt>
    <dgm:pt modelId="{5986E12B-FEB6-44E2-8436-05863530D626}" type="pres">
      <dgm:prSet presAssocID="{533A8BD0-AA1E-4873-8DFD-A62FA2746DA7}" presName="thickLine" presStyleLbl="alignNode1" presStyleIdx="3" presStyleCnt="13"/>
      <dgm:spPr/>
    </dgm:pt>
    <dgm:pt modelId="{91DE8C33-31DA-4F74-A1E8-1801C6B773F8}" type="pres">
      <dgm:prSet presAssocID="{533A8BD0-AA1E-4873-8DFD-A62FA2746DA7}" presName="horz1" presStyleCnt="0"/>
      <dgm:spPr/>
    </dgm:pt>
    <dgm:pt modelId="{9D6BBBC9-8CC3-41C0-B25B-982562BC7A78}" type="pres">
      <dgm:prSet presAssocID="{533A8BD0-AA1E-4873-8DFD-A62FA2746DA7}" presName="tx1" presStyleLbl="revTx" presStyleIdx="3" presStyleCnt="13"/>
      <dgm:spPr/>
    </dgm:pt>
    <dgm:pt modelId="{3E825731-93EB-47BA-A23A-23B95C011C11}" type="pres">
      <dgm:prSet presAssocID="{533A8BD0-AA1E-4873-8DFD-A62FA2746DA7}" presName="vert1" presStyleCnt="0"/>
      <dgm:spPr/>
    </dgm:pt>
    <dgm:pt modelId="{578682AA-E1B6-4530-A743-6CA4E199D3E2}" type="pres">
      <dgm:prSet presAssocID="{10F5D1C2-5FFC-4C2F-ACE7-027576E8458C}" presName="thickLine" presStyleLbl="alignNode1" presStyleIdx="4" presStyleCnt="13"/>
      <dgm:spPr/>
    </dgm:pt>
    <dgm:pt modelId="{549070F5-CE7D-4DCF-85B5-D3DABCD388E6}" type="pres">
      <dgm:prSet presAssocID="{10F5D1C2-5FFC-4C2F-ACE7-027576E8458C}" presName="horz1" presStyleCnt="0"/>
      <dgm:spPr/>
    </dgm:pt>
    <dgm:pt modelId="{C25B52FC-CC2A-46FA-BC8C-CA64E6FB02FE}" type="pres">
      <dgm:prSet presAssocID="{10F5D1C2-5FFC-4C2F-ACE7-027576E8458C}" presName="tx1" presStyleLbl="revTx" presStyleIdx="4" presStyleCnt="13"/>
      <dgm:spPr/>
    </dgm:pt>
    <dgm:pt modelId="{77FB1D13-77F6-40DD-8326-23A1EA6F1335}" type="pres">
      <dgm:prSet presAssocID="{10F5D1C2-5FFC-4C2F-ACE7-027576E8458C}" presName="vert1" presStyleCnt="0"/>
      <dgm:spPr/>
    </dgm:pt>
    <dgm:pt modelId="{38CBC182-9E72-4FB9-9D5D-9F574CA22EEA}" type="pres">
      <dgm:prSet presAssocID="{EBE63DE3-C5EE-4AAE-92D3-8CD4217798A9}" presName="thickLine" presStyleLbl="alignNode1" presStyleIdx="5" presStyleCnt="13"/>
      <dgm:spPr/>
    </dgm:pt>
    <dgm:pt modelId="{754DE91C-C462-4E4B-81DF-53E544069711}" type="pres">
      <dgm:prSet presAssocID="{EBE63DE3-C5EE-4AAE-92D3-8CD4217798A9}" presName="horz1" presStyleCnt="0"/>
      <dgm:spPr/>
    </dgm:pt>
    <dgm:pt modelId="{16203A64-67C6-4058-ABBB-08F8844F1159}" type="pres">
      <dgm:prSet presAssocID="{EBE63DE3-C5EE-4AAE-92D3-8CD4217798A9}" presName="tx1" presStyleLbl="revTx" presStyleIdx="5" presStyleCnt="13"/>
      <dgm:spPr/>
    </dgm:pt>
    <dgm:pt modelId="{279E29A0-CBC8-4554-8B54-5E5E55505E41}" type="pres">
      <dgm:prSet presAssocID="{EBE63DE3-C5EE-4AAE-92D3-8CD4217798A9}" presName="vert1" presStyleCnt="0"/>
      <dgm:spPr/>
    </dgm:pt>
    <dgm:pt modelId="{19120DAB-348A-459A-9B85-0391CAE8562B}" type="pres">
      <dgm:prSet presAssocID="{73F157E8-124F-4554-97AC-DBECE9B0FE7F}" presName="thickLine" presStyleLbl="alignNode1" presStyleIdx="6" presStyleCnt="13"/>
      <dgm:spPr/>
    </dgm:pt>
    <dgm:pt modelId="{5AA93CCE-46B0-454E-B884-0C27162514E7}" type="pres">
      <dgm:prSet presAssocID="{73F157E8-124F-4554-97AC-DBECE9B0FE7F}" presName="horz1" presStyleCnt="0"/>
      <dgm:spPr/>
    </dgm:pt>
    <dgm:pt modelId="{7BF501CA-5967-4D50-B147-DE69829CCBC3}" type="pres">
      <dgm:prSet presAssocID="{73F157E8-124F-4554-97AC-DBECE9B0FE7F}" presName="tx1" presStyleLbl="revTx" presStyleIdx="6" presStyleCnt="13"/>
      <dgm:spPr/>
    </dgm:pt>
    <dgm:pt modelId="{D66EE859-05D6-45D9-8A49-4FC66FDE3EDD}" type="pres">
      <dgm:prSet presAssocID="{73F157E8-124F-4554-97AC-DBECE9B0FE7F}" presName="vert1" presStyleCnt="0"/>
      <dgm:spPr/>
    </dgm:pt>
    <dgm:pt modelId="{8F2743A3-6552-460F-9A8D-85E8131F238E}" type="pres">
      <dgm:prSet presAssocID="{3DBF6294-6520-4FAA-A418-F18092FDFB30}" presName="thickLine" presStyleLbl="alignNode1" presStyleIdx="7" presStyleCnt="13"/>
      <dgm:spPr/>
    </dgm:pt>
    <dgm:pt modelId="{7231D97E-9180-4387-97CB-9446CC61536D}" type="pres">
      <dgm:prSet presAssocID="{3DBF6294-6520-4FAA-A418-F18092FDFB30}" presName="horz1" presStyleCnt="0"/>
      <dgm:spPr/>
    </dgm:pt>
    <dgm:pt modelId="{1B55B180-4E05-48CA-A4D4-872B4C051E94}" type="pres">
      <dgm:prSet presAssocID="{3DBF6294-6520-4FAA-A418-F18092FDFB30}" presName="tx1" presStyleLbl="revTx" presStyleIdx="7" presStyleCnt="13"/>
      <dgm:spPr/>
    </dgm:pt>
    <dgm:pt modelId="{A2A6C5FF-77D7-46CD-83E9-2D8B4F0C3689}" type="pres">
      <dgm:prSet presAssocID="{3DBF6294-6520-4FAA-A418-F18092FDFB30}" presName="vert1" presStyleCnt="0"/>
      <dgm:spPr/>
    </dgm:pt>
    <dgm:pt modelId="{73243167-BD8E-4AC5-A58F-550D9B5E0A1C}" type="pres">
      <dgm:prSet presAssocID="{5CC7F3B6-DA6D-4504-8D5A-AB6A0643863D}" presName="thickLine" presStyleLbl="alignNode1" presStyleIdx="8" presStyleCnt="13"/>
      <dgm:spPr/>
    </dgm:pt>
    <dgm:pt modelId="{16DFB5FD-2901-4948-AA7A-78656C7CC8C3}" type="pres">
      <dgm:prSet presAssocID="{5CC7F3B6-DA6D-4504-8D5A-AB6A0643863D}" presName="horz1" presStyleCnt="0"/>
      <dgm:spPr/>
    </dgm:pt>
    <dgm:pt modelId="{8847E4E9-4C10-4218-996A-53EA0FC4D494}" type="pres">
      <dgm:prSet presAssocID="{5CC7F3B6-DA6D-4504-8D5A-AB6A0643863D}" presName="tx1" presStyleLbl="revTx" presStyleIdx="8" presStyleCnt="13"/>
      <dgm:spPr/>
    </dgm:pt>
    <dgm:pt modelId="{FB266A52-DD12-4FEC-9382-57A1F0190696}" type="pres">
      <dgm:prSet presAssocID="{5CC7F3B6-DA6D-4504-8D5A-AB6A0643863D}" presName="vert1" presStyleCnt="0"/>
      <dgm:spPr/>
    </dgm:pt>
    <dgm:pt modelId="{83F126A5-4D32-4B24-A750-36D5D8F57DF4}" type="pres">
      <dgm:prSet presAssocID="{B77C744C-668F-41C9-BBD9-1DF43A99DC73}" presName="thickLine" presStyleLbl="alignNode1" presStyleIdx="9" presStyleCnt="13"/>
      <dgm:spPr/>
    </dgm:pt>
    <dgm:pt modelId="{85C74AD3-2BD2-4E4A-AE0F-0ECA7AA0AD30}" type="pres">
      <dgm:prSet presAssocID="{B77C744C-668F-41C9-BBD9-1DF43A99DC73}" presName="horz1" presStyleCnt="0"/>
      <dgm:spPr/>
    </dgm:pt>
    <dgm:pt modelId="{251F51C2-27A6-4ACB-AC60-FD05621F49F7}" type="pres">
      <dgm:prSet presAssocID="{B77C744C-668F-41C9-BBD9-1DF43A99DC73}" presName="tx1" presStyleLbl="revTx" presStyleIdx="9" presStyleCnt="13"/>
      <dgm:spPr/>
    </dgm:pt>
    <dgm:pt modelId="{30133474-0BFC-4C65-B774-6975BAE3E4F3}" type="pres">
      <dgm:prSet presAssocID="{B77C744C-668F-41C9-BBD9-1DF43A99DC73}" presName="vert1" presStyleCnt="0"/>
      <dgm:spPr/>
    </dgm:pt>
    <dgm:pt modelId="{A32BBDFC-98B9-4495-9708-8824C6B17922}" type="pres">
      <dgm:prSet presAssocID="{48BC3944-CE6D-4CAA-B4F5-CEE5E9F4A8D9}" presName="thickLine" presStyleLbl="alignNode1" presStyleIdx="10" presStyleCnt="13"/>
      <dgm:spPr/>
    </dgm:pt>
    <dgm:pt modelId="{ECF8706A-BABC-431F-BE19-4474D2AF263F}" type="pres">
      <dgm:prSet presAssocID="{48BC3944-CE6D-4CAA-B4F5-CEE5E9F4A8D9}" presName="horz1" presStyleCnt="0"/>
      <dgm:spPr/>
    </dgm:pt>
    <dgm:pt modelId="{F0CAECBB-BFDD-4FA2-A33C-7044251D9203}" type="pres">
      <dgm:prSet presAssocID="{48BC3944-CE6D-4CAA-B4F5-CEE5E9F4A8D9}" presName="tx1" presStyleLbl="revTx" presStyleIdx="10" presStyleCnt="13"/>
      <dgm:spPr/>
    </dgm:pt>
    <dgm:pt modelId="{C4844EB2-B9DC-439E-8C48-01CC3C06D699}" type="pres">
      <dgm:prSet presAssocID="{48BC3944-CE6D-4CAA-B4F5-CEE5E9F4A8D9}" presName="vert1" presStyleCnt="0"/>
      <dgm:spPr/>
    </dgm:pt>
    <dgm:pt modelId="{0C504B1D-1437-45CF-BF11-99300650E890}" type="pres">
      <dgm:prSet presAssocID="{0A763DD3-729F-4C6E-A219-9208C8815F29}" presName="thickLine" presStyleLbl="alignNode1" presStyleIdx="11" presStyleCnt="13"/>
      <dgm:spPr/>
    </dgm:pt>
    <dgm:pt modelId="{2E76BB2E-F799-4EBE-95AC-781FAB8751D3}" type="pres">
      <dgm:prSet presAssocID="{0A763DD3-729F-4C6E-A219-9208C8815F29}" presName="horz1" presStyleCnt="0"/>
      <dgm:spPr/>
    </dgm:pt>
    <dgm:pt modelId="{5F71A618-3344-4401-8F2C-588F0F01C016}" type="pres">
      <dgm:prSet presAssocID="{0A763DD3-729F-4C6E-A219-9208C8815F29}" presName="tx1" presStyleLbl="revTx" presStyleIdx="11" presStyleCnt="13"/>
      <dgm:spPr/>
    </dgm:pt>
    <dgm:pt modelId="{4FBDE5A6-E3C5-4D07-807A-6F2C686FF099}" type="pres">
      <dgm:prSet presAssocID="{0A763DD3-729F-4C6E-A219-9208C8815F29}" presName="vert1" presStyleCnt="0"/>
      <dgm:spPr/>
    </dgm:pt>
    <dgm:pt modelId="{7A8948F8-5E77-47EC-B185-0C2DA31F6512}" type="pres">
      <dgm:prSet presAssocID="{8D5F2E19-809A-4284-89F8-040C3D6756C7}" presName="thickLine" presStyleLbl="alignNode1" presStyleIdx="12" presStyleCnt="13"/>
      <dgm:spPr/>
    </dgm:pt>
    <dgm:pt modelId="{3F8630FC-4FC7-4A02-A94E-9CEBC5457160}" type="pres">
      <dgm:prSet presAssocID="{8D5F2E19-809A-4284-89F8-040C3D6756C7}" presName="horz1" presStyleCnt="0"/>
      <dgm:spPr/>
    </dgm:pt>
    <dgm:pt modelId="{5221934E-ADD6-4093-82E3-B75118F1C15F}" type="pres">
      <dgm:prSet presAssocID="{8D5F2E19-809A-4284-89F8-040C3D6756C7}" presName="tx1" presStyleLbl="revTx" presStyleIdx="12" presStyleCnt="13"/>
      <dgm:spPr/>
    </dgm:pt>
    <dgm:pt modelId="{5F70F0E9-14E1-4686-B969-DAF8A906A317}" type="pres">
      <dgm:prSet presAssocID="{8D5F2E19-809A-4284-89F8-040C3D6756C7}" presName="vert1" presStyleCnt="0"/>
      <dgm:spPr/>
    </dgm:pt>
  </dgm:ptLst>
  <dgm:cxnLst>
    <dgm:cxn modelId="{9A324F02-0C0B-4FAF-BB8F-FF416C4DA5BA}" srcId="{FB3A4444-2222-4211-872F-0B062AA6BF23}" destId="{8D5F2E19-809A-4284-89F8-040C3D6756C7}" srcOrd="12" destOrd="0" parTransId="{A1261B71-1F26-4D76-ABC4-1EF5C8B3D2A2}" sibTransId="{46A4357E-C4F8-4804-B973-E3DCF848DE3B}"/>
    <dgm:cxn modelId="{2AF63517-AABF-4BE0-8854-3E591C974A06}" srcId="{FB3A4444-2222-4211-872F-0B062AA6BF23}" destId="{48BC3944-CE6D-4CAA-B4F5-CEE5E9F4A8D9}" srcOrd="10" destOrd="0" parTransId="{21B980F7-1098-4C67-81CB-D3414D3BBEFC}" sibTransId="{641B2A74-E6DF-4C92-A5AD-9E59A26C139C}"/>
    <dgm:cxn modelId="{8A064625-ACEF-47D2-B911-914362E6784E}" srcId="{FB3A4444-2222-4211-872F-0B062AA6BF23}" destId="{D9173789-C7B9-4D5A-A055-9C9E4055DCF4}" srcOrd="2" destOrd="0" parTransId="{23395F48-A6DD-4892-B6A8-4C9F0FE35511}" sibTransId="{F4F30CC6-4B85-4BAC-A876-1FFDCCEE8D7B}"/>
    <dgm:cxn modelId="{D7E26E26-3087-47DB-B613-4A24D706AE43}" srcId="{FB3A4444-2222-4211-872F-0B062AA6BF23}" destId="{5CC7F3B6-DA6D-4504-8D5A-AB6A0643863D}" srcOrd="8" destOrd="0" parTransId="{CBC9AA13-2E9C-42B7-BF3C-63DAF1590E29}" sibTransId="{8C4D2C28-8E63-4F3D-9D49-936EAE28005E}"/>
    <dgm:cxn modelId="{E7A74D27-8709-4EC0-8681-D22DDB2193F8}" srcId="{FB3A4444-2222-4211-872F-0B062AA6BF23}" destId="{1E64172B-CA4C-49CB-A166-B541E0B7DA79}" srcOrd="1" destOrd="0" parTransId="{DFA5AA74-5FAE-4CAC-BEAE-7B296660662B}" sibTransId="{FAF463A2-A99F-4FD3-9CFE-C05750120BDC}"/>
    <dgm:cxn modelId="{57786B41-3B42-452D-8F3C-0F667E428FFE}" srcId="{FB3A4444-2222-4211-872F-0B062AA6BF23}" destId="{0A763DD3-729F-4C6E-A219-9208C8815F29}" srcOrd="11" destOrd="0" parTransId="{C6368555-23D9-49F0-98B7-BEDBD2E186E6}" sibTransId="{72F7E98B-C098-434A-AF44-A900BE4D404B}"/>
    <dgm:cxn modelId="{E6D83243-A011-40C4-84DE-05D44C424DA8}" srcId="{FB3A4444-2222-4211-872F-0B062AA6BF23}" destId="{73F157E8-124F-4554-97AC-DBECE9B0FE7F}" srcOrd="6" destOrd="0" parTransId="{D507042D-2375-43C4-9042-827622B94074}" sibTransId="{078FB2A3-325D-446F-AD7D-EFB0136D4D88}"/>
    <dgm:cxn modelId="{71734E45-D2BC-4B22-B012-D3A29FE7EE83}" type="presOf" srcId="{D9173789-C7B9-4D5A-A055-9C9E4055DCF4}" destId="{806BD7DB-563F-4436-A7E6-211AC46C6D24}" srcOrd="0" destOrd="0" presId="urn:microsoft.com/office/officeart/2008/layout/LinedList"/>
    <dgm:cxn modelId="{E8245E6B-78FA-43FB-BA7E-F3AB0DC1778A}" type="presOf" srcId="{B77C744C-668F-41C9-BBD9-1DF43A99DC73}" destId="{251F51C2-27A6-4ACB-AC60-FD05621F49F7}" srcOrd="0" destOrd="0" presId="urn:microsoft.com/office/officeart/2008/layout/LinedList"/>
    <dgm:cxn modelId="{B35F5B4C-2C02-4A05-8A9B-9750D3DB1DE8}" srcId="{FB3A4444-2222-4211-872F-0B062AA6BF23}" destId="{3DBF6294-6520-4FAA-A418-F18092FDFB30}" srcOrd="7" destOrd="0" parTransId="{36B98A65-1FFF-4F23-BDE4-B6BBE782A3E0}" sibTransId="{7E280CE3-5906-4C34-AABE-223DF022758C}"/>
    <dgm:cxn modelId="{DB984971-E18E-4C27-8F5E-FAB74B1E94FA}" type="presOf" srcId="{5CC7F3B6-DA6D-4504-8D5A-AB6A0643863D}" destId="{8847E4E9-4C10-4218-996A-53EA0FC4D494}" srcOrd="0" destOrd="0" presId="urn:microsoft.com/office/officeart/2008/layout/LinedList"/>
    <dgm:cxn modelId="{C8376A57-73A8-494D-BE05-4430879F3EB7}" srcId="{FB3A4444-2222-4211-872F-0B062AA6BF23}" destId="{10F5D1C2-5FFC-4C2F-ACE7-027576E8458C}" srcOrd="4" destOrd="0" parTransId="{AFE4C427-7EE0-4A4C-ADEB-9CED45D63B59}" sibTransId="{A564B990-69BC-45FA-99EB-220E852F4B53}"/>
    <dgm:cxn modelId="{C779F259-1B29-42E5-94FD-D1F4454B5C9E}" type="presOf" srcId="{491099D0-03A7-4CEA-87FA-7E6A794014AC}" destId="{EA4B552C-0DA1-4EBB-847D-EEC1F0F64D2E}" srcOrd="0" destOrd="0" presId="urn:microsoft.com/office/officeart/2008/layout/LinedList"/>
    <dgm:cxn modelId="{86A10880-8B44-4D2A-814A-5F46B489F0B3}" type="presOf" srcId="{10F5D1C2-5FFC-4C2F-ACE7-027576E8458C}" destId="{C25B52FC-CC2A-46FA-BC8C-CA64E6FB02FE}" srcOrd="0" destOrd="0" presId="urn:microsoft.com/office/officeart/2008/layout/LinedList"/>
    <dgm:cxn modelId="{C1166787-E100-46FE-BEF7-DAABA637D8E5}" type="presOf" srcId="{0A763DD3-729F-4C6E-A219-9208C8815F29}" destId="{5F71A618-3344-4401-8F2C-588F0F01C016}" srcOrd="0" destOrd="0" presId="urn:microsoft.com/office/officeart/2008/layout/LinedList"/>
    <dgm:cxn modelId="{BC9AC38B-F210-4920-A905-86051A1DA869}" type="presOf" srcId="{1E64172B-CA4C-49CB-A166-B541E0B7DA79}" destId="{297AE0DB-7189-4D84-8920-2207CD669D49}" srcOrd="0" destOrd="0" presId="urn:microsoft.com/office/officeart/2008/layout/LinedList"/>
    <dgm:cxn modelId="{847009AB-F4B6-4F24-A273-9172B272326C}" type="presOf" srcId="{533A8BD0-AA1E-4873-8DFD-A62FA2746DA7}" destId="{9D6BBBC9-8CC3-41C0-B25B-982562BC7A78}" srcOrd="0" destOrd="0" presId="urn:microsoft.com/office/officeart/2008/layout/LinedList"/>
    <dgm:cxn modelId="{567506AF-3A10-40BE-A932-C9EBAEDC5983}" type="presOf" srcId="{3DBF6294-6520-4FAA-A418-F18092FDFB30}" destId="{1B55B180-4E05-48CA-A4D4-872B4C051E94}" srcOrd="0" destOrd="0" presId="urn:microsoft.com/office/officeart/2008/layout/LinedList"/>
    <dgm:cxn modelId="{0AC0CEB1-05B4-4A68-B09E-2CD4FE309E7D}" srcId="{FB3A4444-2222-4211-872F-0B062AA6BF23}" destId="{B77C744C-668F-41C9-BBD9-1DF43A99DC73}" srcOrd="9" destOrd="0" parTransId="{3C19E1C3-CD8F-4A29-98F2-5066224A8840}" sibTransId="{28F94D5E-A334-49A9-9700-0AD4118DF461}"/>
    <dgm:cxn modelId="{DBE103BB-893A-4C82-A82B-FCCDCB75BAE0}" type="presOf" srcId="{48BC3944-CE6D-4CAA-B4F5-CEE5E9F4A8D9}" destId="{F0CAECBB-BFDD-4FA2-A33C-7044251D9203}" srcOrd="0" destOrd="0" presId="urn:microsoft.com/office/officeart/2008/layout/LinedList"/>
    <dgm:cxn modelId="{89EBBFC3-CD54-400C-82FA-3BC089661633}" type="presOf" srcId="{FB3A4444-2222-4211-872F-0B062AA6BF23}" destId="{E77BC85D-BF62-43B5-A121-93E61EE75015}" srcOrd="0" destOrd="0" presId="urn:microsoft.com/office/officeart/2008/layout/LinedList"/>
    <dgm:cxn modelId="{03274FD5-88D5-410D-B68A-643DFBE523B7}" srcId="{FB3A4444-2222-4211-872F-0B062AA6BF23}" destId="{EBE63DE3-C5EE-4AAE-92D3-8CD4217798A9}" srcOrd="5" destOrd="0" parTransId="{1E3E5AA6-61C7-4856-81CE-3B7C32411A3B}" sibTransId="{6B64FC17-91F0-46B9-B1A6-C1536C0B8666}"/>
    <dgm:cxn modelId="{B54FACD6-72B4-46E4-BA0E-FD3E4016E7E5}" type="presOf" srcId="{73F157E8-124F-4554-97AC-DBECE9B0FE7F}" destId="{7BF501CA-5967-4D50-B147-DE69829CCBC3}" srcOrd="0" destOrd="0" presId="urn:microsoft.com/office/officeart/2008/layout/LinedList"/>
    <dgm:cxn modelId="{1646CCDB-AF3E-42F8-8BFE-7227261A18E4}" type="presOf" srcId="{8D5F2E19-809A-4284-89F8-040C3D6756C7}" destId="{5221934E-ADD6-4093-82E3-B75118F1C15F}" srcOrd="0" destOrd="0" presId="urn:microsoft.com/office/officeart/2008/layout/LinedList"/>
    <dgm:cxn modelId="{7AAA75DE-6255-48F7-88E0-C5F76E786CB5}" type="presOf" srcId="{EBE63DE3-C5EE-4AAE-92D3-8CD4217798A9}" destId="{16203A64-67C6-4058-ABBB-08F8844F1159}" srcOrd="0" destOrd="0" presId="urn:microsoft.com/office/officeart/2008/layout/LinedList"/>
    <dgm:cxn modelId="{DCD13DE0-C73F-452D-AF58-66A875D3D584}" srcId="{FB3A4444-2222-4211-872F-0B062AA6BF23}" destId="{491099D0-03A7-4CEA-87FA-7E6A794014AC}" srcOrd="0" destOrd="0" parTransId="{4DEE3755-FC52-494F-B42C-87D7C38F67CC}" sibTransId="{49C8F4D7-81DE-4F08-BB8C-DB43A33F59D4}"/>
    <dgm:cxn modelId="{4E42C4E0-A193-478A-BA94-4BC21BFE3A8C}" srcId="{FB3A4444-2222-4211-872F-0B062AA6BF23}" destId="{533A8BD0-AA1E-4873-8DFD-A62FA2746DA7}" srcOrd="3" destOrd="0" parTransId="{4C278821-4C07-46B8-98C7-041D078CF793}" sibTransId="{DB60DD61-116E-4789-A7D5-66CEECD782BF}"/>
    <dgm:cxn modelId="{ED4DCE88-1CD6-4CD0-A7C9-B5775CF19AF7}" type="presParOf" srcId="{E77BC85D-BF62-43B5-A121-93E61EE75015}" destId="{A85C5BEF-0707-478D-86EC-4982A5080D8B}" srcOrd="0" destOrd="0" presId="urn:microsoft.com/office/officeart/2008/layout/LinedList"/>
    <dgm:cxn modelId="{D455D300-17AC-45BC-8802-C5DDD6281380}" type="presParOf" srcId="{E77BC85D-BF62-43B5-A121-93E61EE75015}" destId="{F63B4F06-9A44-47F3-AD99-F1F46533E0C2}" srcOrd="1" destOrd="0" presId="urn:microsoft.com/office/officeart/2008/layout/LinedList"/>
    <dgm:cxn modelId="{3052642A-5FC2-4807-BA71-CA30FD8CDA0C}" type="presParOf" srcId="{F63B4F06-9A44-47F3-AD99-F1F46533E0C2}" destId="{EA4B552C-0DA1-4EBB-847D-EEC1F0F64D2E}" srcOrd="0" destOrd="0" presId="urn:microsoft.com/office/officeart/2008/layout/LinedList"/>
    <dgm:cxn modelId="{69816356-E6B2-4DC6-89A3-9B00739541D8}" type="presParOf" srcId="{F63B4F06-9A44-47F3-AD99-F1F46533E0C2}" destId="{17430D08-4391-409E-A38B-18A7A67D9BA4}" srcOrd="1" destOrd="0" presId="urn:microsoft.com/office/officeart/2008/layout/LinedList"/>
    <dgm:cxn modelId="{8A85CAF9-317B-4E8D-9004-3DAACA626603}" type="presParOf" srcId="{E77BC85D-BF62-43B5-A121-93E61EE75015}" destId="{4970600B-B72A-4758-B504-157181ED7881}" srcOrd="2" destOrd="0" presId="urn:microsoft.com/office/officeart/2008/layout/LinedList"/>
    <dgm:cxn modelId="{F516D4AD-C86F-48DD-95A2-5D6A9E22C17D}" type="presParOf" srcId="{E77BC85D-BF62-43B5-A121-93E61EE75015}" destId="{CBF6E9F8-4E7B-4466-8F76-888F0A5A0B95}" srcOrd="3" destOrd="0" presId="urn:microsoft.com/office/officeart/2008/layout/LinedList"/>
    <dgm:cxn modelId="{E232EB95-78FE-4C7D-B344-BEEA488721F0}" type="presParOf" srcId="{CBF6E9F8-4E7B-4466-8F76-888F0A5A0B95}" destId="{297AE0DB-7189-4D84-8920-2207CD669D49}" srcOrd="0" destOrd="0" presId="urn:microsoft.com/office/officeart/2008/layout/LinedList"/>
    <dgm:cxn modelId="{9C316ECF-DFA0-4549-903C-F71A04826EA9}" type="presParOf" srcId="{CBF6E9F8-4E7B-4466-8F76-888F0A5A0B95}" destId="{2BBB6E49-0BEE-49B2-9619-E40774908848}" srcOrd="1" destOrd="0" presId="urn:microsoft.com/office/officeart/2008/layout/LinedList"/>
    <dgm:cxn modelId="{7C1DCCEA-DAA6-43A9-B185-173B1D9B2A1D}" type="presParOf" srcId="{E77BC85D-BF62-43B5-A121-93E61EE75015}" destId="{8E0DC0D3-76C0-4F48-9E6E-B3F9ADEECBBD}" srcOrd="4" destOrd="0" presId="urn:microsoft.com/office/officeart/2008/layout/LinedList"/>
    <dgm:cxn modelId="{9D6ECC27-222F-434A-894F-6E4BCD07D29F}" type="presParOf" srcId="{E77BC85D-BF62-43B5-A121-93E61EE75015}" destId="{C76EE507-B4B2-40AE-8A5F-C000282C5A10}" srcOrd="5" destOrd="0" presId="urn:microsoft.com/office/officeart/2008/layout/LinedList"/>
    <dgm:cxn modelId="{08B37368-1A0F-4688-B375-6704F6311AFB}" type="presParOf" srcId="{C76EE507-B4B2-40AE-8A5F-C000282C5A10}" destId="{806BD7DB-563F-4436-A7E6-211AC46C6D24}" srcOrd="0" destOrd="0" presId="urn:microsoft.com/office/officeart/2008/layout/LinedList"/>
    <dgm:cxn modelId="{8FE9F36C-874A-4A5C-AB80-C9AB7EE92A01}" type="presParOf" srcId="{C76EE507-B4B2-40AE-8A5F-C000282C5A10}" destId="{9ED417A8-48B4-4356-9EF3-6A1F8E03D1CD}" srcOrd="1" destOrd="0" presId="urn:microsoft.com/office/officeart/2008/layout/LinedList"/>
    <dgm:cxn modelId="{56C540C9-D1A3-4038-ACAE-443B2ECB9446}" type="presParOf" srcId="{E77BC85D-BF62-43B5-A121-93E61EE75015}" destId="{5986E12B-FEB6-44E2-8436-05863530D626}" srcOrd="6" destOrd="0" presId="urn:microsoft.com/office/officeart/2008/layout/LinedList"/>
    <dgm:cxn modelId="{9E3E0826-C603-4724-B7F4-97204663EDC3}" type="presParOf" srcId="{E77BC85D-BF62-43B5-A121-93E61EE75015}" destId="{91DE8C33-31DA-4F74-A1E8-1801C6B773F8}" srcOrd="7" destOrd="0" presId="urn:microsoft.com/office/officeart/2008/layout/LinedList"/>
    <dgm:cxn modelId="{1B3F744D-EF3E-41D7-8A20-0D600588875F}" type="presParOf" srcId="{91DE8C33-31DA-4F74-A1E8-1801C6B773F8}" destId="{9D6BBBC9-8CC3-41C0-B25B-982562BC7A78}" srcOrd="0" destOrd="0" presId="urn:microsoft.com/office/officeart/2008/layout/LinedList"/>
    <dgm:cxn modelId="{9D785F09-2BF5-4EC8-8FE2-04A0FFDE0402}" type="presParOf" srcId="{91DE8C33-31DA-4F74-A1E8-1801C6B773F8}" destId="{3E825731-93EB-47BA-A23A-23B95C011C11}" srcOrd="1" destOrd="0" presId="urn:microsoft.com/office/officeart/2008/layout/LinedList"/>
    <dgm:cxn modelId="{B8005FC0-EE9A-4FEB-B08C-F08A152C0EB6}" type="presParOf" srcId="{E77BC85D-BF62-43B5-A121-93E61EE75015}" destId="{578682AA-E1B6-4530-A743-6CA4E199D3E2}" srcOrd="8" destOrd="0" presId="urn:microsoft.com/office/officeart/2008/layout/LinedList"/>
    <dgm:cxn modelId="{F30BF802-FE8C-4DD7-A103-55A093179729}" type="presParOf" srcId="{E77BC85D-BF62-43B5-A121-93E61EE75015}" destId="{549070F5-CE7D-4DCF-85B5-D3DABCD388E6}" srcOrd="9" destOrd="0" presId="urn:microsoft.com/office/officeart/2008/layout/LinedList"/>
    <dgm:cxn modelId="{E5B7108F-BB5B-48B8-A0D2-3D74077F8DFA}" type="presParOf" srcId="{549070F5-CE7D-4DCF-85B5-D3DABCD388E6}" destId="{C25B52FC-CC2A-46FA-BC8C-CA64E6FB02FE}" srcOrd="0" destOrd="0" presId="urn:microsoft.com/office/officeart/2008/layout/LinedList"/>
    <dgm:cxn modelId="{8EBC4453-21D9-415C-8569-0B9A0947B75B}" type="presParOf" srcId="{549070F5-CE7D-4DCF-85B5-D3DABCD388E6}" destId="{77FB1D13-77F6-40DD-8326-23A1EA6F1335}" srcOrd="1" destOrd="0" presId="urn:microsoft.com/office/officeart/2008/layout/LinedList"/>
    <dgm:cxn modelId="{BC023A1E-B12D-4583-804E-3FBBE915F940}" type="presParOf" srcId="{E77BC85D-BF62-43B5-A121-93E61EE75015}" destId="{38CBC182-9E72-4FB9-9D5D-9F574CA22EEA}" srcOrd="10" destOrd="0" presId="urn:microsoft.com/office/officeart/2008/layout/LinedList"/>
    <dgm:cxn modelId="{8F1F56F5-A6A3-4A31-80C8-73032B1EF678}" type="presParOf" srcId="{E77BC85D-BF62-43B5-A121-93E61EE75015}" destId="{754DE91C-C462-4E4B-81DF-53E544069711}" srcOrd="11" destOrd="0" presId="urn:microsoft.com/office/officeart/2008/layout/LinedList"/>
    <dgm:cxn modelId="{ECDCB188-4655-48EB-84FD-1043E90EEC88}" type="presParOf" srcId="{754DE91C-C462-4E4B-81DF-53E544069711}" destId="{16203A64-67C6-4058-ABBB-08F8844F1159}" srcOrd="0" destOrd="0" presId="urn:microsoft.com/office/officeart/2008/layout/LinedList"/>
    <dgm:cxn modelId="{4856954F-7C7D-4C69-935F-CD86C475347C}" type="presParOf" srcId="{754DE91C-C462-4E4B-81DF-53E544069711}" destId="{279E29A0-CBC8-4554-8B54-5E5E55505E41}" srcOrd="1" destOrd="0" presId="urn:microsoft.com/office/officeart/2008/layout/LinedList"/>
    <dgm:cxn modelId="{311F158D-A524-4BBD-A63B-AF551213C003}" type="presParOf" srcId="{E77BC85D-BF62-43B5-A121-93E61EE75015}" destId="{19120DAB-348A-459A-9B85-0391CAE8562B}" srcOrd="12" destOrd="0" presId="urn:microsoft.com/office/officeart/2008/layout/LinedList"/>
    <dgm:cxn modelId="{43293CDC-C9D7-428F-B352-0C30815528D5}" type="presParOf" srcId="{E77BC85D-BF62-43B5-A121-93E61EE75015}" destId="{5AA93CCE-46B0-454E-B884-0C27162514E7}" srcOrd="13" destOrd="0" presId="urn:microsoft.com/office/officeart/2008/layout/LinedList"/>
    <dgm:cxn modelId="{B0F3AC22-78E3-43E6-9507-BFF3D02ED22A}" type="presParOf" srcId="{5AA93CCE-46B0-454E-B884-0C27162514E7}" destId="{7BF501CA-5967-4D50-B147-DE69829CCBC3}" srcOrd="0" destOrd="0" presId="urn:microsoft.com/office/officeart/2008/layout/LinedList"/>
    <dgm:cxn modelId="{06B3C2D5-35FD-48A9-89B4-1FC018AA9EA9}" type="presParOf" srcId="{5AA93CCE-46B0-454E-B884-0C27162514E7}" destId="{D66EE859-05D6-45D9-8A49-4FC66FDE3EDD}" srcOrd="1" destOrd="0" presId="urn:microsoft.com/office/officeart/2008/layout/LinedList"/>
    <dgm:cxn modelId="{71D98443-4E19-405B-84B0-F49C0E7FBA40}" type="presParOf" srcId="{E77BC85D-BF62-43B5-A121-93E61EE75015}" destId="{8F2743A3-6552-460F-9A8D-85E8131F238E}" srcOrd="14" destOrd="0" presId="urn:microsoft.com/office/officeart/2008/layout/LinedList"/>
    <dgm:cxn modelId="{016A11A1-D847-48DE-B9BB-C78F31064E42}" type="presParOf" srcId="{E77BC85D-BF62-43B5-A121-93E61EE75015}" destId="{7231D97E-9180-4387-97CB-9446CC61536D}" srcOrd="15" destOrd="0" presId="urn:microsoft.com/office/officeart/2008/layout/LinedList"/>
    <dgm:cxn modelId="{7B142FBF-4226-4970-B60D-78A78ECED087}" type="presParOf" srcId="{7231D97E-9180-4387-97CB-9446CC61536D}" destId="{1B55B180-4E05-48CA-A4D4-872B4C051E94}" srcOrd="0" destOrd="0" presId="urn:microsoft.com/office/officeart/2008/layout/LinedList"/>
    <dgm:cxn modelId="{EE7C4181-25F3-48AE-9867-E60D10E249DB}" type="presParOf" srcId="{7231D97E-9180-4387-97CB-9446CC61536D}" destId="{A2A6C5FF-77D7-46CD-83E9-2D8B4F0C3689}" srcOrd="1" destOrd="0" presId="urn:microsoft.com/office/officeart/2008/layout/LinedList"/>
    <dgm:cxn modelId="{3DF37D3E-76FA-4F35-845E-223FDE905105}" type="presParOf" srcId="{E77BC85D-BF62-43B5-A121-93E61EE75015}" destId="{73243167-BD8E-4AC5-A58F-550D9B5E0A1C}" srcOrd="16" destOrd="0" presId="urn:microsoft.com/office/officeart/2008/layout/LinedList"/>
    <dgm:cxn modelId="{42C1A337-9CE6-4FC3-AA77-154EC9967F87}" type="presParOf" srcId="{E77BC85D-BF62-43B5-A121-93E61EE75015}" destId="{16DFB5FD-2901-4948-AA7A-78656C7CC8C3}" srcOrd="17" destOrd="0" presId="urn:microsoft.com/office/officeart/2008/layout/LinedList"/>
    <dgm:cxn modelId="{B9B18E6B-D8A5-45B3-83FC-E7B803334907}" type="presParOf" srcId="{16DFB5FD-2901-4948-AA7A-78656C7CC8C3}" destId="{8847E4E9-4C10-4218-996A-53EA0FC4D494}" srcOrd="0" destOrd="0" presId="urn:microsoft.com/office/officeart/2008/layout/LinedList"/>
    <dgm:cxn modelId="{F80B6143-554B-439A-A297-CB72A50B40BF}" type="presParOf" srcId="{16DFB5FD-2901-4948-AA7A-78656C7CC8C3}" destId="{FB266A52-DD12-4FEC-9382-57A1F0190696}" srcOrd="1" destOrd="0" presId="urn:microsoft.com/office/officeart/2008/layout/LinedList"/>
    <dgm:cxn modelId="{C9D314A5-9974-4EBD-8EA9-7CC599D8B0CA}" type="presParOf" srcId="{E77BC85D-BF62-43B5-A121-93E61EE75015}" destId="{83F126A5-4D32-4B24-A750-36D5D8F57DF4}" srcOrd="18" destOrd="0" presId="urn:microsoft.com/office/officeart/2008/layout/LinedList"/>
    <dgm:cxn modelId="{746D1A4D-A863-43B8-86F3-3EDEC9D88A34}" type="presParOf" srcId="{E77BC85D-BF62-43B5-A121-93E61EE75015}" destId="{85C74AD3-2BD2-4E4A-AE0F-0ECA7AA0AD30}" srcOrd="19" destOrd="0" presId="urn:microsoft.com/office/officeart/2008/layout/LinedList"/>
    <dgm:cxn modelId="{DA29E81B-DCB5-4C15-A4D2-121A9460E08C}" type="presParOf" srcId="{85C74AD3-2BD2-4E4A-AE0F-0ECA7AA0AD30}" destId="{251F51C2-27A6-4ACB-AC60-FD05621F49F7}" srcOrd="0" destOrd="0" presId="urn:microsoft.com/office/officeart/2008/layout/LinedList"/>
    <dgm:cxn modelId="{5091963B-2FC1-4FDA-9E31-AE7EEC404F06}" type="presParOf" srcId="{85C74AD3-2BD2-4E4A-AE0F-0ECA7AA0AD30}" destId="{30133474-0BFC-4C65-B774-6975BAE3E4F3}" srcOrd="1" destOrd="0" presId="urn:microsoft.com/office/officeart/2008/layout/LinedList"/>
    <dgm:cxn modelId="{97CF3156-7874-454A-9066-8F9BC291AD26}" type="presParOf" srcId="{E77BC85D-BF62-43B5-A121-93E61EE75015}" destId="{A32BBDFC-98B9-4495-9708-8824C6B17922}" srcOrd="20" destOrd="0" presId="urn:microsoft.com/office/officeart/2008/layout/LinedList"/>
    <dgm:cxn modelId="{FFF72366-3FD3-4F3F-8F72-8BB77EE96C8E}" type="presParOf" srcId="{E77BC85D-BF62-43B5-A121-93E61EE75015}" destId="{ECF8706A-BABC-431F-BE19-4474D2AF263F}" srcOrd="21" destOrd="0" presId="urn:microsoft.com/office/officeart/2008/layout/LinedList"/>
    <dgm:cxn modelId="{03565679-7F11-49E3-ABAB-9896353FA9C3}" type="presParOf" srcId="{ECF8706A-BABC-431F-BE19-4474D2AF263F}" destId="{F0CAECBB-BFDD-4FA2-A33C-7044251D9203}" srcOrd="0" destOrd="0" presId="urn:microsoft.com/office/officeart/2008/layout/LinedList"/>
    <dgm:cxn modelId="{4F8C0C8A-3980-42E9-918D-A296DE83D8D9}" type="presParOf" srcId="{ECF8706A-BABC-431F-BE19-4474D2AF263F}" destId="{C4844EB2-B9DC-439E-8C48-01CC3C06D699}" srcOrd="1" destOrd="0" presId="urn:microsoft.com/office/officeart/2008/layout/LinedList"/>
    <dgm:cxn modelId="{FECD7916-0A4D-4C55-91D2-DCBE9000A1CA}" type="presParOf" srcId="{E77BC85D-BF62-43B5-A121-93E61EE75015}" destId="{0C504B1D-1437-45CF-BF11-99300650E890}" srcOrd="22" destOrd="0" presId="urn:microsoft.com/office/officeart/2008/layout/LinedList"/>
    <dgm:cxn modelId="{E1980240-6D59-4AE7-97C8-5F9F17226F0F}" type="presParOf" srcId="{E77BC85D-BF62-43B5-A121-93E61EE75015}" destId="{2E76BB2E-F799-4EBE-95AC-781FAB8751D3}" srcOrd="23" destOrd="0" presId="urn:microsoft.com/office/officeart/2008/layout/LinedList"/>
    <dgm:cxn modelId="{D18C154A-087D-466D-8645-BF3EA518DC4D}" type="presParOf" srcId="{2E76BB2E-F799-4EBE-95AC-781FAB8751D3}" destId="{5F71A618-3344-4401-8F2C-588F0F01C016}" srcOrd="0" destOrd="0" presId="urn:microsoft.com/office/officeart/2008/layout/LinedList"/>
    <dgm:cxn modelId="{77D2F4B9-9FAF-4E43-A781-0161B30B361A}" type="presParOf" srcId="{2E76BB2E-F799-4EBE-95AC-781FAB8751D3}" destId="{4FBDE5A6-E3C5-4D07-807A-6F2C686FF099}" srcOrd="1" destOrd="0" presId="urn:microsoft.com/office/officeart/2008/layout/LinedList"/>
    <dgm:cxn modelId="{6B72FCEC-6F1A-4478-B378-0EA9FA20C208}" type="presParOf" srcId="{E77BC85D-BF62-43B5-A121-93E61EE75015}" destId="{7A8948F8-5E77-47EC-B185-0C2DA31F6512}" srcOrd="24" destOrd="0" presId="urn:microsoft.com/office/officeart/2008/layout/LinedList"/>
    <dgm:cxn modelId="{CB7415DF-B540-429A-A6F2-B30DAA10A72D}" type="presParOf" srcId="{E77BC85D-BF62-43B5-A121-93E61EE75015}" destId="{3F8630FC-4FC7-4A02-A94E-9CEBC5457160}" srcOrd="25" destOrd="0" presId="urn:microsoft.com/office/officeart/2008/layout/LinedList"/>
    <dgm:cxn modelId="{7C7E1A16-F87B-46AE-8E63-6A41D7F6E890}" type="presParOf" srcId="{3F8630FC-4FC7-4A02-A94E-9CEBC5457160}" destId="{5221934E-ADD6-4093-82E3-B75118F1C15F}" srcOrd="0" destOrd="0" presId="urn:microsoft.com/office/officeart/2008/layout/LinedList"/>
    <dgm:cxn modelId="{64FA6ED9-94DE-433C-A8F1-437898AA602C}" type="presParOf" srcId="{3F8630FC-4FC7-4A02-A94E-9CEBC5457160}" destId="{5F70F0E9-14E1-4686-B969-DAF8A906A31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5AD8925-0D75-4026-9F62-3CE490C5F326}" type="doc">
      <dgm:prSet loTypeId="urn:microsoft.com/office/officeart/2008/layout/LinedList" loCatId="list" qsTypeId="urn:microsoft.com/office/officeart/2005/8/quickstyle/simple1#78" qsCatId="simple" csTypeId="urn:microsoft.com/office/officeart/2005/8/colors/accent1_2#62" csCatId="accent1"/>
      <dgm:spPr/>
      <dgm:t>
        <a:bodyPr/>
        <a:lstStyle/>
        <a:p>
          <a:endParaRPr lang="en-US"/>
        </a:p>
      </dgm:t>
    </dgm:pt>
    <dgm:pt modelId="{CBC85721-113E-4BA2-9FED-CC574AF621FA}">
      <dgm:prSet/>
      <dgm:spPr/>
      <dgm:t>
        <a:bodyPr/>
        <a:lstStyle/>
        <a:p>
          <a:r>
            <a:rPr lang="en-US"/>
            <a:t>Imagine a university wants to improve its student-support Knowledge Base.</a:t>
          </a:r>
        </a:p>
      </dgm:t>
    </dgm:pt>
    <dgm:pt modelId="{F0B13E0E-D064-4E24-85F5-8C3BE9BD3CC0}" type="parTrans" cxnId="{E227A511-6FEF-40E2-ABD6-DA9D15B5C182}">
      <dgm:prSet/>
      <dgm:spPr/>
      <dgm:t>
        <a:bodyPr/>
        <a:lstStyle/>
        <a:p>
          <a:endParaRPr lang="en-US"/>
        </a:p>
      </dgm:t>
    </dgm:pt>
    <dgm:pt modelId="{813C91B9-8F88-4774-A00E-FA67134A01EB}" type="sibTrans" cxnId="{E227A511-6FEF-40E2-ABD6-DA9D15B5C182}">
      <dgm:prSet/>
      <dgm:spPr/>
      <dgm:t>
        <a:bodyPr/>
        <a:lstStyle/>
        <a:p>
          <a:endParaRPr lang="en-US"/>
        </a:p>
      </dgm:t>
    </dgm:pt>
    <dgm:pt modelId="{61FD6C6B-E31D-43A8-B394-B9354DAF4F08}">
      <dgm:prSet/>
      <dgm:spPr/>
      <dgm:t>
        <a:bodyPr/>
        <a:lstStyle/>
        <a:p>
          <a:r>
            <a:rPr lang="en-US"/>
            <a:t>The system could follow this process:</a:t>
          </a:r>
        </a:p>
      </dgm:t>
    </dgm:pt>
    <dgm:pt modelId="{291A179E-46B5-48FF-B5AD-85A38DAF1DCF}" type="parTrans" cxnId="{E3F0CB68-5EF9-461D-BE36-C53B325FE2B2}">
      <dgm:prSet/>
      <dgm:spPr/>
      <dgm:t>
        <a:bodyPr/>
        <a:lstStyle/>
        <a:p>
          <a:endParaRPr lang="en-US"/>
        </a:p>
      </dgm:t>
    </dgm:pt>
    <dgm:pt modelId="{DDBC3AD9-424E-4A2E-980A-2233B7B67A63}" type="sibTrans" cxnId="{E3F0CB68-5EF9-461D-BE36-C53B325FE2B2}">
      <dgm:prSet/>
      <dgm:spPr/>
      <dgm:t>
        <a:bodyPr/>
        <a:lstStyle/>
        <a:p>
          <a:endParaRPr lang="en-US"/>
        </a:p>
      </dgm:t>
    </dgm:pt>
    <dgm:pt modelId="{83A14738-F1BE-4458-852A-6880F3FF8EAF}">
      <dgm:prSet/>
      <dgm:spPr/>
      <dgm:t>
        <a:bodyPr/>
        <a:lstStyle/>
        <a:p>
          <a:r>
            <a:rPr lang="en-US"/>
            <a:t>1. Prepare the documents</a:t>
          </a:r>
        </a:p>
      </dgm:t>
    </dgm:pt>
    <dgm:pt modelId="{18138EDC-FD77-4C54-91BE-83E556454B41}" type="parTrans" cxnId="{D3DC2968-4CFF-40EA-85C8-37E4E23FE6F2}">
      <dgm:prSet/>
      <dgm:spPr/>
      <dgm:t>
        <a:bodyPr/>
        <a:lstStyle/>
        <a:p>
          <a:endParaRPr lang="en-US"/>
        </a:p>
      </dgm:t>
    </dgm:pt>
    <dgm:pt modelId="{491FEAEF-0501-493E-A808-4E4B5BD9DF0D}" type="sibTrans" cxnId="{D3DC2968-4CFF-40EA-85C8-37E4E23FE6F2}">
      <dgm:prSet/>
      <dgm:spPr/>
      <dgm:t>
        <a:bodyPr/>
        <a:lstStyle/>
        <a:p>
          <a:endParaRPr lang="en-US"/>
        </a:p>
      </dgm:t>
    </dgm:pt>
    <dgm:pt modelId="{AC270FEB-0277-42C0-A73F-C716B04C3695}">
      <dgm:prSet/>
      <dgm:spPr/>
      <dgm:t>
        <a:bodyPr/>
        <a:lstStyle/>
        <a:p>
          <a:r>
            <a:rPr lang="en-US"/>
            <a:t>Organize course information, registration policies, forms, and student resources.</a:t>
          </a:r>
        </a:p>
      </dgm:t>
    </dgm:pt>
    <dgm:pt modelId="{44DDEF3D-6096-46CB-9233-601EF3514FAF}" type="parTrans" cxnId="{2B55B386-AB8F-4BA0-B284-4B8476B593B4}">
      <dgm:prSet/>
      <dgm:spPr/>
      <dgm:t>
        <a:bodyPr/>
        <a:lstStyle/>
        <a:p>
          <a:endParaRPr lang="en-US"/>
        </a:p>
      </dgm:t>
    </dgm:pt>
    <dgm:pt modelId="{D1935F30-CBEE-4F7E-8F22-A3B4FB1C60E7}" type="sibTrans" cxnId="{2B55B386-AB8F-4BA0-B284-4B8476B593B4}">
      <dgm:prSet/>
      <dgm:spPr/>
      <dgm:t>
        <a:bodyPr/>
        <a:lstStyle/>
        <a:p>
          <a:endParaRPr lang="en-US"/>
        </a:p>
      </dgm:t>
    </dgm:pt>
    <dgm:pt modelId="{149643DE-15D8-4973-BC0E-CD7676FF43AD}">
      <dgm:prSet/>
      <dgm:spPr/>
      <dgm:t>
        <a:bodyPr/>
        <a:lstStyle/>
        <a:p>
          <a:r>
            <a:rPr lang="en-US"/>
            <a:t>2. Choose the chunking strategy</a:t>
          </a:r>
        </a:p>
      </dgm:t>
    </dgm:pt>
    <dgm:pt modelId="{4B5A2887-9668-4111-BDA2-90A5D64FA82E}" type="parTrans" cxnId="{B2C2A815-1B3A-4A22-9D9E-73E3D5928847}">
      <dgm:prSet/>
      <dgm:spPr/>
      <dgm:t>
        <a:bodyPr/>
        <a:lstStyle/>
        <a:p>
          <a:endParaRPr lang="en-US"/>
        </a:p>
      </dgm:t>
    </dgm:pt>
    <dgm:pt modelId="{E167FFC0-F4DC-46B9-8D47-CC31471C3224}" type="sibTrans" cxnId="{B2C2A815-1B3A-4A22-9D9E-73E3D5928847}">
      <dgm:prSet/>
      <dgm:spPr/>
      <dgm:t>
        <a:bodyPr/>
        <a:lstStyle/>
        <a:p>
          <a:endParaRPr lang="en-US"/>
        </a:p>
      </dgm:t>
    </dgm:pt>
    <dgm:pt modelId="{63B3F137-E334-47A4-92ED-BD99D532B770}">
      <dgm:prSet/>
      <dgm:spPr/>
      <dgm:t>
        <a:bodyPr/>
        <a:lstStyle/>
        <a:p>
          <a:r>
            <a:rPr lang="en-US"/>
            <a:t>Keep related information together.</a:t>
          </a:r>
        </a:p>
      </dgm:t>
    </dgm:pt>
    <dgm:pt modelId="{8420C292-1D04-46BD-9E1F-61E18C1C883B}" type="parTrans" cxnId="{35B23389-0E5E-40B8-B278-489E17556005}">
      <dgm:prSet/>
      <dgm:spPr/>
      <dgm:t>
        <a:bodyPr/>
        <a:lstStyle/>
        <a:p>
          <a:endParaRPr lang="en-US"/>
        </a:p>
      </dgm:t>
    </dgm:pt>
    <dgm:pt modelId="{3355F968-7E54-461C-AF7B-A55390F60764}" type="sibTrans" cxnId="{35B23389-0E5E-40B8-B278-489E17556005}">
      <dgm:prSet/>
      <dgm:spPr/>
      <dgm:t>
        <a:bodyPr/>
        <a:lstStyle/>
        <a:p>
          <a:endParaRPr lang="en-US"/>
        </a:p>
      </dgm:t>
    </dgm:pt>
    <dgm:pt modelId="{0878C79C-8C48-46B0-BA2F-E2BB745A8F89}">
      <dgm:prSet/>
      <dgm:spPr/>
      <dgm:t>
        <a:bodyPr/>
        <a:lstStyle/>
        <a:p>
          <a:r>
            <a:rPr lang="en-US"/>
            <a:t>3. Create embeddings</a:t>
          </a:r>
        </a:p>
      </dgm:t>
    </dgm:pt>
    <dgm:pt modelId="{B695E90F-9828-45D9-A84D-959C8C17BB0A}" type="parTrans" cxnId="{2FE7EA0A-36D7-430F-A40F-7637B0369628}">
      <dgm:prSet/>
      <dgm:spPr/>
      <dgm:t>
        <a:bodyPr/>
        <a:lstStyle/>
        <a:p>
          <a:endParaRPr lang="en-US"/>
        </a:p>
      </dgm:t>
    </dgm:pt>
    <dgm:pt modelId="{D7C4E4FA-D733-44AD-BC4B-636D04F46110}" type="sibTrans" cxnId="{2FE7EA0A-36D7-430F-A40F-7637B0369628}">
      <dgm:prSet/>
      <dgm:spPr/>
      <dgm:t>
        <a:bodyPr/>
        <a:lstStyle/>
        <a:p>
          <a:endParaRPr lang="en-US"/>
        </a:p>
      </dgm:t>
    </dgm:pt>
    <dgm:pt modelId="{01FC8F6C-F14B-40F7-AEC9-17B750C0ED2E}">
      <dgm:prSet/>
      <dgm:spPr/>
      <dgm:t>
        <a:bodyPr/>
        <a:lstStyle/>
        <a:p>
          <a:r>
            <a:rPr lang="en-US"/>
            <a:t>Select enough dimensions to represent the information without unnecessary cost.</a:t>
          </a:r>
        </a:p>
      </dgm:t>
    </dgm:pt>
    <dgm:pt modelId="{BA9C2482-2197-4A9A-9F4C-22EE16EA5E70}" type="parTrans" cxnId="{35AFA1DD-F635-4628-850E-6727C1489DBB}">
      <dgm:prSet/>
      <dgm:spPr/>
      <dgm:t>
        <a:bodyPr/>
        <a:lstStyle/>
        <a:p>
          <a:endParaRPr lang="en-US"/>
        </a:p>
      </dgm:t>
    </dgm:pt>
    <dgm:pt modelId="{A7711E55-9664-47FB-BA3A-193E06FA3997}" type="sibTrans" cxnId="{35AFA1DD-F635-4628-850E-6727C1489DBB}">
      <dgm:prSet/>
      <dgm:spPr/>
      <dgm:t>
        <a:bodyPr/>
        <a:lstStyle/>
        <a:p>
          <a:endParaRPr lang="en-US"/>
        </a:p>
      </dgm:t>
    </dgm:pt>
    <dgm:pt modelId="{52AB2E58-4A77-4867-ABE3-17F58D173032}">
      <dgm:prSet/>
      <dgm:spPr/>
      <dgm:t>
        <a:bodyPr/>
        <a:lstStyle/>
        <a:p>
          <a:r>
            <a:rPr lang="en-US"/>
            <a:t>4. Add metadata</a:t>
          </a:r>
        </a:p>
      </dgm:t>
    </dgm:pt>
    <dgm:pt modelId="{43DAFA78-B80E-4DE1-9085-EFACF851A7FE}" type="parTrans" cxnId="{47D41D21-83EC-4B0B-92FD-4D003A1D2992}">
      <dgm:prSet/>
      <dgm:spPr/>
      <dgm:t>
        <a:bodyPr/>
        <a:lstStyle/>
        <a:p>
          <a:endParaRPr lang="en-US"/>
        </a:p>
      </dgm:t>
    </dgm:pt>
    <dgm:pt modelId="{6BC52609-FFBA-48BC-912F-9B93171438A4}" type="sibTrans" cxnId="{47D41D21-83EC-4B0B-92FD-4D003A1D2992}">
      <dgm:prSet/>
      <dgm:spPr/>
      <dgm:t>
        <a:bodyPr/>
        <a:lstStyle/>
        <a:p>
          <a:endParaRPr lang="en-US"/>
        </a:p>
      </dgm:t>
    </dgm:pt>
    <dgm:pt modelId="{47300728-5C4B-4649-B468-8FD75450C8BE}">
      <dgm:prSet/>
      <dgm:spPr/>
      <dgm:t>
        <a:bodyPr/>
        <a:lstStyle/>
        <a:p>
          <a:r>
            <a:rPr lang="en-US"/>
            <a:t>Store department, year, topic, document type, and access information.</a:t>
          </a:r>
        </a:p>
      </dgm:t>
    </dgm:pt>
    <dgm:pt modelId="{44B95AB8-705C-4916-921C-0D7EAA248DF7}" type="parTrans" cxnId="{439F34EE-4F3E-42BB-B5D9-8DF2FB18279C}">
      <dgm:prSet/>
      <dgm:spPr/>
      <dgm:t>
        <a:bodyPr/>
        <a:lstStyle/>
        <a:p>
          <a:endParaRPr lang="en-US"/>
        </a:p>
      </dgm:t>
    </dgm:pt>
    <dgm:pt modelId="{42F209C3-056C-4BAA-B2AC-7EBF62B865DE}" type="sibTrans" cxnId="{439F34EE-4F3E-42BB-B5D9-8DF2FB18279C}">
      <dgm:prSet/>
      <dgm:spPr/>
      <dgm:t>
        <a:bodyPr/>
        <a:lstStyle/>
        <a:p>
          <a:endParaRPr lang="en-US"/>
        </a:p>
      </dgm:t>
    </dgm:pt>
    <dgm:pt modelId="{9B7A97B1-B9AA-4A7C-A115-2B1CD6EB6016}">
      <dgm:prSet/>
      <dgm:spPr/>
      <dgm:t>
        <a:bodyPr/>
        <a:lstStyle/>
        <a:p>
          <a:r>
            <a:rPr lang="en-US"/>
            <a:t>5. Store and search vectors</a:t>
          </a:r>
        </a:p>
      </dgm:t>
    </dgm:pt>
    <dgm:pt modelId="{2BA53391-76EC-4A13-A4CF-DE5EFDAEE2D7}" type="parTrans" cxnId="{A50EEA0F-B5A4-44E7-8CC8-2D684E509FA2}">
      <dgm:prSet/>
      <dgm:spPr/>
      <dgm:t>
        <a:bodyPr/>
        <a:lstStyle/>
        <a:p>
          <a:endParaRPr lang="en-US"/>
        </a:p>
      </dgm:t>
    </dgm:pt>
    <dgm:pt modelId="{59C7C904-A795-4DD1-9117-85FA5DD75015}" type="sibTrans" cxnId="{A50EEA0F-B5A4-44E7-8CC8-2D684E509FA2}">
      <dgm:prSet/>
      <dgm:spPr/>
      <dgm:t>
        <a:bodyPr/>
        <a:lstStyle/>
        <a:p>
          <a:endParaRPr lang="en-US"/>
        </a:p>
      </dgm:t>
    </dgm:pt>
    <dgm:pt modelId="{B003A1ED-9BA1-43BE-BE4B-1410A4F5F566}">
      <dgm:prSet/>
      <dgm:spPr/>
      <dgm:t>
        <a:bodyPr/>
        <a:lstStyle/>
        <a:p>
          <a:r>
            <a:rPr lang="en-US"/>
            <a:t>Use semantic similarity and metadata filtering.</a:t>
          </a:r>
        </a:p>
      </dgm:t>
    </dgm:pt>
    <dgm:pt modelId="{B1E0E102-F94C-44F6-BD55-2C512A60C2C0}" type="parTrans" cxnId="{B76A8311-D5FF-4342-BE92-775B11C7DAAF}">
      <dgm:prSet/>
      <dgm:spPr/>
      <dgm:t>
        <a:bodyPr/>
        <a:lstStyle/>
        <a:p>
          <a:endParaRPr lang="en-US"/>
        </a:p>
      </dgm:t>
    </dgm:pt>
    <dgm:pt modelId="{0B28CE63-FC8D-44E6-AEE3-B4BF1E6837A6}" type="sibTrans" cxnId="{B76A8311-D5FF-4342-BE92-775B11C7DAAF}">
      <dgm:prSet/>
      <dgm:spPr/>
      <dgm:t>
        <a:bodyPr/>
        <a:lstStyle/>
        <a:p>
          <a:endParaRPr lang="en-US"/>
        </a:p>
      </dgm:t>
    </dgm:pt>
    <dgm:pt modelId="{168EAF72-7B97-48ED-BFA5-359917613A25}">
      <dgm:prSet/>
      <dgm:spPr/>
      <dgm:t>
        <a:bodyPr/>
        <a:lstStyle/>
        <a:p>
          <a:r>
            <a:rPr lang="en-US"/>
            <a:t>6. Generate the answer</a:t>
          </a:r>
        </a:p>
      </dgm:t>
    </dgm:pt>
    <dgm:pt modelId="{54286502-881C-4366-A7A2-C515F0B8B138}" type="parTrans" cxnId="{BAEC5CBE-7612-428A-8179-FBEC8921373B}">
      <dgm:prSet/>
      <dgm:spPr/>
      <dgm:t>
        <a:bodyPr/>
        <a:lstStyle/>
        <a:p>
          <a:endParaRPr lang="en-US"/>
        </a:p>
      </dgm:t>
    </dgm:pt>
    <dgm:pt modelId="{72D388D0-DF72-4979-A2FC-E5377E62170F}" type="sibTrans" cxnId="{BAEC5CBE-7612-428A-8179-FBEC8921373B}">
      <dgm:prSet/>
      <dgm:spPr/>
      <dgm:t>
        <a:bodyPr/>
        <a:lstStyle/>
        <a:p>
          <a:endParaRPr lang="en-US"/>
        </a:p>
      </dgm:t>
    </dgm:pt>
    <dgm:pt modelId="{2CB29F1E-F19B-4BC5-B988-ED7112E619B1}">
      <dgm:prSet/>
      <dgm:spPr/>
      <dgm:t>
        <a:bodyPr/>
        <a:lstStyle/>
        <a:p>
          <a:r>
            <a:rPr lang="en-US"/>
            <a:t>Send only the best retrieved information to the Foundation Model.</a:t>
          </a:r>
        </a:p>
      </dgm:t>
    </dgm:pt>
    <dgm:pt modelId="{5FA462CA-087D-4663-B282-B4BC371F5B7F}" type="parTrans" cxnId="{BE63A373-9425-43B6-B8F0-2DC79BAD3726}">
      <dgm:prSet/>
      <dgm:spPr/>
      <dgm:t>
        <a:bodyPr/>
        <a:lstStyle/>
        <a:p>
          <a:endParaRPr lang="en-US"/>
        </a:p>
      </dgm:t>
    </dgm:pt>
    <dgm:pt modelId="{C4F8CA79-91AA-4EA9-A9F1-D4B80FD33BD1}" type="sibTrans" cxnId="{BE63A373-9425-43B6-B8F0-2DC79BAD3726}">
      <dgm:prSet/>
      <dgm:spPr/>
      <dgm:t>
        <a:bodyPr/>
        <a:lstStyle/>
        <a:p>
          <a:endParaRPr lang="en-US"/>
        </a:p>
      </dgm:t>
    </dgm:pt>
    <dgm:pt modelId="{57186123-D347-407E-9084-305770D086FF}">
      <dgm:prSet/>
      <dgm:spPr/>
      <dgm:t>
        <a:bodyPr/>
        <a:lstStyle/>
        <a:p>
          <a:r>
            <a:rPr lang="en-US"/>
            <a:t>7. Evaluate responses</a:t>
          </a:r>
        </a:p>
      </dgm:t>
    </dgm:pt>
    <dgm:pt modelId="{6D413A37-2015-4A41-B74D-AC2E1945FC2D}" type="parTrans" cxnId="{E700D263-A432-4BC4-9E09-AA4D5A7EE235}">
      <dgm:prSet/>
      <dgm:spPr/>
      <dgm:t>
        <a:bodyPr/>
        <a:lstStyle/>
        <a:p>
          <a:endParaRPr lang="en-US"/>
        </a:p>
      </dgm:t>
    </dgm:pt>
    <dgm:pt modelId="{B403A93F-1A77-4FD2-AEFC-6BB194E4392B}" type="sibTrans" cxnId="{E700D263-A432-4BC4-9E09-AA4D5A7EE235}">
      <dgm:prSet/>
      <dgm:spPr/>
      <dgm:t>
        <a:bodyPr/>
        <a:lstStyle/>
        <a:p>
          <a:endParaRPr lang="en-US"/>
        </a:p>
      </dgm:t>
    </dgm:pt>
    <dgm:pt modelId="{8BFAAE9D-2AC9-4681-9200-981F986D7AE4}">
      <dgm:prSet/>
      <dgm:spPr/>
      <dgm:t>
        <a:bodyPr/>
        <a:lstStyle/>
        <a:p>
          <a:r>
            <a:rPr lang="en-US"/>
            <a:t>Measure relevance, correctness, helpfulness, and faithfulness.</a:t>
          </a:r>
        </a:p>
      </dgm:t>
    </dgm:pt>
    <dgm:pt modelId="{6346D83E-46D2-4720-823D-CBDDFB6F0008}" type="parTrans" cxnId="{26CEAA43-4346-4739-B65C-F312BD3BD95F}">
      <dgm:prSet/>
      <dgm:spPr/>
      <dgm:t>
        <a:bodyPr/>
        <a:lstStyle/>
        <a:p>
          <a:endParaRPr lang="en-US"/>
        </a:p>
      </dgm:t>
    </dgm:pt>
    <dgm:pt modelId="{20931BA2-4735-4E72-B76D-BF6EB03200C8}" type="sibTrans" cxnId="{26CEAA43-4346-4739-B65C-F312BD3BD95F}">
      <dgm:prSet/>
      <dgm:spPr/>
      <dgm:t>
        <a:bodyPr/>
        <a:lstStyle/>
        <a:p>
          <a:endParaRPr lang="en-US"/>
        </a:p>
      </dgm:t>
    </dgm:pt>
    <dgm:pt modelId="{4909F0ED-E9D3-4DAE-B1DC-A89147583E54}">
      <dgm:prSet/>
      <dgm:spPr/>
      <dgm:t>
        <a:bodyPr/>
        <a:lstStyle/>
        <a:p>
          <a:r>
            <a:rPr lang="en-US"/>
            <a:t>8. Keep the Knowledge Base synchronized</a:t>
          </a:r>
        </a:p>
      </dgm:t>
    </dgm:pt>
    <dgm:pt modelId="{5735C1A0-B961-4E6E-92A4-D3A890181144}" type="parTrans" cxnId="{93113666-0893-4EC1-83B1-A433AE70EBA3}">
      <dgm:prSet/>
      <dgm:spPr/>
      <dgm:t>
        <a:bodyPr/>
        <a:lstStyle/>
        <a:p>
          <a:endParaRPr lang="en-US"/>
        </a:p>
      </dgm:t>
    </dgm:pt>
    <dgm:pt modelId="{94A8C97E-8AF2-489F-B6FC-06DCE0BE6C24}" type="sibTrans" cxnId="{93113666-0893-4EC1-83B1-A433AE70EBA3}">
      <dgm:prSet/>
      <dgm:spPr/>
      <dgm:t>
        <a:bodyPr/>
        <a:lstStyle/>
        <a:p>
          <a:endParaRPr lang="en-US"/>
        </a:p>
      </dgm:t>
    </dgm:pt>
    <dgm:pt modelId="{5CC38411-116C-4928-9DBF-E9E62DCDA03C}">
      <dgm:prSet/>
      <dgm:spPr/>
      <dgm:t>
        <a:bodyPr/>
        <a:lstStyle/>
        <a:p>
          <a:r>
            <a:rPr lang="en-US"/>
            <a:t>Update embeddings when important source documents change.</a:t>
          </a:r>
        </a:p>
      </dgm:t>
    </dgm:pt>
    <dgm:pt modelId="{55752F1C-5E83-4128-949F-97F00B011B35}" type="parTrans" cxnId="{94C8FE2E-8ED1-4C91-B307-791B1B24DCCE}">
      <dgm:prSet/>
      <dgm:spPr/>
      <dgm:t>
        <a:bodyPr/>
        <a:lstStyle/>
        <a:p>
          <a:endParaRPr lang="en-US"/>
        </a:p>
      </dgm:t>
    </dgm:pt>
    <dgm:pt modelId="{A1EDD484-FACD-445B-BEC2-51D23541F9E7}" type="sibTrans" cxnId="{94C8FE2E-8ED1-4C91-B307-791B1B24DCCE}">
      <dgm:prSet/>
      <dgm:spPr/>
      <dgm:t>
        <a:bodyPr/>
        <a:lstStyle/>
        <a:p>
          <a:endParaRPr lang="en-US"/>
        </a:p>
      </dgm:t>
    </dgm:pt>
    <dgm:pt modelId="{515D74F1-6666-44A7-BFBC-83D3841EC4D7}">
      <dgm:prSet/>
      <dgm:spPr/>
      <dgm:t>
        <a:bodyPr/>
        <a:lstStyle/>
        <a:p>
          <a:r>
            <a:rPr lang="en-US"/>
            <a:t>A good RAG system comes from many small design decisions working together.</a:t>
          </a:r>
        </a:p>
      </dgm:t>
    </dgm:pt>
    <dgm:pt modelId="{DD0161CE-6BDA-40AC-92A8-5F5BF77475A4}" type="parTrans" cxnId="{27F0BD9F-74A5-4DE1-B9CC-B420AF99B121}">
      <dgm:prSet/>
      <dgm:spPr/>
      <dgm:t>
        <a:bodyPr/>
        <a:lstStyle/>
        <a:p>
          <a:endParaRPr lang="en-US"/>
        </a:p>
      </dgm:t>
    </dgm:pt>
    <dgm:pt modelId="{882B19FF-4A66-42CD-B121-14C62143ABDE}" type="sibTrans" cxnId="{27F0BD9F-74A5-4DE1-B9CC-B420AF99B121}">
      <dgm:prSet/>
      <dgm:spPr/>
      <dgm:t>
        <a:bodyPr/>
        <a:lstStyle/>
        <a:p>
          <a:endParaRPr lang="en-US"/>
        </a:p>
      </dgm:t>
    </dgm:pt>
    <dgm:pt modelId="{6D06A5C2-8F08-43D4-B243-13118A33A331}" type="pres">
      <dgm:prSet presAssocID="{E5AD8925-0D75-4026-9F62-3CE490C5F326}" presName="vert0" presStyleCnt="0">
        <dgm:presLayoutVars>
          <dgm:dir/>
          <dgm:animOne val="branch"/>
          <dgm:animLvl val="lvl"/>
        </dgm:presLayoutVars>
      </dgm:prSet>
      <dgm:spPr/>
    </dgm:pt>
    <dgm:pt modelId="{E01BD48C-16C1-4862-8CFF-5F1D1D449AF4}" type="pres">
      <dgm:prSet presAssocID="{CBC85721-113E-4BA2-9FED-CC574AF621FA}" presName="thickLine" presStyleLbl="alignNode1" presStyleIdx="0" presStyleCnt="19"/>
      <dgm:spPr/>
    </dgm:pt>
    <dgm:pt modelId="{664B78E0-4713-4FE2-8E36-1C4EF55AEFA6}" type="pres">
      <dgm:prSet presAssocID="{CBC85721-113E-4BA2-9FED-CC574AF621FA}" presName="horz1" presStyleCnt="0"/>
      <dgm:spPr/>
    </dgm:pt>
    <dgm:pt modelId="{900FD6E9-0ADF-48BC-877B-AD1D58EFEF8B}" type="pres">
      <dgm:prSet presAssocID="{CBC85721-113E-4BA2-9FED-CC574AF621FA}" presName="tx1" presStyleLbl="revTx" presStyleIdx="0" presStyleCnt="19"/>
      <dgm:spPr/>
    </dgm:pt>
    <dgm:pt modelId="{41ECE068-A1F8-4967-A23D-E5919F0F156A}" type="pres">
      <dgm:prSet presAssocID="{CBC85721-113E-4BA2-9FED-CC574AF621FA}" presName="vert1" presStyleCnt="0"/>
      <dgm:spPr/>
    </dgm:pt>
    <dgm:pt modelId="{B8F29491-9980-4EC2-BD1F-F05D52E2C998}" type="pres">
      <dgm:prSet presAssocID="{61FD6C6B-E31D-43A8-B394-B9354DAF4F08}" presName="thickLine" presStyleLbl="alignNode1" presStyleIdx="1" presStyleCnt="19"/>
      <dgm:spPr/>
    </dgm:pt>
    <dgm:pt modelId="{83F83EC4-C49C-4217-915A-8CE737812A31}" type="pres">
      <dgm:prSet presAssocID="{61FD6C6B-E31D-43A8-B394-B9354DAF4F08}" presName="horz1" presStyleCnt="0"/>
      <dgm:spPr/>
    </dgm:pt>
    <dgm:pt modelId="{211A66E0-B112-4DB1-85A2-D159108BC744}" type="pres">
      <dgm:prSet presAssocID="{61FD6C6B-E31D-43A8-B394-B9354DAF4F08}" presName="tx1" presStyleLbl="revTx" presStyleIdx="1" presStyleCnt="19"/>
      <dgm:spPr/>
    </dgm:pt>
    <dgm:pt modelId="{1B3457A4-1813-4D0C-96AA-2B13E3056C62}" type="pres">
      <dgm:prSet presAssocID="{61FD6C6B-E31D-43A8-B394-B9354DAF4F08}" presName="vert1" presStyleCnt="0"/>
      <dgm:spPr/>
    </dgm:pt>
    <dgm:pt modelId="{C29EC8B8-556F-4D55-AC09-2532F6F2C8AB}" type="pres">
      <dgm:prSet presAssocID="{83A14738-F1BE-4458-852A-6880F3FF8EAF}" presName="thickLine" presStyleLbl="alignNode1" presStyleIdx="2" presStyleCnt="19"/>
      <dgm:spPr/>
    </dgm:pt>
    <dgm:pt modelId="{12A06EE3-BC92-46D6-A17A-077665B28118}" type="pres">
      <dgm:prSet presAssocID="{83A14738-F1BE-4458-852A-6880F3FF8EAF}" presName="horz1" presStyleCnt="0"/>
      <dgm:spPr/>
    </dgm:pt>
    <dgm:pt modelId="{71F108AA-C986-4F9C-9955-C93044A55F93}" type="pres">
      <dgm:prSet presAssocID="{83A14738-F1BE-4458-852A-6880F3FF8EAF}" presName="tx1" presStyleLbl="revTx" presStyleIdx="2" presStyleCnt="19"/>
      <dgm:spPr/>
    </dgm:pt>
    <dgm:pt modelId="{12FE79B9-0BF0-430C-8898-CF9B19D84136}" type="pres">
      <dgm:prSet presAssocID="{83A14738-F1BE-4458-852A-6880F3FF8EAF}" presName="vert1" presStyleCnt="0"/>
      <dgm:spPr/>
    </dgm:pt>
    <dgm:pt modelId="{0CE3C8D9-3879-4422-A404-D4C395088EEE}" type="pres">
      <dgm:prSet presAssocID="{AC270FEB-0277-42C0-A73F-C716B04C3695}" presName="thickLine" presStyleLbl="alignNode1" presStyleIdx="3" presStyleCnt="19"/>
      <dgm:spPr/>
    </dgm:pt>
    <dgm:pt modelId="{F681EAAB-C147-44DC-A01E-76EEB8891CB5}" type="pres">
      <dgm:prSet presAssocID="{AC270FEB-0277-42C0-A73F-C716B04C3695}" presName="horz1" presStyleCnt="0"/>
      <dgm:spPr/>
    </dgm:pt>
    <dgm:pt modelId="{7731ED73-9405-4ABD-8C68-7DD6CB203366}" type="pres">
      <dgm:prSet presAssocID="{AC270FEB-0277-42C0-A73F-C716B04C3695}" presName="tx1" presStyleLbl="revTx" presStyleIdx="3" presStyleCnt="19"/>
      <dgm:spPr/>
    </dgm:pt>
    <dgm:pt modelId="{D2BC18D2-F723-4DEF-8A55-A4855FBD48C4}" type="pres">
      <dgm:prSet presAssocID="{AC270FEB-0277-42C0-A73F-C716B04C3695}" presName="vert1" presStyleCnt="0"/>
      <dgm:spPr/>
    </dgm:pt>
    <dgm:pt modelId="{6588AFEB-C222-4C82-B577-7571BF3BAF87}" type="pres">
      <dgm:prSet presAssocID="{149643DE-15D8-4973-BC0E-CD7676FF43AD}" presName="thickLine" presStyleLbl="alignNode1" presStyleIdx="4" presStyleCnt="19"/>
      <dgm:spPr/>
    </dgm:pt>
    <dgm:pt modelId="{2F774B22-6393-4F31-AB86-E74A1259DA6F}" type="pres">
      <dgm:prSet presAssocID="{149643DE-15D8-4973-BC0E-CD7676FF43AD}" presName="horz1" presStyleCnt="0"/>
      <dgm:spPr/>
    </dgm:pt>
    <dgm:pt modelId="{97E2D40E-0865-4983-9DEC-B4F82E565A47}" type="pres">
      <dgm:prSet presAssocID="{149643DE-15D8-4973-BC0E-CD7676FF43AD}" presName="tx1" presStyleLbl="revTx" presStyleIdx="4" presStyleCnt="19"/>
      <dgm:spPr/>
    </dgm:pt>
    <dgm:pt modelId="{D2A1E3C4-EB9E-4CF9-B427-A80D4C57FEE7}" type="pres">
      <dgm:prSet presAssocID="{149643DE-15D8-4973-BC0E-CD7676FF43AD}" presName="vert1" presStyleCnt="0"/>
      <dgm:spPr/>
    </dgm:pt>
    <dgm:pt modelId="{49AD1E3E-5BF1-41CC-8E48-6F4F26BEE088}" type="pres">
      <dgm:prSet presAssocID="{63B3F137-E334-47A4-92ED-BD99D532B770}" presName="thickLine" presStyleLbl="alignNode1" presStyleIdx="5" presStyleCnt="19"/>
      <dgm:spPr/>
    </dgm:pt>
    <dgm:pt modelId="{85320AAF-8A8C-4C74-8C54-85BBF5B6EE19}" type="pres">
      <dgm:prSet presAssocID="{63B3F137-E334-47A4-92ED-BD99D532B770}" presName="horz1" presStyleCnt="0"/>
      <dgm:spPr/>
    </dgm:pt>
    <dgm:pt modelId="{577CDF83-54D3-4822-9ECC-AB0194FBDB34}" type="pres">
      <dgm:prSet presAssocID="{63B3F137-E334-47A4-92ED-BD99D532B770}" presName="tx1" presStyleLbl="revTx" presStyleIdx="5" presStyleCnt="19"/>
      <dgm:spPr/>
    </dgm:pt>
    <dgm:pt modelId="{680361A2-5FD9-4D74-B63E-03CE90980438}" type="pres">
      <dgm:prSet presAssocID="{63B3F137-E334-47A4-92ED-BD99D532B770}" presName="vert1" presStyleCnt="0"/>
      <dgm:spPr/>
    </dgm:pt>
    <dgm:pt modelId="{E10E5D82-F3AD-4635-952C-F78D075DB504}" type="pres">
      <dgm:prSet presAssocID="{0878C79C-8C48-46B0-BA2F-E2BB745A8F89}" presName="thickLine" presStyleLbl="alignNode1" presStyleIdx="6" presStyleCnt="19"/>
      <dgm:spPr/>
    </dgm:pt>
    <dgm:pt modelId="{58769771-986F-4D0A-A578-9B8098A44CB1}" type="pres">
      <dgm:prSet presAssocID="{0878C79C-8C48-46B0-BA2F-E2BB745A8F89}" presName="horz1" presStyleCnt="0"/>
      <dgm:spPr/>
    </dgm:pt>
    <dgm:pt modelId="{244F262F-3A50-450A-BB40-6B653EEAF6B1}" type="pres">
      <dgm:prSet presAssocID="{0878C79C-8C48-46B0-BA2F-E2BB745A8F89}" presName="tx1" presStyleLbl="revTx" presStyleIdx="6" presStyleCnt="19"/>
      <dgm:spPr/>
    </dgm:pt>
    <dgm:pt modelId="{1D85A107-6766-425B-8D0C-705B841EF6AA}" type="pres">
      <dgm:prSet presAssocID="{0878C79C-8C48-46B0-BA2F-E2BB745A8F89}" presName="vert1" presStyleCnt="0"/>
      <dgm:spPr/>
    </dgm:pt>
    <dgm:pt modelId="{4FCC4A20-6FA9-42A4-A4D2-5516CB7809B0}" type="pres">
      <dgm:prSet presAssocID="{01FC8F6C-F14B-40F7-AEC9-17B750C0ED2E}" presName="thickLine" presStyleLbl="alignNode1" presStyleIdx="7" presStyleCnt="19"/>
      <dgm:spPr/>
    </dgm:pt>
    <dgm:pt modelId="{806E8C0A-C191-45B4-82C4-1D1B72FC0816}" type="pres">
      <dgm:prSet presAssocID="{01FC8F6C-F14B-40F7-AEC9-17B750C0ED2E}" presName="horz1" presStyleCnt="0"/>
      <dgm:spPr/>
    </dgm:pt>
    <dgm:pt modelId="{0A2A7E13-B83C-4AAF-90A9-E8FB26594B63}" type="pres">
      <dgm:prSet presAssocID="{01FC8F6C-F14B-40F7-AEC9-17B750C0ED2E}" presName="tx1" presStyleLbl="revTx" presStyleIdx="7" presStyleCnt="19"/>
      <dgm:spPr/>
    </dgm:pt>
    <dgm:pt modelId="{E9D05021-4538-46CB-9D94-18B98CEFD49A}" type="pres">
      <dgm:prSet presAssocID="{01FC8F6C-F14B-40F7-AEC9-17B750C0ED2E}" presName="vert1" presStyleCnt="0"/>
      <dgm:spPr/>
    </dgm:pt>
    <dgm:pt modelId="{08A4BBCE-A0FB-4A72-81F6-069A02EE2337}" type="pres">
      <dgm:prSet presAssocID="{52AB2E58-4A77-4867-ABE3-17F58D173032}" presName="thickLine" presStyleLbl="alignNode1" presStyleIdx="8" presStyleCnt="19"/>
      <dgm:spPr/>
    </dgm:pt>
    <dgm:pt modelId="{EBC0DE3B-871A-4707-A414-05BA4DD4CF80}" type="pres">
      <dgm:prSet presAssocID="{52AB2E58-4A77-4867-ABE3-17F58D173032}" presName="horz1" presStyleCnt="0"/>
      <dgm:spPr/>
    </dgm:pt>
    <dgm:pt modelId="{5582582A-605C-4614-AABB-95A04897C196}" type="pres">
      <dgm:prSet presAssocID="{52AB2E58-4A77-4867-ABE3-17F58D173032}" presName="tx1" presStyleLbl="revTx" presStyleIdx="8" presStyleCnt="19"/>
      <dgm:spPr/>
    </dgm:pt>
    <dgm:pt modelId="{37BDA5C6-043E-42D1-823B-ADD2C4A27D23}" type="pres">
      <dgm:prSet presAssocID="{52AB2E58-4A77-4867-ABE3-17F58D173032}" presName="vert1" presStyleCnt="0"/>
      <dgm:spPr/>
    </dgm:pt>
    <dgm:pt modelId="{60BA7B20-1C92-4D1B-B3DF-11ED7C2EB439}" type="pres">
      <dgm:prSet presAssocID="{47300728-5C4B-4649-B468-8FD75450C8BE}" presName="thickLine" presStyleLbl="alignNode1" presStyleIdx="9" presStyleCnt="19"/>
      <dgm:spPr/>
    </dgm:pt>
    <dgm:pt modelId="{2A714D9C-6B7C-44D4-AFF6-973A1B317C1E}" type="pres">
      <dgm:prSet presAssocID="{47300728-5C4B-4649-B468-8FD75450C8BE}" presName="horz1" presStyleCnt="0"/>
      <dgm:spPr/>
    </dgm:pt>
    <dgm:pt modelId="{3318BD37-24C7-41F4-B969-3C7A548C4C26}" type="pres">
      <dgm:prSet presAssocID="{47300728-5C4B-4649-B468-8FD75450C8BE}" presName="tx1" presStyleLbl="revTx" presStyleIdx="9" presStyleCnt="19"/>
      <dgm:spPr/>
    </dgm:pt>
    <dgm:pt modelId="{4773E60F-E7F1-4A60-8AA0-885225416C01}" type="pres">
      <dgm:prSet presAssocID="{47300728-5C4B-4649-B468-8FD75450C8BE}" presName="vert1" presStyleCnt="0"/>
      <dgm:spPr/>
    </dgm:pt>
    <dgm:pt modelId="{EB2A0C21-0443-4361-8DD6-E154981D3AC6}" type="pres">
      <dgm:prSet presAssocID="{9B7A97B1-B9AA-4A7C-A115-2B1CD6EB6016}" presName="thickLine" presStyleLbl="alignNode1" presStyleIdx="10" presStyleCnt="19"/>
      <dgm:spPr/>
    </dgm:pt>
    <dgm:pt modelId="{E566AA30-E521-4ABA-A146-D7EBB31E93E3}" type="pres">
      <dgm:prSet presAssocID="{9B7A97B1-B9AA-4A7C-A115-2B1CD6EB6016}" presName="horz1" presStyleCnt="0"/>
      <dgm:spPr/>
    </dgm:pt>
    <dgm:pt modelId="{214510D9-6F96-41F7-9479-1094C0E4BABD}" type="pres">
      <dgm:prSet presAssocID="{9B7A97B1-B9AA-4A7C-A115-2B1CD6EB6016}" presName="tx1" presStyleLbl="revTx" presStyleIdx="10" presStyleCnt="19"/>
      <dgm:spPr/>
    </dgm:pt>
    <dgm:pt modelId="{E7FF9EC3-9CF0-4667-B422-FDE659C5EB9A}" type="pres">
      <dgm:prSet presAssocID="{9B7A97B1-B9AA-4A7C-A115-2B1CD6EB6016}" presName="vert1" presStyleCnt="0"/>
      <dgm:spPr/>
    </dgm:pt>
    <dgm:pt modelId="{93B130A7-E8EC-484F-8D0C-D3D0D8589527}" type="pres">
      <dgm:prSet presAssocID="{B003A1ED-9BA1-43BE-BE4B-1410A4F5F566}" presName="thickLine" presStyleLbl="alignNode1" presStyleIdx="11" presStyleCnt="19"/>
      <dgm:spPr/>
    </dgm:pt>
    <dgm:pt modelId="{01AFDCA6-E547-4A1F-BFBF-17F1304B2C26}" type="pres">
      <dgm:prSet presAssocID="{B003A1ED-9BA1-43BE-BE4B-1410A4F5F566}" presName="horz1" presStyleCnt="0"/>
      <dgm:spPr/>
    </dgm:pt>
    <dgm:pt modelId="{0E8ED0B4-88BE-4D09-BF41-FD830A0EEC44}" type="pres">
      <dgm:prSet presAssocID="{B003A1ED-9BA1-43BE-BE4B-1410A4F5F566}" presName="tx1" presStyleLbl="revTx" presStyleIdx="11" presStyleCnt="19"/>
      <dgm:spPr/>
    </dgm:pt>
    <dgm:pt modelId="{AF90EDFC-2082-4EBE-A7BF-B6394DD13E4D}" type="pres">
      <dgm:prSet presAssocID="{B003A1ED-9BA1-43BE-BE4B-1410A4F5F566}" presName="vert1" presStyleCnt="0"/>
      <dgm:spPr/>
    </dgm:pt>
    <dgm:pt modelId="{79CBBC66-8EE0-44F1-88E2-CBE87A10A7A2}" type="pres">
      <dgm:prSet presAssocID="{168EAF72-7B97-48ED-BFA5-359917613A25}" presName="thickLine" presStyleLbl="alignNode1" presStyleIdx="12" presStyleCnt="19"/>
      <dgm:spPr/>
    </dgm:pt>
    <dgm:pt modelId="{E2F19CD2-3F27-4221-BA76-67D2E2328B2C}" type="pres">
      <dgm:prSet presAssocID="{168EAF72-7B97-48ED-BFA5-359917613A25}" presName="horz1" presStyleCnt="0"/>
      <dgm:spPr/>
    </dgm:pt>
    <dgm:pt modelId="{D9706ABD-24EC-49CF-AD39-76236317F4AE}" type="pres">
      <dgm:prSet presAssocID="{168EAF72-7B97-48ED-BFA5-359917613A25}" presName="tx1" presStyleLbl="revTx" presStyleIdx="12" presStyleCnt="19"/>
      <dgm:spPr/>
    </dgm:pt>
    <dgm:pt modelId="{6AD8BCF8-1F74-449F-9A59-82D94BDFE544}" type="pres">
      <dgm:prSet presAssocID="{168EAF72-7B97-48ED-BFA5-359917613A25}" presName="vert1" presStyleCnt="0"/>
      <dgm:spPr/>
    </dgm:pt>
    <dgm:pt modelId="{AAF4AC46-E749-408A-B5B9-FF7258392E32}" type="pres">
      <dgm:prSet presAssocID="{2CB29F1E-F19B-4BC5-B988-ED7112E619B1}" presName="thickLine" presStyleLbl="alignNode1" presStyleIdx="13" presStyleCnt="19"/>
      <dgm:spPr/>
    </dgm:pt>
    <dgm:pt modelId="{810692DC-A8DF-4143-99BB-81260C0BC607}" type="pres">
      <dgm:prSet presAssocID="{2CB29F1E-F19B-4BC5-B988-ED7112E619B1}" presName="horz1" presStyleCnt="0"/>
      <dgm:spPr/>
    </dgm:pt>
    <dgm:pt modelId="{99ACFFC0-F97F-49C2-BBFF-3D0147415B55}" type="pres">
      <dgm:prSet presAssocID="{2CB29F1E-F19B-4BC5-B988-ED7112E619B1}" presName="tx1" presStyleLbl="revTx" presStyleIdx="13" presStyleCnt="19"/>
      <dgm:spPr/>
    </dgm:pt>
    <dgm:pt modelId="{08B73C55-F10F-461B-AFAA-98A351DB180B}" type="pres">
      <dgm:prSet presAssocID="{2CB29F1E-F19B-4BC5-B988-ED7112E619B1}" presName="vert1" presStyleCnt="0"/>
      <dgm:spPr/>
    </dgm:pt>
    <dgm:pt modelId="{10E45A9D-3B6C-4BE2-864B-A52B4D14B68C}" type="pres">
      <dgm:prSet presAssocID="{57186123-D347-407E-9084-305770D086FF}" presName="thickLine" presStyleLbl="alignNode1" presStyleIdx="14" presStyleCnt="19"/>
      <dgm:spPr/>
    </dgm:pt>
    <dgm:pt modelId="{F39511EB-6FC3-4476-B35C-1FD9CFBC1BB1}" type="pres">
      <dgm:prSet presAssocID="{57186123-D347-407E-9084-305770D086FF}" presName="horz1" presStyleCnt="0"/>
      <dgm:spPr/>
    </dgm:pt>
    <dgm:pt modelId="{09187D4B-082C-4EAB-B549-9DBEAAD19CB2}" type="pres">
      <dgm:prSet presAssocID="{57186123-D347-407E-9084-305770D086FF}" presName="tx1" presStyleLbl="revTx" presStyleIdx="14" presStyleCnt="19"/>
      <dgm:spPr/>
    </dgm:pt>
    <dgm:pt modelId="{6FBAC4E6-A86A-4889-9293-2422FD8247AC}" type="pres">
      <dgm:prSet presAssocID="{57186123-D347-407E-9084-305770D086FF}" presName="vert1" presStyleCnt="0"/>
      <dgm:spPr/>
    </dgm:pt>
    <dgm:pt modelId="{867B2868-228B-41FB-BBA9-73EE910FF935}" type="pres">
      <dgm:prSet presAssocID="{8BFAAE9D-2AC9-4681-9200-981F986D7AE4}" presName="thickLine" presStyleLbl="alignNode1" presStyleIdx="15" presStyleCnt="19"/>
      <dgm:spPr/>
    </dgm:pt>
    <dgm:pt modelId="{33D42FFA-3549-40C8-823C-9F5CD8EBC714}" type="pres">
      <dgm:prSet presAssocID="{8BFAAE9D-2AC9-4681-9200-981F986D7AE4}" presName="horz1" presStyleCnt="0"/>
      <dgm:spPr/>
    </dgm:pt>
    <dgm:pt modelId="{E9FBA274-DFEB-4A0B-B5EF-BF371B1490F3}" type="pres">
      <dgm:prSet presAssocID="{8BFAAE9D-2AC9-4681-9200-981F986D7AE4}" presName="tx1" presStyleLbl="revTx" presStyleIdx="15" presStyleCnt="19"/>
      <dgm:spPr/>
    </dgm:pt>
    <dgm:pt modelId="{6ECFB0E8-6751-4ECF-B5CA-BE844C4370F7}" type="pres">
      <dgm:prSet presAssocID="{8BFAAE9D-2AC9-4681-9200-981F986D7AE4}" presName="vert1" presStyleCnt="0"/>
      <dgm:spPr/>
    </dgm:pt>
    <dgm:pt modelId="{8BF65FF3-9607-41B3-BF16-94888690812A}" type="pres">
      <dgm:prSet presAssocID="{4909F0ED-E9D3-4DAE-B1DC-A89147583E54}" presName="thickLine" presStyleLbl="alignNode1" presStyleIdx="16" presStyleCnt="19"/>
      <dgm:spPr/>
    </dgm:pt>
    <dgm:pt modelId="{11960924-E911-461D-A0B8-22F534D5D86F}" type="pres">
      <dgm:prSet presAssocID="{4909F0ED-E9D3-4DAE-B1DC-A89147583E54}" presName="horz1" presStyleCnt="0"/>
      <dgm:spPr/>
    </dgm:pt>
    <dgm:pt modelId="{1456E5C7-463A-4C53-BCEC-56BBD5A3BA91}" type="pres">
      <dgm:prSet presAssocID="{4909F0ED-E9D3-4DAE-B1DC-A89147583E54}" presName="tx1" presStyleLbl="revTx" presStyleIdx="16" presStyleCnt="19"/>
      <dgm:spPr/>
    </dgm:pt>
    <dgm:pt modelId="{378E84C8-D24A-415E-9706-E603B3EB3552}" type="pres">
      <dgm:prSet presAssocID="{4909F0ED-E9D3-4DAE-B1DC-A89147583E54}" presName="vert1" presStyleCnt="0"/>
      <dgm:spPr/>
    </dgm:pt>
    <dgm:pt modelId="{2EAB0201-34BD-43AE-A410-96254DFD094F}" type="pres">
      <dgm:prSet presAssocID="{5CC38411-116C-4928-9DBF-E9E62DCDA03C}" presName="thickLine" presStyleLbl="alignNode1" presStyleIdx="17" presStyleCnt="19"/>
      <dgm:spPr/>
    </dgm:pt>
    <dgm:pt modelId="{3247EEF5-2256-4A5C-8CE0-B2889BB0A336}" type="pres">
      <dgm:prSet presAssocID="{5CC38411-116C-4928-9DBF-E9E62DCDA03C}" presName="horz1" presStyleCnt="0"/>
      <dgm:spPr/>
    </dgm:pt>
    <dgm:pt modelId="{99175C9F-CABB-44B5-9336-44639D62B75B}" type="pres">
      <dgm:prSet presAssocID="{5CC38411-116C-4928-9DBF-E9E62DCDA03C}" presName="tx1" presStyleLbl="revTx" presStyleIdx="17" presStyleCnt="19"/>
      <dgm:spPr/>
    </dgm:pt>
    <dgm:pt modelId="{1B802F4F-7435-4246-AA3D-2499D74C2AE2}" type="pres">
      <dgm:prSet presAssocID="{5CC38411-116C-4928-9DBF-E9E62DCDA03C}" presName="vert1" presStyleCnt="0"/>
      <dgm:spPr/>
    </dgm:pt>
    <dgm:pt modelId="{990C3119-7F1D-4805-BE69-78A5E3245C9E}" type="pres">
      <dgm:prSet presAssocID="{515D74F1-6666-44A7-BFBC-83D3841EC4D7}" presName="thickLine" presStyleLbl="alignNode1" presStyleIdx="18" presStyleCnt="19"/>
      <dgm:spPr/>
    </dgm:pt>
    <dgm:pt modelId="{B47E92E4-0A8E-43D8-BDAB-90CA6FDEC7A3}" type="pres">
      <dgm:prSet presAssocID="{515D74F1-6666-44A7-BFBC-83D3841EC4D7}" presName="horz1" presStyleCnt="0"/>
      <dgm:spPr/>
    </dgm:pt>
    <dgm:pt modelId="{30CF6FDA-9B5C-48A6-AAA3-80E71088763D}" type="pres">
      <dgm:prSet presAssocID="{515D74F1-6666-44A7-BFBC-83D3841EC4D7}" presName="tx1" presStyleLbl="revTx" presStyleIdx="18" presStyleCnt="19"/>
      <dgm:spPr/>
    </dgm:pt>
    <dgm:pt modelId="{4C52C927-7996-4BD0-B7C3-16923C301B42}" type="pres">
      <dgm:prSet presAssocID="{515D74F1-6666-44A7-BFBC-83D3841EC4D7}" presName="vert1" presStyleCnt="0"/>
      <dgm:spPr/>
    </dgm:pt>
  </dgm:ptLst>
  <dgm:cxnLst>
    <dgm:cxn modelId="{CF3E8201-740A-4D0C-BACE-3967DBDB17D3}" type="presOf" srcId="{4909F0ED-E9D3-4DAE-B1DC-A89147583E54}" destId="{1456E5C7-463A-4C53-BCEC-56BBD5A3BA91}" srcOrd="0" destOrd="0" presId="urn:microsoft.com/office/officeart/2008/layout/LinedList"/>
    <dgm:cxn modelId="{2FE7EA0A-36D7-430F-A40F-7637B0369628}" srcId="{E5AD8925-0D75-4026-9F62-3CE490C5F326}" destId="{0878C79C-8C48-46B0-BA2F-E2BB745A8F89}" srcOrd="6" destOrd="0" parTransId="{B695E90F-9828-45D9-A84D-959C8C17BB0A}" sibTransId="{D7C4E4FA-D733-44AD-BC4B-636D04F46110}"/>
    <dgm:cxn modelId="{A50EEA0F-B5A4-44E7-8CC8-2D684E509FA2}" srcId="{E5AD8925-0D75-4026-9F62-3CE490C5F326}" destId="{9B7A97B1-B9AA-4A7C-A115-2B1CD6EB6016}" srcOrd="10" destOrd="0" parTransId="{2BA53391-76EC-4A13-A4CF-DE5EFDAEE2D7}" sibTransId="{59C7C904-A795-4DD1-9117-85FA5DD75015}"/>
    <dgm:cxn modelId="{B76A8311-D5FF-4342-BE92-775B11C7DAAF}" srcId="{E5AD8925-0D75-4026-9F62-3CE490C5F326}" destId="{B003A1ED-9BA1-43BE-BE4B-1410A4F5F566}" srcOrd="11" destOrd="0" parTransId="{B1E0E102-F94C-44F6-BD55-2C512A60C2C0}" sibTransId="{0B28CE63-FC8D-44E6-AEE3-B4BF1E6837A6}"/>
    <dgm:cxn modelId="{E227A511-6FEF-40E2-ABD6-DA9D15B5C182}" srcId="{E5AD8925-0D75-4026-9F62-3CE490C5F326}" destId="{CBC85721-113E-4BA2-9FED-CC574AF621FA}" srcOrd="0" destOrd="0" parTransId="{F0B13E0E-D064-4E24-85F5-8C3BE9BD3CC0}" sibTransId="{813C91B9-8F88-4774-A00E-FA67134A01EB}"/>
    <dgm:cxn modelId="{B2C2A815-1B3A-4A22-9D9E-73E3D5928847}" srcId="{E5AD8925-0D75-4026-9F62-3CE490C5F326}" destId="{149643DE-15D8-4973-BC0E-CD7676FF43AD}" srcOrd="4" destOrd="0" parTransId="{4B5A2887-9668-4111-BDA2-90A5D64FA82E}" sibTransId="{E167FFC0-F4DC-46B9-8D47-CC31471C3224}"/>
    <dgm:cxn modelId="{59FCD31A-B603-4AAD-93C4-C3271095C863}" type="presOf" srcId="{57186123-D347-407E-9084-305770D086FF}" destId="{09187D4B-082C-4EAB-B549-9DBEAAD19CB2}" srcOrd="0" destOrd="0" presId="urn:microsoft.com/office/officeart/2008/layout/LinedList"/>
    <dgm:cxn modelId="{47D41D21-83EC-4B0B-92FD-4D003A1D2992}" srcId="{E5AD8925-0D75-4026-9F62-3CE490C5F326}" destId="{52AB2E58-4A77-4867-ABE3-17F58D173032}" srcOrd="8" destOrd="0" parTransId="{43DAFA78-B80E-4DE1-9085-EFACF851A7FE}" sibTransId="{6BC52609-FFBA-48BC-912F-9B93171438A4}"/>
    <dgm:cxn modelId="{EA810623-FC57-4476-90D2-757E97B25CB6}" type="presOf" srcId="{47300728-5C4B-4649-B468-8FD75450C8BE}" destId="{3318BD37-24C7-41F4-B969-3C7A548C4C26}" srcOrd="0" destOrd="0" presId="urn:microsoft.com/office/officeart/2008/layout/LinedList"/>
    <dgm:cxn modelId="{0E39F326-8EE4-46EF-8C87-CE07218F2461}" type="presOf" srcId="{52AB2E58-4A77-4867-ABE3-17F58D173032}" destId="{5582582A-605C-4614-AABB-95A04897C196}" srcOrd="0" destOrd="0" presId="urn:microsoft.com/office/officeart/2008/layout/LinedList"/>
    <dgm:cxn modelId="{0D17FB2D-6A2F-4F90-9A14-B906BB97A736}" type="presOf" srcId="{0878C79C-8C48-46B0-BA2F-E2BB745A8F89}" destId="{244F262F-3A50-450A-BB40-6B653EEAF6B1}" srcOrd="0" destOrd="0" presId="urn:microsoft.com/office/officeart/2008/layout/LinedList"/>
    <dgm:cxn modelId="{94C8FE2E-8ED1-4C91-B307-791B1B24DCCE}" srcId="{E5AD8925-0D75-4026-9F62-3CE490C5F326}" destId="{5CC38411-116C-4928-9DBF-E9E62DCDA03C}" srcOrd="17" destOrd="0" parTransId="{55752F1C-5E83-4128-949F-97F00B011B35}" sibTransId="{A1EDD484-FACD-445B-BEC2-51D23541F9E7}"/>
    <dgm:cxn modelId="{26CEAA43-4346-4739-B65C-F312BD3BD95F}" srcId="{E5AD8925-0D75-4026-9F62-3CE490C5F326}" destId="{8BFAAE9D-2AC9-4681-9200-981F986D7AE4}" srcOrd="15" destOrd="0" parTransId="{6346D83E-46D2-4720-823D-CBDDFB6F0008}" sibTransId="{20931BA2-4735-4E72-B76D-BF6EB03200C8}"/>
    <dgm:cxn modelId="{E700D263-A432-4BC4-9E09-AA4D5A7EE235}" srcId="{E5AD8925-0D75-4026-9F62-3CE490C5F326}" destId="{57186123-D347-407E-9084-305770D086FF}" srcOrd="14" destOrd="0" parTransId="{6D413A37-2015-4A41-B74D-AC2E1945FC2D}" sibTransId="{B403A93F-1A77-4FD2-AEFC-6BB194E4392B}"/>
    <dgm:cxn modelId="{5551EE64-3719-461B-A23F-3B67448BC8F1}" type="presOf" srcId="{CBC85721-113E-4BA2-9FED-CC574AF621FA}" destId="{900FD6E9-0ADF-48BC-877B-AD1D58EFEF8B}" srcOrd="0" destOrd="0" presId="urn:microsoft.com/office/officeart/2008/layout/LinedList"/>
    <dgm:cxn modelId="{93113666-0893-4EC1-83B1-A433AE70EBA3}" srcId="{E5AD8925-0D75-4026-9F62-3CE490C5F326}" destId="{4909F0ED-E9D3-4DAE-B1DC-A89147583E54}" srcOrd="16" destOrd="0" parTransId="{5735C1A0-B961-4E6E-92A4-D3A890181144}" sibTransId="{94A8C97E-8AF2-489F-B6FC-06DCE0BE6C24}"/>
    <dgm:cxn modelId="{D3DC2968-4CFF-40EA-85C8-37E4E23FE6F2}" srcId="{E5AD8925-0D75-4026-9F62-3CE490C5F326}" destId="{83A14738-F1BE-4458-852A-6880F3FF8EAF}" srcOrd="2" destOrd="0" parTransId="{18138EDC-FD77-4C54-91BE-83E556454B41}" sibTransId="{491FEAEF-0501-493E-A808-4E4B5BD9DF0D}"/>
    <dgm:cxn modelId="{E3F0CB68-5EF9-461D-BE36-C53B325FE2B2}" srcId="{E5AD8925-0D75-4026-9F62-3CE490C5F326}" destId="{61FD6C6B-E31D-43A8-B394-B9354DAF4F08}" srcOrd="1" destOrd="0" parTransId="{291A179E-46B5-48FF-B5AD-85A38DAF1DCF}" sibTransId="{DDBC3AD9-424E-4A2E-980A-2233B7B67A63}"/>
    <dgm:cxn modelId="{D779F44B-002F-4BCD-AAF5-E87E4C81F10C}" type="presOf" srcId="{AC270FEB-0277-42C0-A73F-C716B04C3695}" destId="{7731ED73-9405-4ABD-8C68-7DD6CB203366}" srcOrd="0" destOrd="0" presId="urn:microsoft.com/office/officeart/2008/layout/LinedList"/>
    <dgm:cxn modelId="{FDAE8A4E-32D0-49F1-9B6A-D845E9AB4A19}" type="presOf" srcId="{8BFAAE9D-2AC9-4681-9200-981F986D7AE4}" destId="{E9FBA274-DFEB-4A0B-B5EF-BF371B1490F3}" srcOrd="0" destOrd="0" presId="urn:microsoft.com/office/officeart/2008/layout/LinedList"/>
    <dgm:cxn modelId="{BE63A373-9425-43B6-B8F0-2DC79BAD3726}" srcId="{E5AD8925-0D75-4026-9F62-3CE490C5F326}" destId="{2CB29F1E-F19B-4BC5-B988-ED7112E619B1}" srcOrd="13" destOrd="0" parTransId="{5FA462CA-087D-4663-B282-B4BC371F5B7F}" sibTransId="{C4F8CA79-91AA-4EA9-A9F1-D4B80FD33BD1}"/>
    <dgm:cxn modelId="{E7963456-FD7E-4D57-A2C8-62E1B130C7C3}" type="presOf" srcId="{E5AD8925-0D75-4026-9F62-3CE490C5F326}" destId="{6D06A5C2-8F08-43D4-B243-13118A33A331}" srcOrd="0" destOrd="0" presId="urn:microsoft.com/office/officeart/2008/layout/LinedList"/>
    <dgm:cxn modelId="{EF0A7C77-C679-45F1-B8D2-D8F0687C99B0}" type="presOf" srcId="{B003A1ED-9BA1-43BE-BE4B-1410A4F5F566}" destId="{0E8ED0B4-88BE-4D09-BF41-FD830A0EEC44}" srcOrd="0" destOrd="0" presId="urn:microsoft.com/office/officeart/2008/layout/LinedList"/>
    <dgm:cxn modelId="{A14DFB85-5E74-448A-894E-59E9E97629E5}" type="presOf" srcId="{01FC8F6C-F14B-40F7-AEC9-17B750C0ED2E}" destId="{0A2A7E13-B83C-4AAF-90A9-E8FB26594B63}" srcOrd="0" destOrd="0" presId="urn:microsoft.com/office/officeart/2008/layout/LinedList"/>
    <dgm:cxn modelId="{2B55B386-AB8F-4BA0-B284-4B8476B593B4}" srcId="{E5AD8925-0D75-4026-9F62-3CE490C5F326}" destId="{AC270FEB-0277-42C0-A73F-C716B04C3695}" srcOrd="3" destOrd="0" parTransId="{44DDEF3D-6096-46CB-9233-601EF3514FAF}" sibTransId="{D1935F30-CBEE-4F7E-8F22-A3B4FB1C60E7}"/>
    <dgm:cxn modelId="{35B23389-0E5E-40B8-B278-489E17556005}" srcId="{E5AD8925-0D75-4026-9F62-3CE490C5F326}" destId="{63B3F137-E334-47A4-92ED-BD99D532B770}" srcOrd="5" destOrd="0" parTransId="{8420C292-1D04-46BD-9E1F-61E18C1C883B}" sibTransId="{3355F968-7E54-461C-AF7B-A55390F60764}"/>
    <dgm:cxn modelId="{27F0BD9F-74A5-4DE1-B9CC-B420AF99B121}" srcId="{E5AD8925-0D75-4026-9F62-3CE490C5F326}" destId="{515D74F1-6666-44A7-BFBC-83D3841EC4D7}" srcOrd="18" destOrd="0" parTransId="{DD0161CE-6BDA-40AC-92A8-5F5BF77475A4}" sibTransId="{882B19FF-4A66-42CD-B121-14C62143ABDE}"/>
    <dgm:cxn modelId="{BDE7C1B0-D5B5-4177-88A6-709E70874CF6}" type="presOf" srcId="{5CC38411-116C-4928-9DBF-E9E62DCDA03C}" destId="{99175C9F-CABB-44B5-9336-44639D62B75B}" srcOrd="0" destOrd="0" presId="urn:microsoft.com/office/officeart/2008/layout/LinedList"/>
    <dgm:cxn modelId="{847ECAB1-33AF-4BD1-8E23-223A4BCBCB84}" type="presOf" srcId="{168EAF72-7B97-48ED-BFA5-359917613A25}" destId="{D9706ABD-24EC-49CF-AD39-76236317F4AE}" srcOrd="0" destOrd="0" presId="urn:microsoft.com/office/officeart/2008/layout/LinedList"/>
    <dgm:cxn modelId="{3F65A8BB-21D4-403A-8BF8-559AC3A9D4DA}" type="presOf" srcId="{9B7A97B1-B9AA-4A7C-A115-2B1CD6EB6016}" destId="{214510D9-6F96-41F7-9479-1094C0E4BABD}" srcOrd="0" destOrd="0" presId="urn:microsoft.com/office/officeart/2008/layout/LinedList"/>
    <dgm:cxn modelId="{BAEC5CBE-7612-428A-8179-FBEC8921373B}" srcId="{E5AD8925-0D75-4026-9F62-3CE490C5F326}" destId="{168EAF72-7B97-48ED-BFA5-359917613A25}" srcOrd="12" destOrd="0" parTransId="{54286502-881C-4366-A7A2-C515F0B8B138}" sibTransId="{72D388D0-DF72-4979-A2FC-E5377E62170F}"/>
    <dgm:cxn modelId="{D7C8EDCA-5A72-4D05-AE36-743A4800625F}" type="presOf" srcId="{2CB29F1E-F19B-4BC5-B988-ED7112E619B1}" destId="{99ACFFC0-F97F-49C2-BBFF-3D0147415B55}" srcOrd="0" destOrd="0" presId="urn:microsoft.com/office/officeart/2008/layout/LinedList"/>
    <dgm:cxn modelId="{E47A24D3-DF75-429F-AA7D-A87A44F738FD}" type="presOf" srcId="{83A14738-F1BE-4458-852A-6880F3FF8EAF}" destId="{71F108AA-C986-4F9C-9955-C93044A55F93}" srcOrd="0" destOrd="0" presId="urn:microsoft.com/office/officeart/2008/layout/LinedList"/>
    <dgm:cxn modelId="{35AFA1DD-F635-4628-850E-6727C1489DBB}" srcId="{E5AD8925-0D75-4026-9F62-3CE490C5F326}" destId="{01FC8F6C-F14B-40F7-AEC9-17B750C0ED2E}" srcOrd="7" destOrd="0" parTransId="{BA9C2482-2197-4A9A-9F4C-22EE16EA5E70}" sibTransId="{A7711E55-9664-47FB-BA3A-193E06FA3997}"/>
    <dgm:cxn modelId="{13B3D5EC-D533-484A-B3DA-2A0D672B5FDA}" type="presOf" srcId="{63B3F137-E334-47A4-92ED-BD99D532B770}" destId="{577CDF83-54D3-4822-9ECC-AB0194FBDB34}" srcOrd="0" destOrd="0" presId="urn:microsoft.com/office/officeart/2008/layout/LinedList"/>
    <dgm:cxn modelId="{CED217EE-9117-4BC2-9DC2-B46EF11F0AB8}" type="presOf" srcId="{61FD6C6B-E31D-43A8-B394-B9354DAF4F08}" destId="{211A66E0-B112-4DB1-85A2-D159108BC744}" srcOrd="0" destOrd="0" presId="urn:microsoft.com/office/officeart/2008/layout/LinedList"/>
    <dgm:cxn modelId="{439F34EE-4F3E-42BB-B5D9-8DF2FB18279C}" srcId="{E5AD8925-0D75-4026-9F62-3CE490C5F326}" destId="{47300728-5C4B-4649-B468-8FD75450C8BE}" srcOrd="9" destOrd="0" parTransId="{44B95AB8-705C-4916-921C-0D7EAA248DF7}" sibTransId="{42F209C3-056C-4BAA-B2AC-7EBF62B865DE}"/>
    <dgm:cxn modelId="{91BB1BF6-DBCA-4924-AA31-A2672BFB5F9F}" type="presOf" srcId="{149643DE-15D8-4973-BC0E-CD7676FF43AD}" destId="{97E2D40E-0865-4983-9DEC-B4F82E565A47}" srcOrd="0" destOrd="0" presId="urn:microsoft.com/office/officeart/2008/layout/LinedList"/>
    <dgm:cxn modelId="{D2303EFA-47A1-4C8F-A576-02D01C300D0F}" type="presOf" srcId="{515D74F1-6666-44A7-BFBC-83D3841EC4D7}" destId="{30CF6FDA-9B5C-48A6-AAA3-80E71088763D}" srcOrd="0" destOrd="0" presId="urn:microsoft.com/office/officeart/2008/layout/LinedList"/>
    <dgm:cxn modelId="{B7B0DE82-47DB-4EF6-A39E-53F1C69E920E}" type="presParOf" srcId="{6D06A5C2-8F08-43D4-B243-13118A33A331}" destId="{E01BD48C-16C1-4862-8CFF-5F1D1D449AF4}" srcOrd="0" destOrd="0" presId="urn:microsoft.com/office/officeart/2008/layout/LinedList"/>
    <dgm:cxn modelId="{AD1BBA1E-5DEB-4DC8-A349-08A02A27E0C2}" type="presParOf" srcId="{6D06A5C2-8F08-43D4-B243-13118A33A331}" destId="{664B78E0-4713-4FE2-8E36-1C4EF55AEFA6}" srcOrd="1" destOrd="0" presId="urn:microsoft.com/office/officeart/2008/layout/LinedList"/>
    <dgm:cxn modelId="{2AF06F23-D629-4207-9A27-73121D3A3574}" type="presParOf" srcId="{664B78E0-4713-4FE2-8E36-1C4EF55AEFA6}" destId="{900FD6E9-0ADF-48BC-877B-AD1D58EFEF8B}" srcOrd="0" destOrd="0" presId="urn:microsoft.com/office/officeart/2008/layout/LinedList"/>
    <dgm:cxn modelId="{9270DC6B-15B6-4316-8354-6578A2E24E5D}" type="presParOf" srcId="{664B78E0-4713-4FE2-8E36-1C4EF55AEFA6}" destId="{41ECE068-A1F8-4967-A23D-E5919F0F156A}" srcOrd="1" destOrd="0" presId="urn:microsoft.com/office/officeart/2008/layout/LinedList"/>
    <dgm:cxn modelId="{9946CD36-589C-4DC9-B100-CB8DE98F22D3}" type="presParOf" srcId="{6D06A5C2-8F08-43D4-B243-13118A33A331}" destId="{B8F29491-9980-4EC2-BD1F-F05D52E2C998}" srcOrd="2" destOrd="0" presId="urn:microsoft.com/office/officeart/2008/layout/LinedList"/>
    <dgm:cxn modelId="{F20EF6FC-9704-4831-83C0-390F7C631C7A}" type="presParOf" srcId="{6D06A5C2-8F08-43D4-B243-13118A33A331}" destId="{83F83EC4-C49C-4217-915A-8CE737812A31}" srcOrd="3" destOrd="0" presId="urn:microsoft.com/office/officeart/2008/layout/LinedList"/>
    <dgm:cxn modelId="{04402168-6534-4B00-80E0-8E396CBCC21C}" type="presParOf" srcId="{83F83EC4-C49C-4217-915A-8CE737812A31}" destId="{211A66E0-B112-4DB1-85A2-D159108BC744}" srcOrd="0" destOrd="0" presId="urn:microsoft.com/office/officeart/2008/layout/LinedList"/>
    <dgm:cxn modelId="{95E36A7A-50F8-406A-8815-C05DA4BD4968}" type="presParOf" srcId="{83F83EC4-C49C-4217-915A-8CE737812A31}" destId="{1B3457A4-1813-4D0C-96AA-2B13E3056C62}" srcOrd="1" destOrd="0" presId="urn:microsoft.com/office/officeart/2008/layout/LinedList"/>
    <dgm:cxn modelId="{1800007C-75C9-4D6A-8674-2A40CFB38FE6}" type="presParOf" srcId="{6D06A5C2-8F08-43D4-B243-13118A33A331}" destId="{C29EC8B8-556F-4D55-AC09-2532F6F2C8AB}" srcOrd="4" destOrd="0" presId="urn:microsoft.com/office/officeart/2008/layout/LinedList"/>
    <dgm:cxn modelId="{E2AAC11A-6D28-4FD4-AC98-100C73EDE7D7}" type="presParOf" srcId="{6D06A5C2-8F08-43D4-B243-13118A33A331}" destId="{12A06EE3-BC92-46D6-A17A-077665B28118}" srcOrd="5" destOrd="0" presId="urn:microsoft.com/office/officeart/2008/layout/LinedList"/>
    <dgm:cxn modelId="{250A70A4-D769-4CE6-9DBF-4D020C20BADA}" type="presParOf" srcId="{12A06EE3-BC92-46D6-A17A-077665B28118}" destId="{71F108AA-C986-4F9C-9955-C93044A55F93}" srcOrd="0" destOrd="0" presId="urn:microsoft.com/office/officeart/2008/layout/LinedList"/>
    <dgm:cxn modelId="{AE16CC1A-0243-4656-990D-C70011D229C2}" type="presParOf" srcId="{12A06EE3-BC92-46D6-A17A-077665B28118}" destId="{12FE79B9-0BF0-430C-8898-CF9B19D84136}" srcOrd="1" destOrd="0" presId="urn:microsoft.com/office/officeart/2008/layout/LinedList"/>
    <dgm:cxn modelId="{1E9B29CE-1FAD-4338-86A5-D9B8528A4B09}" type="presParOf" srcId="{6D06A5C2-8F08-43D4-B243-13118A33A331}" destId="{0CE3C8D9-3879-4422-A404-D4C395088EEE}" srcOrd="6" destOrd="0" presId="urn:microsoft.com/office/officeart/2008/layout/LinedList"/>
    <dgm:cxn modelId="{B7643C7A-5F7F-4F2C-A733-F094F2D0C705}" type="presParOf" srcId="{6D06A5C2-8F08-43D4-B243-13118A33A331}" destId="{F681EAAB-C147-44DC-A01E-76EEB8891CB5}" srcOrd="7" destOrd="0" presId="urn:microsoft.com/office/officeart/2008/layout/LinedList"/>
    <dgm:cxn modelId="{915D7A4D-3C01-42A6-B5EF-C08D02E1BDE5}" type="presParOf" srcId="{F681EAAB-C147-44DC-A01E-76EEB8891CB5}" destId="{7731ED73-9405-4ABD-8C68-7DD6CB203366}" srcOrd="0" destOrd="0" presId="urn:microsoft.com/office/officeart/2008/layout/LinedList"/>
    <dgm:cxn modelId="{3306D59F-3CF0-4A16-893C-17DECEF97383}" type="presParOf" srcId="{F681EAAB-C147-44DC-A01E-76EEB8891CB5}" destId="{D2BC18D2-F723-4DEF-8A55-A4855FBD48C4}" srcOrd="1" destOrd="0" presId="urn:microsoft.com/office/officeart/2008/layout/LinedList"/>
    <dgm:cxn modelId="{1D26018E-A01A-4BE4-A182-90A65BB9EBEF}" type="presParOf" srcId="{6D06A5C2-8F08-43D4-B243-13118A33A331}" destId="{6588AFEB-C222-4C82-B577-7571BF3BAF87}" srcOrd="8" destOrd="0" presId="urn:microsoft.com/office/officeart/2008/layout/LinedList"/>
    <dgm:cxn modelId="{C179D97F-CFD6-4A44-92CE-350BFC84B603}" type="presParOf" srcId="{6D06A5C2-8F08-43D4-B243-13118A33A331}" destId="{2F774B22-6393-4F31-AB86-E74A1259DA6F}" srcOrd="9" destOrd="0" presId="urn:microsoft.com/office/officeart/2008/layout/LinedList"/>
    <dgm:cxn modelId="{DE0DD300-AA79-4F2A-9D1C-E613BB717DD1}" type="presParOf" srcId="{2F774B22-6393-4F31-AB86-E74A1259DA6F}" destId="{97E2D40E-0865-4983-9DEC-B4F82E565A47}" srcOrd="0" destOrd="0" presId="urn:microsoft.com/office/officeart/2008/layout/LinedList"/>
    <dgm:cxn modelId="{1A4BE1CD-B25A-4322-9E5C-C3EAA2BAFD16}" type="presParOf" srcId="{2F774B22-6393-4F31-AB86-E74A1259DA6F}" destId="{D2A1E3C4-EB9E-4CF9-B427-A80D4C57FEE7}" srcOrd="1" destOrd="0" presId="urn:microsoft.com/office/officeart/2008/layout/LinedList"/>
    <dgm:cxn modelId="{0100F912-1887-408C-AB46-ED28BBFB61A6}" type="presParOf" srcId="{6D06A5C2-8F08-43D4-B243-13118A33A331}" destId="{49AD1E3E-5BF1-41CC-8E48-6F4F26BEE088}" srcOrd="10" destOrd="0" presId="urn:microsoft.com/office/officeart/2008/layout/LinedList"/>
    <dgm:cxn modelId="{21472107-2ACE-46B5-A35F-CA4F791C4111}" type="presParOf" srcId="{6D06A5C2-8F08-43D4-B243-13118A33A331}" destId="{85320AAF-8A8C-4C74-8C54-85BBF5B6EE19}" srcOrd="11" destOrd="0" presId="urn:microsoft.com/office/officeart/2008/layout/LinedList"/>
    <dgm:cxn modelId="{F57B0B14-9A6D-4E27-BEE1-C9E40AAF7FE0}" type="presParOf" srcId="{85320AAF-8A8C-4C74-8C54-85BBF5B6EE19}" destId="{577CDF83-54D3-4822-9ECC-AB0194FBDB34}" srcOrd="0" destOrd="0" presId="urn:microsoft.com/office/officeart/2008/layout/LinedList"/>
    <dgm:cxn modelId="{D0ACC237-5C45-4D5A-B927-C88C9827922D}" type="presParOf" srcId="{85320AAF-8A8C-4C74-8C54-85BBF5B6EE19}" destId="{680361A2-5FD9-4D74-B63E-03CE90980438}" srcOrd="1" destOrd="0" presId="urn:microsoft.com/office/officeart/2008/layout/LinedList"/>
    <dgm:cxn modelId="{3D1CE86F-268F-4359-88D0-5079DB573087}" type="presParOf" srcId="{6D06A5C2-8F08-43D4-B243-13118A33A331}" destId="{E10E5D82-F3AD-4635-952C-F78D075DB504}" srcOrd="12" destOrd="0" presId="urn:microsoft.com/office/officeart/2008/layout/LinedList"/>
    <dgm:cxn modelId="{46D81F0E-91B3-4CFE-B45B-558A33ADA5CF}" type="presParOf" srcId="{6D06A5C2-8F08-43D4-B243-13118A33A331}" destId="{58769771-986F-4D0A-A578-9B8098A44CB1}" srcOrd="13" destOrd="0" presId="urn:microsoft.com/office/officeart/2008/layout/LinedList"/>
    <dgm:cxn modelId="{28431743-BA98-429D-B866-704ECF02FEEC}" type="presParOf" srcId="{58769771-986F-4D0A-A578-9B8098A44CB1}" destId="{244F262F-3A50-450A-BB40-6B653EEAF6B1}" srcOrd="0" destOrd="0" presId="urn:microsoft.com/office/officeart/2008/layout/LinedList"/>
    <dgm:cxn modelId="{9EC45012-80AA-45F1-A259-ABA404E78160}" type="presParOf" srcId="{58769771-986F-4D0A-A578-9B8098A44CB1}" destId="{1D85A107-6766-425B-8D0C-705B841EF6AA}" srcOrd="1" destOrd="0" presId="urn:microsoft.com/office/officeart/2008/layout/LinedList"/>
    <dgm:cxn modelId="{777C9D63-AB61-406F-A01A-C0B475D488E0}" type="presParOf" srcId="{6D06A5C2-8F08-43D4-B243-13118A33A331}" destId="{4FCC4A20-6FA9-42A4-A4D2-5516CB7809B0}" srcOrd="14" destOrd="0" presId="urn:microsoft.com/office/officeart/2008/layout/LinedList"/>
    <dgm:cxn modelId="{DC4945E2-B967-4F1D-AF67-84B215BB4D57}" type="presParOf" srcId="{6D06A5C2-8F08-43D4-B243-13118A33A331}" destId="{806E8C0A-C191-45B4-82C4-1D1B72FC0816}" srcOrd="15" destOrd="0" presId="urn:microsoft.com/office/officeart/2008/layout/LinedList"/>
    <dgm:cxn modelId="{0AD5150B-31FF-418C-93F0-63A050D4FC8F}" type="presParOf" srcId="{806E8C0A-C191-45B4-82C4-1D1B72FC0816}" destId="{0A2A7E13-B83C-4AAF-90A9-E8FB26594B63}" srcOrd="0" destOrd="0" presId="urn:microsoft.com/office/officeart/2008/layout/LinedList"/>
    <dgm:cxn modelId="{F62A462F-9D52-43CE-B85B-422329914AF0}" type="presParOf" srcId="{806E8C0A-C191-45B4-82C4-1D1B72FC0816}" destId="{E9D05021-4538-46CB-9D94-18B98CEFD49A}" srcOrd="1" destOrd="0" presId="urn:microsoft.com/office/officeart/2008/layout/LinedList"/>
    <dgm:cxn modelId="{CAC5BF57-9243-433F-BF63-904FA0312949}" type="presParOf" srcId="{6D06A5C2-8F08-43D4-B243-13118A33A331}" destId="{08A4BBCE-A0FB-4A72-81F6-069A02EE2337}" srcOrd="16" destOrd="0" presId="urn:microsoft.com/office/officeart/2008/layout/LinedList"/>
    <dgm:cxn modelId="{DD55E8F9-00A6-4A63-A75A-BFEDCC62E7DB}" type="presParOf" srcId="{6D06A5C2-8F08-43D4-B243-13118A33A331}" destId="{EBC0DE3B-871A-4707-A414-05BA4DD4CF80}" srcOrd="17" destOrd="0" presId="urn:microsoft.com/office/officeart/2008/layout/LinedList"/>
    <dgm:cxn modelId="{A4A3E716-7183-453F-95B4-4651B8C3B364}" type="presParOf" srcId="{EBC0DE3B-871A-4707-A414-05BA4DD4CF80}" destId="{5582582A-605C-4614-AABB-95A04897C196}" srcOrd="0" destOrd="0" presId="urn:microsoft.com/office/officeart/2008/layout/LinedList"/>
    <dgm:cxn modelId="{EEF2B7CA-191C-438A-8C4D-D62C831D7B6C}" type="presParOf" srcId="{EBC0DE3B-871A-4707-A414-05BA4DD4CF80}" destId="{37BDA5C6-043E-42D1-823B-ADD2C4A27D23}" srcOrd="1" destOrd="0" presId="urn:microsoft.com/office/officeart/2008/layout/LinedList"/>
    <dgm:cxn modelId="{C98D85CB-06ED-4C30-A30E-71ED56B13BDE}" type="presParOf" srcId="{6D06A5C2-8F08-43D4-B243-13118A33A331}" destId="{60BA7B20-1C92-4D1B-B3DF-11ED7C2EB439}" srcOrd="18" destOrd="0" presId="urn:microsoft.com/office/officeart/2008/layout/LinedList"/>
    <dgm:cxn modelId="{D5483321-1561-4132-88CD-56AEE099A7C7}" type="presParOf" srcId="{6D06A5C2-8F08-43D4-B243-13118A33A331}" destId="{2A714D9C-6B7C-44D4-AFF6-973A1B317C1E}" srcOrd="19" destOrd="0" presId="urn:microsoft.com/office/officeart/2008/layout/LinedList"/>
    <dgm:cxn modelId="{862EE0C5-CC90-42EF-8407-496A661E676E}" type="presParOf" srcId="{2A714D9C-6B7C-44D4-AFF6-973A1B317C1E}" destId="{3318BD37-24C7-41F4-B969-3C7A548C4C26}" srcOrd="0" destOrd="0" presId="urn:microsoft.com/office/officeart/2008/layout/LinedList"/>
    <dgm:cxn modelId="{36ED3125-9CE2-412F-B296-356C477FB7E2}" type="presParOf" srcId="{2A714D9C-6B7C-44D4-AFF6-973A1B317C1E}" destId="{4773E60F-E7F1-4A60-8AA0-885225416C01}" srcOrd="1" destOrd="0" presId="urn:microsoft.com/office/officeart/2008/layout/LinedList"/>
    <dgm:cxn modelId="{72A0727B-5135-482C-8965-C90AEFE207BA}" type="presParOf" srcId="{6D06A5C2-8F08-43D4-B243-13118A33A331}" destId="{EB2A0C21-0443-4361-8DD6-E154981D3AC6}" srcOrd="20" destOrd="0" presId="urn:microsoft.com/office/officeart/2008/layout/LinedList"/>
    <dgm:cxn modelId="{A445C2F2-D58C-4791-9329-8F03B770A871}" type="presParOf" srcId="{6D06A5C2-8F08-43D4-B243-13118A33A331}" destId="{E566AA30-E521-4ABA-A146-D7EBB31E93E3}" srcOrd="21" destOrd="0" presId="urn:microsoft.com/office/officeart/2008/layout/LinedList"/>
    <dgm:cxn modelId="{B3D1296E-73ED-48B0-BFE5-ADF8EA3FAAF2}" type="presParOf" srcId="{E566AA30-E521-4ABA-A146-D7EBB31E93E3}" destId="{214510D9-6F96-41F7-9479-1094C0E4BABD}" srcOrd="0" destOrd="0" presId="urn:microsoft.com/office/officeart/2008/layout/LinedList"/>
    <dgm:cxn modelId="{293CC8A6-3529-46AF-8278-8E972A17F7BF}" type="presParOf" srcId="{E566AA30-E521-4ABA-A146-D7EBB31E93E3}" destId="{E7FF9EC3-9CF0-4667-B422-FDE659C5EB9A}" srcOrd="1" destOrd="0" presId="urn:microsoft.com/office/officeart/2008/layout/LinedList"/>
    <dgm:cxn modelId="{1542C424-AE2B-48F1-B656-DC8BCF25555F}" type="presParOf" srcId="{6D06A5C2-8F08-43D4-B243-13118A33A331}" destId="{93B130A7-E8EC-484F-8D0C-D3D0D8589527}" srcOrd="22" destOrd="0" presId="urn:microsoft.com/office/officeart/2008/layout/LinedList"/>
    <dgm:cxn modelId="{7498A6A3-A38F-42F1-B4E6-3B635F3FA366}" type="presParOf" srcId="{6D06A5C2-8F08-43D4-B243-13118A33A331}" destId="{01AFDCA6-E547-4A1F-BFBF-17F1304B2C26}" srcOrd="23" destOrd="0" presId="urn:microsoft.com/office/officeart/2008/layout/LinedList"/>
    <dgm:cxn modelId="{62C585F6-5215-4B21-9C8D-8AE724E3CED8}" type="presParOf" srcId="{01AFDCA6-E547-4A1F-BFBF-17F1304B2C26}" destId="{0E8ED0B4-88BE-4D09-BF41-FD830A0EEC44}" srcOrd="0" destOrd="0" presId="urn:microsoft.com/office/officeart/2008/layout/LinedList"/>
    <dgm:cxn modelId="{04152FC6-C5E3-41C3-945D-91AFDE819A79}" type="presParOf" srcId="{01AFDCA6-E547-4A1F-BFBF-17F1304B2C26}" destId="{AF90EDFC-2082-4EBE-A7BF-B6394DD13E4D}" srcOrd="1" destOrd="0" presId="urn:microsoft.com/office/officeart/2008/layout/LinedList"/>
    <dgm:cxn modelId="{E402AC9F-1846-4273-BFD5-11AD85559F3B}" type="presParOf" srcId="{6D06A5C2-8F08-43D4-B243-13118A33A331}" destId="{79CBBC66-8EE0-44F1-88E2-CBE87A10A7A2}" srcOrd="24" destOrd="0" presId="urn:microsoft.com/office/officeart/2008/layout/LinedList"/>
    <dgm:cxn modelId="{9878E802-1956-43CA-BDFA-D5F40A30C292}" type="presParOf" srcId="{6D06A5C2-8F08-43D4-B243-13118A33A331}" destId="{E2F19CD2-3F27-4221-BA76-67D2E2328B2C}" srcOrd="25" destOrd="0" presId="urn:microsoft.com/office/officeart/2008/layout/LinedList"/>
    <dgm:cxn modelId="{8D59F85D-6E52-4626-9DB2-E958BA18795B}" type="presParOf" srcId="{E2F19CD2-3F27-4221-BA76-67D2E2328B2C}" destId="{D9706ABD-24EC-49CF-AD39-76236317F4AE}" srcOrd="0" destOrd="0" presId="urn:microsoft.com/office/officeart/2008/layout/LinedList"/>
    <dgm:cxn modelId="{B8726D4D-3A2E-4169-8A93-047339E243C4}" type="presParOf" srcId="{E2F19CD2-3F27-4221-BA76-67D2E2328B2C}" destId="{6AD8BCF8-1F74-449F-9A59-82D94BDFE544}" srcOrd="1" destOrd="0" presId="urn:microsoft.com/office/officeart/2008/layout/LinedList"/>
    <dgm:cxn modelId="{21CD0CFB-77C4-4F1F-85E3-0C3599D565A0}" type="presParOf" srcId="{6D06A5C2-8F08-43D4-B243-13118A33A331}" destId="{AAF4AC46-E749-408A-B5B9-FF7258392E32}" srcOrd="26" destOrd="0" presId="urn:microsoft.com/office/officeart/2008/layout/LinedList"/>
    <dgm:cxn modelId="{77CA3372-1A68-4363-883A-D75B4342DB82}" type="presParOf" srcId="{6D06A5C2-8F08-43D4-B243-13118A33A331}" destId="{810692DC-A8DF-4143-99BB-81260C0BC607}" srcOrd="27" destOrd="0" presId="urn:microsoft.com/office/officeart/2008/layout/LinedList"/>
    <dgm:cxn modelId="{EB7E47CC-0798-41B5-A283-0CDA8B7AFC31}" type="presParOf" srcId="{810692DC-A8DF-4143-99BB-81260C0BC607}" destId="{99ACFFC0-F97F-49C2-BBFF-3D0147415B55}" srcOrd="0" destOrd="0" presId="urn:microsoft.com/office/officeart/2008/layout/LinedList"/>
    <dgm:cxn modelId="{3401AA24-CCA6-42E5-8ABA-97855CED0FE6}" type="presParOf" srcId="{810692DC-A8DF-4143-99BB-81260C0BC607}" destId="{08B73C55-F10F-461B-AFAA-98A351DB180B}" srcOrd="1" destOrd="0" presId="urn:microsoft.com/office/officeart/2008/layout/LinedList"/>
    <dgm:cxn modelId="{90DF093E-0714-466F-8AEF-97578696734D}" type="presParOf" srcId="{6D06A5C2-8F08-43D4-B243-13118A33A331}" destId="{10E45A9D-3B6C-4BE2-864B-A52B4D14B68C}" srcOrd="28" destOrd="0" presId="urn:microsoft.com/office/officeart/2008/layout/LinedList"/>
    <dgm:cxn modelId="{BB210AF3-D17D-4A44-A275-4D7514F1D110}" type="presParOf" srcId="{6D06A5C2-8F08-43D4-B243-13118A33A331}" destId="{F39511EB-6FC3-4476-B35C-1FD9CFBC1BB1}" srcOrd="29" destOrd="0" presId="urn:microsoft.com/office/officeart/2008/layout/LinedList"/>
    <dgm:cxn modelId="{0258D24C-1BEB-4653-93A5-5F12B4EC3081}" type="presParOf" srcId="{F39511EB-6FC3-4476-B35C-1FD9CFBC1BB1}" destId="{09187D4B-082C-4EAB-B549-9DBEAAD19CB2}" srcOrd="0" destOrd="0" presId="urn:microsoft.com/office/officeart/2008/layout/LinedList"/>
    <dgm:cxn modelId="{0BF30F2B-B68B-4403-B3B8-B8133EBE1008}" type="presParOf" srcId="{F39511EB-6FC3-4476-B35C-1FD9CFBC1BB1}" destId="{6FBAC4E6-A86A-4889-9293-2422FD8247AC}" srcOrd="1" destOrd="0" presId="urn:microsoft.com/office/officeart/2008/layout/LinedList"/>
    <dgm:cxn modelId="{7399085F-C48F-4DCD-8ACC-AF75138A3DC4}" type="presParOf" srcId="{6D06A5C2-8F08-43D4-B243-13118A33A331}" destId="{867B2868-228B-41FB-BBA9-73EE910FF935}" srcOrd="30" destOrd="0" presId="urn:microsoft.com/office/officeart/2008/layout/LinedList"/>
    <dgm:cxn modelId="{0550398E-CB7A-4A85-80E9-A645AA58791B}" type="presParOf" srcId="{6D06A5C2-8F08-43D4-B243-13118A33A331}" destId="{33D42FFA-3549-40C8-823C-9F5CD8EBC714}" srcOrd="31" destOrd="0" presId="urn:microsoft.com/office/officeart/2008/layout/LinedList"/>
    <dgm:cxn modelId="{F43346A0-60AC-4825-BC9D-7F5F9E92F296}" type="presParOf" srcId="{33D42FFA-3549-40C8-823C-9F5CD8EBC714}" destId="{E9FBA274-DFEB-4A0B-B5EF-BF371B1490F3}" srcOrd="0" destOrd="0" presId="urn:microsoft.com/office/officeart/2008/layout/LinedList"/>
    <dgm:cxn modelId="{63E44742-2BC2-4B3F-AEA8-E1AE44681AC3}" type="presParOf" srcId="{33D42FFA-3549-40C8-823C-9F5CD8EBC714}" destId="{6ECFB0E8-6751-4ECF-B5CA-BE844C4370F7}" srcOrd="1" destOrd="0" presId="urn:microsoft.com/office/officeart/2008/layout/LinedList"/>
    <dgm:cxn modelId="{FCE7B688-6FA2-442C-A15D-57BB30121F59}" type="presParOf" srcId="{6D06A5C2-8F08-43D4-B243-13118A33A331}" destId="{8BF65FF3-9607-41B3-BF16-94888690812A}" srcOrd="32" destOrd="0" presId="urn:microsoft.com/office/officeart/2008/layout/LinedList"/>
    <dgm:cxn modelId="{272C2503-81DD-4565-AB3A-70F4837E0357}" type="presParOf" srcId="{6D06A5C2-8F08-43D4-B243-13118A33A331}" destId="{11960924-E911-461D-A0B8-22F534D5D86F}" srcOrd="33" destOrd="0" presId="urn:microsoft.com/office/officeart/2008/layout/LinedList"/>
    <dgm:cxn modelId="{3991F993-A986-4FAB-B960-A852FFBB0552}" type="presParOf" srcId="{11960924-E911-461D-A0B8-22F534D5D86F}" destId="{1456E5C7-463A-4C53-BCEC-56BBD5A3BA91}" srcOrd="0" destOrd="0" presId="urn:microsoft.com/office/officeart/2008/layout/LinedList"/>
    <dgm:cxn modelId="{61FBA26A-6EA6-4CB7-AC25-1011D5D3C6E7}" type="presParOf" srcId="{11960924-E911-461D-A0B8-22F534D5D86F}" destId="{378E84C8-D24A-415E-9706-E603B3EB3552}" srcOrd="1" destOrd="0" presId="urn:microsoft.com/office/officeart/2008/layout/LinedList"/>
    <dgm:cxn modelId="{37955A4D-6421-437F-8FA8-8BA0A4D850E1}" type="presParOf" srcId="{6D06A5C2-8F08-43D4-B243-13118A33A331}" destId="{2EAB0201-34BD-43AE-A410-96254DFD094F}" srcOrd="34" destOrd="0" presId="urn:microsoft.com/office/officeart/2008/layout/LinedList"/>
    <dgm:cxn modelId="{51482E6C-C28B-4A63-8FA6-7823728A614A}" type="presParOf" srcId="{6D06A5C2-8F08-43D4-B243-13118A33A331}" destId="{3247EEF5-2256-4A5C-8CE0-B2889BB0A336}" srcOrd="35" destOrd="0" presId="urn:microsoft.com/office/officeart/2008/layout/LinedList"/>
    <dgm:cxn modelId="{E16A9FE5-9698-4E48-8FCA-2DFCB292A048}" type="presParOf" srcId="{3247EEF5-2256-4A5C-8CE0-B2889BB0A336}" destId="{99175C9F-CABB-44B5-9336-44639D62B75B}" srcOrd="0" destOrd="0" presId="urn:microsoft.com/office/officeart/2008/layout/LinedList"/>
    <dgm:cxn modelId="{6836EBB3-2419-4268-8744-01CBD2CBDF9F}" type="presParOf" srcId="{3247EEF5-2256-4A5C-8CE0-B2889BB0A336}" destId="{1B802F4F-7435-4246-AA3D-2499D74C2AE2}" srcOrd="1" destOrd="0" presId="urn:microsoft.com/office/officeart/2008/layout/LinedList"/>
    <dgm:cxn modelId="{EF1C80CB-E46F-4284-AE06-EDBF4FE96055}" type="presParOf" srcId="{6D06A5C2-8F08-43D4-B243-13118A33A331}" destId="{990C3119-7F1D-4805-BE69-78A5E3245C9E}" srcOrd="36" destOrd="0" presId="urn:microsoft.com/office/officeart/2008/layout/LinedList"/>
    <dgm:cxn modelId="{DD313846-B931-44F6-A533-DBE6889862BE}" type="presParOf" srcId="{6D06A5C2-8F08-43D4-B243-13118A33A331}" destId="{B47E92E4-0A8E-43D8-BDAB-90CA6FDEC7A3}" srcOrd="37" destOrd="0" presId="urn:microsoft.com/office/officeart/2008/layout/LinedList"/>
    <dgm:cxn modelId="{459974AF-00C1-46AF-8FC4-773620904AFD}" type="presParOf" srcId="{B47E92E4-0A8E-43D8-BDAB-90CA6FDEC7A3}" destId="{30CF6FDA-9B5C-48A6-AAA3-80E71088763D}" srcOrd="0" destOrd="0" presId="urn:microsoft.com/office/officeart/2008/layout/LinedList"/>
    <dgm:cxn modelId="{9671F705-D890-476F-8EA8-99A85688B718}" type="presParOf" srcId="{B47E92E4-0A8E-43D8-BDAB-90CA6FDEC7A3}" destId="{4C52C927-7996-4BD0-B7C3-16923C301B4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A3E8EC8E-F4C2-4A04-A330-53E511A3BB37}" type="doc">
      <dgm:prSet loTypeId="urn:microsoft.com/office/officeart/2005/8/layout/vList2" loCatId="list" qsTypeId="urn:microsoft.com/office/officeart/2005/8/quickstyle/simple1#81" qsCatId="simple" csTypeId="urn:microsoft.com/office/officeart/2005/8/colors/accent1_2#64" csCatId="accent1"/>
      <dgm:spPr/>
      <dgm:t>
        <a:bodyPr/>
        <a:lstStyle/>
        <a:p>
          <a:endParaRPr lang="en-US"/>
        </a:p>
      </dgm:t>
    </dgm:pt>
    <dgm:pt modelId="{305BF912-B425-4967-810D-620ABAB50036}">
      <dgm:prSet/>
      <dgm:spPr/>
      <dgm:t>
        <a:bodyPr/>
        <a:lstStyle/>
        <a:p>
          <a:r>
            <a:rPr lang="en-US"/>
            <a:t>RAG quality depends strongly on the information retrieved before generation.</a:t>
          </a:r>
        </a:p>
      </dgm:t>
    </dgm:pt>
    <dgm:pt modelId="{7A13632C-C170-4BE5-8F85-5F04C6FCC03E}" type="parTrans" cxnId="{51655B47-D25E-4F3C-8D30-158A5AAE3787}">
      <dgm:prSet/>
      <dgm:spPr/>
      <dgm:t>
        <a:bodyPr/>
        <a:lstStyle/>
        <a:p>
          <a:endParaRPr lang="en-US"/>
        </a:p>
      </dgm:t>
    </dgm:pt>
    <dgm:pt modelId="{C3E82BF3-575C-4E25-A2DE-D4E57203FA59}" type="sibTrans" cxnId="{51655B47-D25E-4F3C-8D30-158A5AAE3787}">
      <dgm:prSet/>
      <dgm:spPr/>
      <dgm:t>
        <a:bodyPr/>
        <a:lstStyle/>
        <a:p>
          <a:endParaRPr lang="en-US"/>
        </a:p>
      </dgm:t>
    </dgm:pt>
    <dgm:pt modelId="{7EF15408-6D49-49AA-8051-3B48CB44C1D3}">
      <dgm:prSet/>
      <dgm:spPr/>
      <dgm:t>
        <a:bodyPr/>
        <a:lstStyle/>
        <a:p>
          <a:r>
            <a:rPr lang="en-US"/>
            <a:t>Chunking determines how documents are divided and searched.</a:t>
          </a:r>
        </a:p>
      </dgm:t>
    </dgm:pt>
    <dgm:pt modelId="{F6B43633-F8CA-40A4-9ED6-3533CA5B45AC}" type="parTrans" cxnId="{518341BC-35AB-4D48-B096-D31F5BC9A521}">
      <dgm:prSet/>
      <dgm:spPr/>
      <dgm:t>
        <a:bodyPr/>
        <a:lstStyle/>
        <a:p>
          <a:endParaRPr lang="en-US"/>
        </a:p>
      </dgm:t>
    </dgm:pt>
    <dgm:pt modelId="{24B93F81-F8AE-4CA5-853B-083EB3635C70}" type="sibTrans" cxnId="{518341BC-35AB-4D48-B096-D31F5BC9A521}">
      <dgm:prSet/>
      <dgm:spPr/>
      <dgm:t>
        <a:bodyPr/>
        <a:lstStyle/>
        <a:p>
          <a:endParaRPr lang="en-US"/>
        </a:p>
      </dgm:t>
    </dgm:pt>
    <dgm:pt modelId="{A5DCB926-83A7-40B4-A4BB-50987A403D40}">
      <dgm:prSet/>
      <dgm:spPr/>
      <dgm:t>
        <a:bodyPr/>
        <a:lstStyle/>
        <a:p>
          <a:r>
            <a:rPr lang="en-US"/>
            <a:t>Standard chunking is simple, hierarchical chunking balances precision with context, and semantic chunking organizes information by meaning.</a:t>
          </a:r>
        </a:p>
      </dgm:t>
    </dgm:pt>
    <dgm:pt modelId="{D9CB4FF7-B668-4F1C-AA68-CECCAA83E261}" type="parTrans" cxnId="{720EAC91-CC88-4FDB-9E08-AA6B615454E3}">
      <dgm:prSet/>
      <dgm:spPr/>
      <dgm:t>
        <a:bodyPr/>
        <a:lstStyle/>
        <a:p>
          <a:endParaRPr lang="en-US"/>
        </a:p>
      </dgm:t>
    </dgm:pt>
    <dgm:pt modelId="{ACB61E63-700D-4F87-B691-EF24EEA79601}" type="sibTrans" cxnId="{720EAC91-CC88-4FDB-9E08-AA6B615454E3}">
      <dgm:prSet/>
      <dgm:spPr/>
      <dgm:t>
        <a:bodyPr/>
        <a:lstStyle/>
        <a:p>
          <a:endParaRPr lang="en-US"/>
        </a:p>
      </dgm:t>
    </dgm:pt>
    <dgm:pt modelId="{4A61AD5B-3EC7-4DD5-BA1D-85A0928F5AD3}">
      <dgm:prSet/>
      <dgm:spPr/>
      <dgm:t>
        <a:bodyPr/>
        <a:lstStyle/>
        <a:p>
          <a:r>
            <a:rPr lang="en-US"/>
            <a:t>Embedding size affects both retrieval performance and cost.</a:t>
          </a:r>
        </a:p>
      </dgm:t>
    </dgm:pt>
    <dgm:pt modelId="{08DD934A-67E6-47AF-9EAB-F510EF2A1987}" type="parTrans" cxnId="{5D7D4F28-C9E9-422B-AC7A-652181A8925D}">
      <dgm:prSet/>
      <dgm:spPr/>
      <dgm:t>
        <a:bodyPr/>
        <a:lstStyle/>
        <a:p>
          <a:endParaRPr lang="en-US"/>
        </a:p>
      </dgm:t>
    </dgm:pt>
    <dgm:pt modelId="{ADD8C121-5CB1-46B1-A012-E35BA48F33D5}" type="sibTrans" cxnId="{5D7D4F28-C9E9-422B-AC7A-652181A8925D}">
      <dgm:prSet/>
      <dgm:spPr/>
      <dgm:t>
        <a:bodyPr/>
        <a:lstStyle/>
        <a:p>
          <a:endParaRPr lang="en-US"/>
        </a:p>
      </dgm:t>
    </dgm:pt>
    <dgm:pt modelId="{7E581581-41B7-40C0-92A5-BA3FCCA3D3E7}">
      <dgm:prSet/>
      <dgm:spPr/>
      <dgm:t>
        <a:bodyPr/>
        <a:lstStyle/>
        <a:p>
          <a:r>
            <a:rPr lang="en-US"/>
            <a:t>Dense embeddings are commonly used for semantic search.</a:t>
          </a:r>
        </a:p>
      </dgm:t>
    </dgm:pt>
    <dgm:pt modelId="{FD52B733-B6F5-4252-86C0-383B7D90487F}" type="parTrans" cxnId="{B489EA29-EA47-4992-B9BA-4227F111225C}">
      <dgm:prSet/>
      <dgm:spPr/>
      <dgm:t>
        <a:bodyPr/>
        <a:lstStyle/>
        <a:p>
          <a:endParaRPr lang="en-US"/>
        </a:p>
      </dgm:t>
    </dgm:pt>
    <dgm:pt modelId="{7CBA1E53-8D5B-415C-8A05-76AE341CD92E}" type="sibTrans" cxnId="{B489EA29-EA47-4992-B9BA-4227F111225C}">
      <dgm:prSet/>
      <dgm:spPr/>
      <dgm:t>
        <a:bodyPr/>
        <a:lstStyle/>
        <a:p>
          <a:endParaRPr lang="en-US"/>
        </a:p>
      </dgm:t>
    </dgm:pt>
    <dgm:pt modelId="{77168EA2-5E82-46E7-848D-DB540A40F51F}">
      <dgm:prSet/>
      <dgm:spPr/>
      <dgm:t>
        <a:bodyPr/>
        <a:lstStyle/>
        <a:p>
          <a:r>
            <a:rPr lang="en-US"/>
            <a:t>Metadata can improve filtering, ranking, organization, and access control.</a:t>
          </a:r>
        </a:p>
      </dgm:t>
    </dgm:pt>
    <dgm:pt modelId="{F95D4C2C-96CA-4832-BA1D-A6D7FE52CA05}" type="parTrans" cxnId="{5E0B4F3E-B2E7-4AE9-9094-7E2A98E9B8D6}">
      <dgm:prSet/>
      <dgm:spPr/>
      <dgm:t>
        <a:bodyPr/>
        <a:lstStyle/>
        <a:p>
          <a:endParaRPr lang="en-US"/>
        </a:p>
      </dgm:t>
    </dgm:pt>
    <dgm:pt modelId="{C9D04E96-8958-41E7-8717-3D9D7346154E}" type="sibTrans" cxnId="{5E0B4F3E-B2E7-4AE9-9094-7E2A98E9B8D6}">
      <dgm:prSet/>
      <dgm:spPr/>
      <dgm:t>
        <a:bodyPr/>
        <a:lstStyle/>
        <a:p>
          <a:endParaRPr lang="en-US"/>
        </a:p>
      </dgm:t>
    </dgm:pt>
    <dgm:pt modelId="{B1B8CE34-7D3E-46DF-8EC9-02FC38CA1868}">
      <dgm:prSet/>
      <dgm:spPr/>
      <dgm:t>
        <a:bodyPr/>
        <a:lstStyle/>
        <a:p>
          <a:r>
            <a:rPr lang="en-US"/>
            <a:t>Knowledge Bases should be updated when the original information changes.</a:t>
          </a:r>
        </a:p>
      </dgm:t>
    </dgm:pt>
    <dgm:pt modelId="{8D3D2780-7156-470D-AEA2-BB48EBA896EF}" type="parTrans" cxnId="{50C9B062-B732-42A8-BAE9-D011294E7B72}">
      <dgm:prSet/>
      <dgm:spPr/>
      <dgm:t>
        <a:bodyPr/>
        <a:lstStyle/>
        <a:p>
          <a:endParaRPr lang="en-US"/>
        </a:p>
      </dgm:t>
    </dgm:pt>
    <dgm:pt modelId="{221660F5-9AC3-4495-BAE1-6FCF94B196D5}" type="sibTrans" cxnId="{50C9B062-B732-42A8-BAE9-D011294E7B72}">
      <dgm:prSet/>
      <dgm:spPr/>
      <dgm:t>
        <a:bodyPr/>
        <a:lstStyle/>
        <a:p>
          <a:endParaRPr lang="en-US"/>
        </a:p>
      </dgm:t>
    </dgm:pt>
    <dgm:pt modelId="{0B31D1D4-FAB9-47C0-98FC-D330ABD04E09}">
      <dgm:prSet/>
      <dgm:spPr/>
      <dgm:t>
        <a:bodyPr/>
        <a:lstStyle/>
        <a:p>
          <a:r>
            <a:rPr lang="en-US"/>
            <a:t>RAG evaluation helps measure whether responses are actually accurate and useful.</a:t>
          </a:r>
        </a:p>
      </dgm:t>
    </dgm:pt>
    <dgm:pt modelId="{8714A1AE-340D-4113-893A-961AA2E86985}" type="parTrans" cxnId="{0C98AEAE-4062-4D2F-ABCF-6D288D48D3C2}">
      <dgm:prSet/>
      <dgm:spPr/>
      <dgm:t>
        <a:bodyPr/>
        <a:lstStyle/>
        <a:p>
          <a:endParaRPr lang="en-US"/>
        </a:p>
      </dgm:t>
    </dgm:pt>
    <dgm:pt modelId="{79D9C5BB-B18F-4FDB-B28F-2485359B90DE}" type="sibTrans" cxnId="{0C98AEAE-4062-4D2F-ABCF-6D288D48D3C2}">
      <dgm:prSet/>
      <dgm:spPr/>
      <dgm:t>
        <a:bodyPr/>
        <a:lstStyle/>
        <a:p>
          <a:endParaRPr lang="en-US"/>
        </a:p>
      </dgm:t>
    </dgm:pt>
    <dgm:pt modelId="{AD66A50D-9079-4B8B-B7CF-59EF3145C3ED}">
      <dgm:prSet/>
      <dgm:spPr/>
      <dgm:t>
        <a:bodyPr/>
        <a:lstStyle/>
        <a:p>
          <a:r>
            <a:rPr lang="en-US"/>
            <a:t>Multimodal embeddings extend retrieval beyond text to images, audio, video, and documents.</a:t>
          </a:r>
        </a:p>
      </dgm:t>
    </dgm:pt>
    <dgm:pt modelId="{A0DC3BDF-DF5C-4753-9DF9-38C58371D7B5}" type="parTrans" cxnId="{95F3005B-386A-41ED-82F9-D92CD5A951AE}">
      <dgm:prSet/>
      <dgm:spPr/>
      <dgm:t>
        <a:bodyPr/>
        <a:lstStyle/>
        <a:p>
          <a:endParaRPr lang="en-US"/>
        </a:p>
      </dgm:t>
    </dgm:pt>
    <dgm:pt modelId="{C9AF4556-6291-49D2-9D98-4FC9BB9A939D}" type="sibTrans" cxnId="{95F3005B-386A-41ED-82F9-D92CD5A951AE}">
      <dgm:prSet/>
      <dgm:spPr/>
      <dgm:t>
        <a:bodyPr/>
        <a:lstStyle/>
        <a:p>
          <a:endParaRPr lang="en-US"/>
        </a:p>
      </dgm:t>
    </dgm:pt>
    <dgm:pt modelId="{070CD485-9E02-46F8-9387-003F69EB7D23}">
      <dgm:prSet/>
      <dgm:spPr/>
      <dgm:t>
        <a:bodyPr/>
        <a:lstStyle/>
        <a:p>
          <a:r>
            <a:rPr lang="en-US"/>
            <a:t>Main idea:</a:t>
          </a:r>
        </a:p>
      </dgm:t>
    </dgm:pt>
    <dgm:pt modelId="{8E8AE8BF-47E0-487B-B906-EB930D4FF72A}" type="parTrans" cxnId="{768B905C-D9A0-4083-ADEA-73B0ED32528E}">
      <dgm:prSet/>
      <dgm:spPr/>
      <dgm:t>
        <a:bodyPr/>
        <a:lstStyle/>
        <a:p>
          <a:endParaRPr lang="en-US"/>
        </a:p>
      </dgm:t>
    </dgm:pt>
    <dgm:pt modelId="{F49C3A5E-F97A-47F0-87EC-8781890ADDC0}" type="sibTrans" cxnId="{768B905C-D9A0-4083-ADEA-73B0ED32528E}">
      <dgm:prSet/>
      <dgm:spPr/>
      <dgm:t>
        <a:bodyPr/>
        <a:lstStyle/>
        <a:p>
          <a:endParaRPr lang="en-US"/>
        </a:p>
      </dgm:t>
    </dgm:pt>
    <dgm:pt modelId="{F02FB818-4E02-4CBE-A35F-FD3092CB4F18}">
      <dgm:prSet/>
      <dgm:spPr/>
      <dgm:t>
        <a:bodyPr/>
        <a:lstStyle/>
        <a:p>
          <a:r>
            <a:rPr lang="en-US"/>
            <a:t>A powerful Foundation Model still needs relevant and well-prepared information to produce a strong RAG response.</a:t>
          </a:r>
        </a:p>
      </dgm:t>
    </dgm:pt>
    <dgm:pt modelId="{A1DE5454-D089-4C7F-A55F-AB26C9F17697}" type="parTrans" cxnId="{26259D90-AC7B-43AF-BC7E-18F06C5871BF}">
      <dgm:prSet/>
      <dgm:spPr/>
      <dgm:t>
        <a:bodyPr/>
        <a:lstStyle/>
        <a:p>
          <a:endParaRPr lang="en-US"/>
        </a:p>
      </dgm:t>
    </dgm:pt>
    <dgm:pt modelId="{38767D9B-4D48-4B32-997B-E7AE11E547F4}" type="sibTrans" cxnId="{26259D90-AC7B-43AF-BC7E-18F06C5871BF}">
      <dgm:prSet/>
      <dgm:spPr/>
      <dgm:t>
        <a:bodyPr/>
        <a:lstStyle/>
        <a:p>
          <a:endParaRPr lang="en-US"/>
        </a:p>
      </dgm:t>
    </dgm:pt>
    <dgm:pt modelId="{CF91D2BE-7BCF-46AF-A35E-89814C02D92A}" type="pres">
      <dgm:prSet presAssocID="{A3E8EC8E-F4C2-4A04-A330-53E511A3BB37}" presName="linear" presStyleCnt="0">
        <dgm:presLayoutVars>
          <dgm:animLvl val="lvl"/>
          <dgm:resizeHandles val="exact"/>
        </dgm:presLayoutVars>
      </dgm:prSet>
      <dgm:spPr/>
    </dgm:pt>
    <dgm:pt modelId="{775BB4B1-5960-402E-A91B-6845943B0BC9}" type="pres">
      <dgm:prSet presAssocID="{305BF912-B425-4967-810D-620ABAB50036}" presName="parentText" presStyleLbl="node1" presStyleIdx="0" presStyleCnt="11">
        <dgm:presLayoutVars>
          <dgm:chMax val="0"/>
          <dgm:bulletEnabled val="1"/>
        </dgm:presLayoutVars>
      </dgm:prSet>
      <dgm:spPr/>
    </dgm:pt>
    <dgm:pt modelId="{54749BB7-72C2-4C39-855A-CCB8D4B08032}" type="pres">
      <dgm:prSet presAssocID="{C3E82BF3-575C-4E25-A2DE-D4E57203FA59}" presName="spacer" presStyleCnt="0"/>
      <dgm:spPr/>
    </dgm:pt>
    <dgm:pt modelId="{6D5C28BE-61A9-47E6-8AF9-4C875AAB5010}" type="pres">
      <dgm:prSet presAssocID="{7EF15408-6D49-49AA-8051-3B48CB44C1D3}" presName="parentText" presStyleLbl="node1" presStyleIdx="1" presStyleCnt="11">
        <dgm:presLayoutVars>
          <dgm:chMax val="0"/>
          <dgm:bulletEnabled val="1"/>
        </dgm:presLayoutVars>
      </dgm:prSet>
      <dgm:spPr/>
    </dgm:pt>
    <dgm:pt modelId="{5A0DF36D-6B2C-413E-858B-51A8F23C8183}" type="pres">
      <dgm:prSet presAssocID="{24B93F81-F8AE-4CA5-853B-083EB3635C70}" presName="spacer" presStyleCnt="0"/>
      <dgm:spPr/>
    </dgm:pt>
    <dgm:pt modelId="{20DCAA6E-2B6B-4B98-9F35-DEB759EBFA18}" type="pres">
      <dgm:prSet presAssocID="{A5DCB926-83A7-40B4-A4BB-50987A403D40}" presName="parentText" presStyleLbl="node1" presStyleIdx="2" presStyleCnt="11">
        <dgm:presLayoutVars>
          <dgm:chMax val="0"/>
          <dgm:bulletEnabled val="1"/>
        </dgm:presLayoutVars>
      </dgm:prSet>
      <dgm:spPr/>
    </dgm:pt>
    <dgm:pt modelId="{09A4F83D-18A8-43BA-B20F-532B21388DCD}" type="pres">
      <dgm:prSet presAssocID="{ACB61E63-700D-4F87-B691-EF24EEA79601}" presName="spacer" presStyleCnt="0"/>
      <dgm:spPr/>
    </dgm:pt>
    <dgm:pt modelId="{C3BBC15E-CC66-4E86-9DB0-8B127D16E328}" type="pres">
      <dgm:prSet presAssocID="{4A61AD5B-3EC7-4DD5-BA1D-85A0928F5AD3}" presName="parentText" presStyleLbl="node1" presStyleIdx="3" presStyleCnt="11">
        <dgm:presLayoutVars>
          <dgm:chMax val="0"/>
          <dgm:bulletEnabled val="1"/>
        </dgm:presLayoutVars>
      </dgm:prSet>
      <dgm:spPr/>
    </dgm:pt>
    <dgm:pt modelId="{DDAE5400-C2AC-43B2-B6F0-A82183E41972}" type="pres">
      <dgm:prSet presAssocID="{ADD8C121-5CB1-46B1-A012-E35BA48F33D5}" presName="spacer" presStyleCnt="0"/>
      <dgm:spPr/>
    </dgm:pt>
    <dgm:pt modelId="{34557BD8-02D2-4497-94EC-4D66AA6A82F2}" type="pres">
      <dgm:prSet presAssocID="{7E581581-41B7-40C0-92A5-BA3FCCA3D3E7}" presName="parentText" presStyleLbl="node1" presStyleIdx="4" presStyleCnt="11">
        <dgm:presLayoutVars>
          <dgm:chMax val="0"/>
          <dgm:bulletEnabled val="1"/>
        </dgm:presLayoutVars>
      </dgm:prSet>
      <dgm:spPr/>
    </dgm:pt>
    <dgm:pt modelId="{9092E940-9E9E-4669-8AFB-ED3CD1569665}" type="pres">
      <dgm:prSet presAssocID="{7CBA1E53-8D5B-415C-8A05-76AE341CD92E}" presName="spacer" presStyleCnt="0"/>
      <dgm:spPr/>
    </dgm:pt>
    <dgm:pt modelId="{E58F8429-791E-48B9-94B7-F64BDFBE3C22}" type="pres">
      <dgm:prSet presAssocID="{77168EA2-5E82-46E7-848D-DB540A40F51F}" presName="parentText" presStyleLbl="node1" presStyleIdx="5" presStyleCnt="11">
        <dgm:presLayoutVars>
          <dgm:chMax val="0"/>
          <dgm:bulletEnabled val="1"/>
        </dgm:presLayoutVars>
      </dgm:prSet>
      <dgm:spPr/>
    </dgm:pt>
    <dgm:pt modelId="{914ACEE8-C47A-4065-AE81-B5577193CFB9}" type="pres">
      <dgm:prSet presAssocID="{C9D04E96-8958-41E7-8717-3D9D7346154E}" presName="spacer" presStyleCnt="0"/>
      <dgm:spPr/>
    </dgm:pt>
    <dgm:pt modelId="{F97FB87B-7444-4DB5-AB07-DBD3C7F6892A}" type="pres">
      <dgm:prSet presAssocID="{B1B8CE34-7D3E-46DF-8EC9-02FC38CA1868}" presName="parentText" presStyleLbl="node1" presStyleIdx="6" presStyleCnt="11">
        <dgm:presLayoutVars>
          <dgm:chMax val="0"/>
          <dgm:bulletEnabled val="1"/>
        </dgm:presLayoutVars>
      </dgm:prSet>
      <dgm:spPr/>
    </dgm:pt>
    <dgm:pt modelId="{429ED0C2-F349-4EA5-81FF-AC98C1900E54}" type="pres">
      <dgm:prSet presAssocID="{221660F5-9AC3-4495-BAE1-6FCF94B196D5}" presName="spacer" presStyleCnt="0"/>
      <dgm:spPr/>
    </dgm:pt>
    <dgm:pt modelId="{75844D9F-AD52-49E0-9D3F-B80613F7F65B}" type="pres">
      <dgm:prSet presAssocID="{0B31D1D4-FAB9-47C0-98FC-D330ABD04E09}" presName="parentText" presStyleLbl="node1" presStyleIdx="7" presStyleCnt="11">
        <dgm:presLayoutVars>
          <dgm:chMax val="0"/>
          <dgm:bulletEnabled val="1"/>
        </dgm:presLayoutVars>
      </dgm:prSet>
      <dgm:spPr/>
    </dgm:pt>
    <dgm:pt modelId="{B86FCCFF-0108-4228-9DFA-DC132291FB1E}" type="pres">
      <dgm:prSet presAssocID="{79D9C5BB-B18F-4FDB-B28F-2485359B90DE}" presName="spacer" presStyleCnt="0"/>
      <dgm:spPr/>
    </dgm:pt>
    <dgm:pt modelId="{3B32A5F8-0A52-4A88-BFED-FF76EFD3775F}" type="pres">
      <dgm:prSet presAssocID="{AD66A50D-9079-4B8B-B7CF-59EF3145C3ED}" presName="parentText" presStyleLbl="node1" presStyleIdx="8" presStyleCnt="11">
        <dgm:presLayoutVars>
          <dgm:chMax val="0"/>
          <dgm:bulletEnabled val="1"/>
        </dgm:presLayoutVars>
      </dgm:prSet>
      <dgm:spPr/>
    </dgm:pt>
    <dgm:pt modelId="{F14E4BE9-AD7D-48D0-969A-89E049E605B8}" type="pres">
      <dgm:prSet presAssocID="{C9AF4556-6291-49D2-9D98-4FC9BB9A939D}" presName="spacer" presStyleCnt="0"/>
      <dgm:spPr/>
    </dgm:pt>
    <dgm:pt modelId="{84A3E4E2-D707-4ED6-9B17-738FC75EC82C}" type="pres">
      <dgm:prSet presAssocID="{070CD485-9E02-46F8-9387-003F69EB7D23}" presName="parentText" presStyleLbl="node1" presStyleIdx="9" presStyleCnt="11">
        <dgm:presLayoutVars>
          <dgm:chMax val="0"/>
          <dgm:bulletEnabled val="1"/>
        </dgm:presLayoutVars>
      </dgm:prSet>
      <dgm:spPr/>
    </dgm:pt>
    <dgm:pt modelId="{07684564-9F2D-404A-B1C0-82A5D1DF7AD4}" type="pres">
      <dgm:prSet presAssocID="{F49C3A5E-F97A-47F0-87EC-8781890ADDC0}" presName="spacer" presStyleCnt="0"/>
      <dgm:spPr/>
    </dgm:pt>
    <dgm:pt modelId="{D11C76AE-81CE-4B58-90F3-779637833ABD}" type="pres">
      <dgm:prSet presAssocID="{F02FB818-4E02-4CBE-A35F-FD3092CB4F18}" presName="parentText" presStyleLbl="node1" presStyleIdx="10" presStyleCnt="11">
        <dgm:presLayoutVars>
          <dgm:chMax val="0"/>
          <dgm:bulletEnabled val="1"/>
        </dgm:presLayoutVars>
      </dgm:prSet>
      <dgm:spPr/>
    </dgm:pt>
  </dgm:ptLst>
  <dgm:cxnLst>
    <dgm:cxn modelId="{49A09901-8172-4110-B892-C8E3693E8849}" type="presOf" srcId="{F02FB818-4E02-4CBE-A35F-FD3092CB4F18}" destId="{D11C76AE-81CE-4B58-90F3-779637833ABD}" srcOrd="0" destOrd="0" presId="urn:microsoft.com/office/officeart/2005/8/layout/vList2"/>
    <dgm:cxn modelId="{FB073607-D564-4133-8C01-0E97386FF74C}" type="presOf" srcId="{AD66A50D-9079-4B8B-B7CF-59EF3145C3ED}" destId="{3B32A5F8-0A52-4A88-BFED-FF76EFD3775F}" srcOrd="0" destOrd="0" presId="urn:microsoft.com/office/officeart/2005/8/layout/vList2"/>
    <dgm:cxn modelId="{63DBB511-B2EA-4DAE-A93B-11E945C6905E}" type="presOf" srcId="{77168EA2-5E82-46E7-848D-DB540A40F51F}" destId="{E58F8429-791E-48B9-94B7-F64BDFBE3C22}" srcOrd="0" destOrd="0" presId="urn:microsoft.com/office/officeart/2005/8/layout/vList2"/>
    <dgm:cxn modelId="{5D7D4F28-C9E9-422B-AC7A-652181A8925D}" srcId="{A3E8EC8E-F4C2-4A04-A330-53E511A3BB37}" destId="{4A61AD5B-3EC7-4DD5-BA1D-85A0928F5AD3}" srcOrd="3" destOrd="0" parTransId="{08DD934A-67E6-47AF-9EAB-F510EF2A1987}" sibTransId="{ADD8C121-5CB1-46B1-A012-E35BA48F33D5}"/>
    <dgm:cxn modelId="{3BC7F328-0843-42E8-93F7-1FE4F0391731}" type="presOf" srcId="{0B31D1D4-FAB9-47C0-98FC-D330ABD04E09}" destId="{75844D9F-AD52-49E0-9D3F-B80613F7F65B}" srcOrd="0" destOrd="0" presId="urn:microsoft.com/office/officeart/2005/8/layout/vList2"/>
    <dgm:cxn modelId="{B489EA29-EA47-4992-B9BA-4227F111225C}" srcId="{A3E8EC8E-F4C2-4A04-A330-53E511A3BB37}" destId="{7E581581-41B7-40C0-92A5-BA3FCCA3D3E7}" srcOrd="4" destOrd="0" parTransId="{FD52B733-B6F5-4252-86C0-383B7D90487F}" sibTransId="{7CBA1E53-8D5B-415C-8A05-76AE341CD92E}"/>
    <dgm:cxn modelId="{5E0B4F3E-B2E7-4AE9-9094-7E2A98E9B8D6}" srcId="{A3E8EC8E-F4C2-4A04-A330-53E511A3BB37}" destId="{77168EA2-5E82-46E7-848D-DB540A40F51F}" srcOrd="5" destOrd="0" parTransId="{F95D4C2C-96CA-4832-BA1D-A6D7FE52CA05}" sibTransId="{C9D04E96-8958-41E7-8717-3D9D7346154E}"/>
    <dgm:cxn modelId="{95F3005B-386A-41ED-82F9-D92CD5A951AE}" srcId="{A3E8EC8E-F4C2-4A04-A330-53E511A3BB37}" destId="{AD66A50D-9079-4B8B-B7CF-59EF3145C3ED}" srcOrd="8" destOrd="0" parTransId="{A0DC3BDF-DF5C-4753-9DF9-38C58371D7B5}" sibTransId="{C9AF4556-6291-49D2-9D98-4FC9BB9A939D}"/>
    <dgm:cxn modelId="{61E09E5B-8DEE-4536-8871-4B09EF7E4261}" type="presOf" srcId="{4A61AD5B-3EC7-4DD5-BA1D-85A0928F5AD3}" destId="{C3BBC15E-CC66-4E86-9DB0-8B127D16E328}" srcOrd="0" destOrd="0" presId="urn:microsoft.com/office/officeart/2005/8/layout/vList2"/>
    <dgm:cxn modelId="{768B905C-D9A0-4083-ADEA-73B0ED32528E}" srcId="{A3E8EC8E-F4C2-4A04-A330-53E511A3BB37}" destId="{070CD485-9E02-46F8-9387-003F69EB7D23}" srcOrd="9" destOrd="0" parTransId="{8E8AE8BF-47E0-487B-B906-EB930D4FF72A}" sibTransId="{F49C3A5E-F97A-47F0-87EC-8781890ADDC0}"/>
    <dgm:cxn modelId="{50C9B062-B732-42A8-BAE9-D011294E7B72}" srcId="{A3E8EC8E-F4C2-4A04-A330-53E511A3BB37}" destId="{B1B8CE34-7D3E-46DF-8EC9-02FC38CA1868}" srcOrd="6" destOrd="0" parTransId="{8D3D2780-7156-470D-AEA2-BB48EBA896EF}" sibTransId="{221660F5-9AC3-4495-BAE1-6FCF94B196D5}"/>
    <dgm:cxn modelId="{51655B47-D25E-4F3C-8D30-158A5AAE3787}" srcId="{A3E8EC8E-F4C2-4A04-A330-53E511A3BB37}" destId="{305BF912-B425-4967-810D-620ABAB50036}" srcOrd="0" destOrd="0" parTransId="{7A13632C-C170-4BE5-8F85-5F04C6FCC03E}" sibTransId="{C3E82BF3-575C-4E25-A2DE-D4E57203FA59}"/>
    <dgm:cxn modelId="{59C4E168-6C5D-4D23-BC97-E1C81A0A7D75}" type="presOf" srcId="{A5DCB926-83A7-40B4-A4BB-50987A403D40}" destId="{20DCAA6E-2B6B-4B98-9F35-DEB759EBFA18}" srcOrd="0" destOrd="0" presId="urn:microsoft.com/office/officeart/2005/8/layout/vList2"/>
    <dgm:cxn modelId="{826D517A-CC03-4E5E-A2A4-75A02CF2BA69}" type="presOf" srcId="{305BF912-B425-4967-810D-620ABAB50036}" destId="{775BB4B1-5960-402E-A91B-6845943B0BC9}" srcOrd="0" destOrd="0" presId="urn:microsoft.com/office/officeart/2005/8/layout/vList2"/>
    <dgm:cxn modelId="{26259D90-AC7B-43AF-BC7E-18F06C5871BF}" srcId="{A3E8EC8E-F4C2-4A04-A330-53E511A3BB37}" destId="{F02FB818-4E02-4CBE-A35F-FD3092CB4F18}" srcOrd="10" destOrd="0" parTransId="{A1DE5454-D089-4C7F-A55F-AB26C9F17697}" sibTransId="{38767D9B-4D48-4B32-997B-E7AE11E547F4}"/>
    <dgm:cxn modelId="{720EAC91-CC88-4FDB-9E08-AA6B615454E3}" srcId="{A3E8EC8E-F4C2-4A04-A330-53E511A3BB37}" destId="{A5DCB926-83A7-40B4-A4BB-50987A403D40}" srcOrd="2" destOrd="0" parTransId="{D9CB4FF7-B668-4F1C-AA68-CECCAA83E261}" sibTransId="{ACB61E63-700D-4F87-B691-EF24EEA79601}"/>
    <dgm:cxn modelId="{6A83D194-5891-40FB-AEC6-C04FE4B24BB1}" type="presOf" srcId="{B1B8CE34-7D3E-46DF-8EC9-02FC38CA1868}" destId="{F97FB87B-7444-4DB5-AB07-DBD3C7F6892A}" srcOrd="0" destOrd="0" presId="urn:microsoft.com/office/officeart/2005/8/layout/vList2"/>
    <dgm:cxn modelId="{7CB409A2-F5E5-44CD-AA27-F9A4DF847A3A}" type="presOf" srcId="{7E581581-41B7-40C0-92A5-BA3FCCA3D3E7}" destId="{34557BD8-02D2-4497-94EC-4D66AA6A82F2}" srcOrd="0" destOrd="0" presId="urn:microsoft.com/office/officeart/2005/8/layout/vList2"/>
    <dgm:cxn modelId="{0C98AEAE-4062-4D2F-ABCF-6D288D48D3C2}" srcId="{A3E8EC8E-F4C2-4A04-A330-53E511A3BB37}" destId="{0B31D1D4-FAB9-47C0-98FC-D330ABD04E09}" srcOrd="7" destOrd="0" parTransId="{8714A1AE-340D-4113-893A-961AA2E86985}" sibTransId="{79D9C5BB-B18F-4FDB-B28F-2485359B90DE}"/>
    <dgm:cxn modelId="{587D77B5-16D2-4C29-AF8D-762272942794}" type="presOf" srcId="{7EF15408-6D49-49AA-8051-3B48CB44C1D3}" destId="{6D5C28BE-61A9-47E6-8AF9-4C875AAB5010}" srcOrd="0" destOrd="0" presId="urn:microsoft.com/office/officeart/2005/8/layout/vList2"/>
    <dgm:cxn modelId="{518341BC-35AB-4D48-B096-D31F5BC9A521}" srcId="{A3E8EC8E-F4C2-4A04-A330-53E511A3BB37}" destId="{7EF15408-6D49-49AA-8051-3B48CB44C1D3}" srcOrd="1" destOrd="0" parTransId="{F6B43633-F8CA-40A4-9ED6-3533CA5B45AC}" sibTransId="{24B93F81-F8AE-4CA5-853B-083EB3635C70}"/>
    <dgm:cxn modelId="{53BC5FD5-9F58-4FE1-909F-F742E18E66FB}" type="presOf" srcId="{070CD485-9E02-46F8-9387-003F69EB7D23}" destId="{84A3E4E2-D707-4ED6-9B17-738FC75EC82C}" srcOrd="0" destOrd="0" presId="urn:microsoft.com/office/officeart/2005/8/layout/vList2"/>
    <dgm:cxn modelId="{374950FB-DFDE-405A-9994-6C0883706CD4}" type="presOf" srcId="{A3E8EC8E-F4C2-4A04-A330-53E511A3BB37}" destId="{CF91D2BE-7BCF-46AF-A35E-89814C02D92A}" srcOrd="0" destOrd="0" presId="urn:microsoft.com/office/officeart/2005/8/layout/vList2"/>
    <dgm:cxn modelId="{6C83CB7C-98A0-49CB-B6A5-F1E7A6F498A7}" type="presParOf" srcId="{CF91D2BE-7BCF-46AF-A35E-89814C02D92A}" destId="{775BB4B1-5960-402E-A91B-6845943B0BC9}" srcOrd="0" destOrd="0" presId="urn:microsoft.com/office/officeart/2005/8/layout/vList2"/>
    <dgm:cxn modelId="{B1B9112D-8F77-4823-9D28-880F111D21E5}" type="presParOf" srcId="{CF91D2BE-7BCF-46AF-A35E-89814C02D92A}" destId="{54749BB7-72C2-4C39-855A-CCB8D4B08032}" srcOrd="1" destOrd="0" presId="urn:microsoft.com/office/officeart/2005/8/layout/vList2"/>
    <dgm:cxn modelId="{C9FFE7F6-DEE0-4E18-98A9-E0F96DE9D09D}" type="presParOf" srcId="{CF91D2BE-7BCF-46AF-A35E-89814C02D92A}" destId="{6D5C28BE-61A9-47E6-8AF9-4C875AAB5010}" srcOrd="2" destOrd="0" presId="urn:microsoft.com/office/officeart/2005/8/layout/vList2"/>
    <dgm:cxn modelId="{051461C5-B933-4BFE-89D2-0A6FE5599F3B}" type="presParOf" srcId="{CF91D2BE-7BCF-46AF-A35E-89814C02D92A}" destId="{5A0DF36D-6B2C-413E-858B-51A8F23C8183}" srcOrd="3" destOrd="0" presId="urn:microsoft.com/office/officeart/2005/8/layout/vList2"/>
    <dgm:cxn modelId="{183DEDAD-EF9E-44FC-B123-488CAC974AD2}" type="presParOf" srcId="{CF91D2BE-7BCF-46AF-A35E-89814C02D92A}" destId="{20DCAA6E-2B6B-4B98-9F35-DEB759EBFA18}" srcOrd="4" destOrd="0" presId="urn:microsoft.com/office/officeart/2005/8/layout/vList2"/>
    <dgm:cxn modelId="{EC201ED6-08BB-4AD5-8327-17F944E517A8}" type="presParOf" srcId="{CF91D2BE-7BCF-46AF-A35E-89814C02D92A}" destId="{09A4F83D-18A8-43BA-B20F-532B21388DCD}" srcOrd="5" destOrd="0" presId="urn:microsoft.com/office/officeart/2005/8/layout/vList2"/>
    <dgm:cxn modelId="{F134649F-DCFB-42E8-907B-C470770B5305}" type="presParOf" srcId="{CF91D2BE-7BCF-46AF-A35E-89814C02D92A}" destId="{C3BBC15E-CC66-4E86-9DB0-8B127D16E328}" srcOrd="6" destOrd="0" presId="urn:microsoft.com/office/officeart/2005/8/layout/vList2"/>
    <dgm:cxn modelId="{BF24E575-02E2-4613-8457-52CFE18ECD29}" type="presParOf" srcId="{CF91D2BE-7BCF-46AF-A35E-89814C02D92A}" destId="{DDAE5400-C2AC-43B2-B6F0-A82183E41972}" srcOrd="7" destOrd="0" presId="urn:microsoft.com/office/officeart/2005/8/layout/vList2"/>
    <dgm:cxn modelId="{F0CF4F61-C552-4B64-B7AD-A33FDA17ED63}" type="presParOf" srcId="{CF91D2BE-7BCF-46AF-A35E-89814C02D92A}" destId="{34557BD8-02D2-4497-94EC-4D66AA6A82F2}" srcOrd="8" destOrd="0" presId="urn:microsoft.com/office/officeart/2005/8/layout/vList2"/>
    <dgm:cxn modelId="{70020990-9773-4FAE-8390-A3BD813624AC}" type="presParOf" srcId="{CF91D2BE-7BCF-46AF-A35E-89814C02D92A}" destId="{9092E940-9E9E-4669-8AFB-ED3CD1569665}" srcOrd="9" destOrd="0" presId="urn:microsoft.com/office/officeart/2005/8/layout/vList2"/>
    <dgm:cxn modelId="{69FA6E07-E0B3-4FB9-B6E3-41BAC43A05F7}" type="presParOf" srcId="{CF91D2BE-7BCF-46AF-A35E-89814C02D92A}" destId="{E58F8429-791E-48B9-94B7-F64BDFBE3C22}" srcOrd="10" destOrd="0" presId="urn:microsoft.com/office/officeart/2005/8/layout/vList2"/>
    <dgm:cxn modelId="{6331F089-FEC2-4080-A05E-E2DA22F33A63}" type="presParOf" srcId="{CF91D2BE-7BCF-46AF-A35E-89814C02D92A}" destId="{914ACEE8-C47A-4065-AE81-B5577193CFB9}" srcOrd="11" destOrd="0" presId="urn:microsoft.com/office/officeart/2005/8/layout/vList2"/>
    <dgm:cxn modelId="{C868502F-9489-48CA-BD52-CB57D444E8DD}" type="presParOf" srcId="{CF91D2BE-7BCF-46AF-A35E-89814C02D92A}" destId="{F97FB87B-7444-4DB5-AB07-DBD3C7F6892A}" srcOrd="12" destOrd="0" presId="urn:microsoft.com/office/officeart/2005/8/layout/vList2"/>
    <dgm:cxn modelId="{8AA9EDED-DD35-4BDA-8631-7603C343F580}" type="presParOf" srcId="{CF91D2BE-7BCF-46AF-A35E-89814C02D92A}" destId="{429ED0C2-F349-4EA5-81FF-AC98C1900E54}" srcOrd="13" destOrd="0" presId="urn:microsoft.com/office/officeart/2005/8/layout/vList2"/>
    <dgm:cxn modelId="{0041DF01-1B17-4902-AB7F-7E5DA5D0091C}" type="presParOf" srcId="{CF91D2BE-7BCF-46AF-A35E-89814C02D92A}" destId="{75844D9F-AD52-49E0-9D3F-B80613F7F65B}" srcOrd="14" destOrd="0" presId="urn:microsoft.com/office/officeart/2005/8/layout/vList2"/>
    <dgm:cxn modelId="{2A20A82B-97A6-4B11-9A15-3264141213FB}" type="presParOf" srcId="{CF91D2BE-7BCF-46AF-A35E-89814C02D92A}" destId="{B86FCCFF-0108-4228-9DFA-DC132291FB1E}" srcOrd="15" destOrd="0" presId="urn:microsoft.com/office/officeart/2005/8/layout/vList2"/>
    <dgm:cxn modelId="{E5B3C64E-D77D-48A0-8CF6-C408A0E875E6}" type="presParOf" srcId="{CF91D2BE-7BCF-46AF-A35E-89814C02D92A}" destId="{3B32A5F8-0A52-4A88-BFED-FF76EFD3775F}" srcOrd="16" destOrd="0" presId="urn:microsoft.com/office/officeart/2005/8/layout/vList2"/>
    <dgm:cxn modelId="{1069C6BE-8C65-4393-A514-EDEFF7489D5B}" type="presParOf" srcId="{CF91D2BE-7BCF-46AF-A35E-89814C02D92A}" destId="{F14E4BE9-AD7D-48D0-969A-89E049E605B8}" srcOrd="17" destOrd="0" presId="urn:microsoft.com/office/officeart/2005/8/layout/vList2"/>
    <dgm:cxn modelId="{CC4A6652-68B7-4951-B77A-9E2A8571A9A8}" type="presParOf" srcId="{CF91D2BE-7BCF-46AF-A35E-89814C02D92A}" destId="{84A3E4E2-D707-4ED6-9B17-738FC75EC82C}" srcOrd="18" destOrd="0" presId="urn:microsoft.com/office/officeart/2005/8/layout/vList2"/>
    <dgm:cxn modelId="{61C0D0EC-0E20-4C4D-9B56-386D6826F1AD}" type="presParOf" srcId="{CF91D2BE-7BCF-46AF-A35E-89814C02D92A}" destId="{07684564-9F2D-404A-B1C0-82A5D1DF7AD4}" srcOrd="19" destOrd="0" presId="urn:microsoft.com/office/officeart/2005/8/layout/vList2"/>
    <dgm:cxn modelId="{1E5803C3-B101-4B2B-97A3-C2106C2B5369}" type="presParOf" srcId="{CF91D2BE-7BCF-46AF-A35E-89814C02D92A}" destId="{D11C76AE-81CE-4B58-90F3-779637833ABD}" srcOrd="2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6C0D48-3BA7-49FA-8FE4-C664AACE843C}">
      <dsp:nvSpPr>
        <dsp:cNvPr id="0" name=""/>
        <dsp:cNvSpPr/>
      </dsp:nvSpPr>
      <dsp:spPr>
        <a:xfrm>
          <a:off x="282221" y="368029"/>
          <a:ext cx="1371985" cy="137198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B18D85-4917-46AB-802C-459159B7A5AA}">
      <dsp:nvSpPr>
        <dsp:cNvPr id="0" name=""/>
        <dsp:cNvSpPr/>
      </dsp:nvSpPr>
      <dsp:spPr>
        <a:xfrm>
          <a:off x="570337" y="656145"/>
          <a:ext cx="795751" cy="7957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746889-F789-4920-A070-7758D1DD13AB}">
      <dsp:nvSpPr>
        <dsp:cNvPr id="0" name=""/>
        <dsp:cNvSpPr/>
      </dsp:nvSpPr>
      <dsp:spPr>
        <a:xfrm>
          <a:off x="1948202"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kern="1200"/>
            <a:t>In the previous video, we learned the basic RAG workflow, embeddings, vector databases, and Amazon Bedrock Knowledge Bases.</a:t>
          </a:r>
        </a:p>
      </dsp:txBody>
      <dsp:txXfrm>
        <a:off x="1948202" y="368029"/>
        <a:ext cx="3233964" cy="1371985"/>
      </dsp:txXfrm>
    </dsp:sp>
    <dsp:sp modelId="{57B2E363-57B2-4B25-9263-5565CDA2D67E}">
      <dsp:nvSpPr>
        <dsp:cNvPr id="0" name=""/>
        <dsp:cNvSpPr/>
      </dsp:nvSpPr>
      <dsp:spPr>
        <a:xfrm>
          <a:off x="5745661" y="368029"/>
          <a:ext cx="1371985" cy="137198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0E07D7-B3C5-47F6-A014-94A8A10904AC}">
      <dsp:nvSpPr>
        <dsp:cNvPr id="0" name=""/>
        <dsp:cNvSpPr/>
      </dsp:nvSpPr>
      <dsp:spPr>
        <a:xfrm>
          <a:off x="6033778" y="656145"/>
          <a:ext cx="795751" cy="7957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547E8A9-490A-4ED0-B291-DEC78E71927A}">
      <dsp:nvSpPr>
        <dsp:cNvPr id="0" name=""/>
        <dsp:cNvSpPr/>
      </dsp:nvSpPr>
      <dsp:spPr>
        <a:xfrm>
          <a:off x="7411643"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kern="1200"/>
            <a:t>Now the focus is on improving retrieval quality. A RAG system can be connected correctly but still return weak answers if the wrong information is retrieved.</a:t>
          </a:r>
        </a:p>
      </dsp:txBody>
      <dsp:txXfrm>
        <a:off x="7411643" y="368029"/>
        <a:ext cx="3233964" cy="1371985"/>
      </dsp:txXfrm>
    </dsp:sp>
    <dsp:sp modelId="{62C142EF-6EFD-4E2E-B6B7-B72102465F0E}">
      <dsp:nvSpPr>
        <dsp:cNvPr id="0" name=""/>
        <dsp:cNvSpPr/>
      </dsp:nvSpPr>
      <dsp:spPr>
        <a:xfrm>
          <a:off x="282221" y="2452790"/>
          <a:ext cx="1371985" cy="137198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4C3378-2413-42F2-9833-BBC8B57F3D2D}">
      <dsp:nvSpPr>
        <dsp:cNvPr id="0" name=""/>
        <dsp:cNvSpPr/>
      </dsp:nvSpPr>
      <dsp:spPr>
        <a:xfrm>
          <a:off x="570337" y="2740907"/>
          <a:ext cx="795751" cy="7957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07728F-13A6-49C9-A4CA-114D48778AF1}">
      <dsp:nvSpPr>
        <dsp:cNvPr id="0" name=""/>
        <dsp:cNvSpPr/>
      </dsp:nvSpPr>
      <dsp:spPr>
        <a:xfrm>
          <a:off x="1948202"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kern="1200"/>
            <a:t>Important factors include how documents are divided, the size of embeddings, metadata, data freshness, and how retrieval quality is measured.</a:t>
          </a:r>
        </a:p>
      </dsp:txBody>
      <dsp:txXfrm>
        <a:off x="1948202" y="2452790"/>
        <a:ext cx="3233964" cy="1371985"/>
      </dsp:txXfrm>
    </dsp:sp>
    <dsp:sp modelId="{1DE95B1A-F942-48AF-A172-DC504B1E7E9B}">
      <dsp:nvSpPr>
        <dsp:cNvPr id="0" name=""/>
        <dsp:cNvSpPr/>
      </dsp:nvSpPr>
      <dsp:spPr>
        <a:xfrm>
          <a:off x="5745661" y="2452790"/>
          <a:ext cx="1371985" cy="137198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6FD10B-FFB7-4FC5-B2FF-AB0D5D81AD16}">
      <dsp:nvSpPr>
        <dsp:cNvPr id="0" name=""/>
        <dsp:cNvSpPr/>
      </dsp:nvSpPr>
      <dsp:spPr>
        <a:xfrm>
          <a:off x="6033778" y="2740907"/>
          <a:ext cx="795751" cy="79575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5801B9-FD11-4631-8825-85197965D9F0}">
      <dsp:nvSpPr>
        <dsp:cNvPr id="0" name=""/>
        <dsp:cNvSpPr/>
      </dsp:nvSpPr>
      <dsp:spPr>
        <a:xfrm>
          <a:off x="7411643"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kern="1200"/>
            <a:t>The main question for this presentation is: How can we give the Foundation Model better and more relevant context before it generates an answer?</a:t>
          </a:r>
        </a:p>
      </dsp:txBody>
      <dsp:txXfrm>
        <a:off x="7411643" y="2452790"/>
        <a:ext cx="3233964" cy="13719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B68BA5-3532-41EC-9FF0-5678494B5B46}">
      <dsp:nvSpPr>
        <dsp:cNvPr id="0" name=""/>
        <dsp:cNvSpPr/>
      </dsp:nvSpPr>
      <dsp:spPr>
        <a:xfrm>
          <a:off x="0" y="1407"/>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A8B1D5-C1CA-4974-A6AD-A3EE9A04AF76}">
      <dsp:nvSpPr>
        <dsp:cNvPr id="0" name=""/>
        <dsp:cNvSpPr/>
      </dsp:nvSpPr>
      <dsp:spPr>
        <a:xfrm>
          <a:off x="181438" y="136361"/>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527C7B-4501-4151-9A70-AEAB07FCD250}">
      <dsp:nvSpPr>
        <dsp:cNvPr id="0" name=""/>
        <dsp:cNvSpPr/>
      </dsp:nvSpPr>
      <dsp:spPr>
        <a:xfrm>
          <a:off x="692764" y="1407"/>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kern="1200"/>
            <a:t>Data granularity means deciding how much information should be included in each searchable piece of a document.</a:t>
          </a:r>
        </a:p>
      </dsp:txBody>
      <dsp:txXfrm>
        <a:off x="692764" y="1407"/>
        <a:ext cx="9822835" cy="599796"/>
      </dsp:txXfrm>
    </dsp:sp>
    <dsp:sp modelId="{B0FC0422-B802-4B24-9A91-2CCD3BDCE699}">
      <dsp:nvSpPr>
        <dsp:cNvPr id="0" name=""/>
        <dsp:cNvSpPr/>
      </dsp:nvSpPr>
      <dsp:spPr>
        <a:xfrm>
          <a:off x="0" y="751152"/>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F1CD89-5322-48DE-A4CF-ACD2AD2666A9}">
      <dsp:nvSpPr>
        <dsp:cNvPr id="0" name=""/>
        <dsp:cNvSpPr/>
      </dsp:nvSpPr>
      <dsp:spPr>
        <a:xfrm>
          <a:off x="181438" y="886107"/>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36F3FD-F2DC-4F74-9631-2C3B11A8E622}">
      <dsp:nvSpPr>
        <dsp:cNvPr id="0" name=""/>
        <dsp:cNvSpPr/>
      </dsp:nvSpPr>
      <dsp:spPr>
        <a:xfrm>
          <a:off x="692764" y="751152"/>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kern="1200"/>
            <a:t>A large document could be stored as one complete file, individual pages, paragraphs, or smaller groups of sentences.</a:t>
          </a:r>
        </a:p>
      </dsp:txBody>
      <dsp:txXfrm>
        <a:off x="692764" y="751152"/>
        <a:ext cx="9822835" cy="599796"/>
      </dsp:txXfrm>
    </dsp:sp>
    <dsp:sp modelId="{DD2DCAB0-64B8-4BB7-8249-15CE833AE4BB}">
      <dsp:nvSpPr>
        <dsp:cNvPr id="0" name=""/>
        <dsp:cNvSpPr/>
      </dsp:nvSpPr>
      <dsp:spPr>
        <a:xfrm>
          <a:off x="0" y="1500898"/>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1A9B50-25DB-4444-A285-233D0CA25FE1}">
      <dsp:nvSpPr>
        <dsp:cNvPr id="0" name=""/>
        <dsp:cNvSpPr/>
      </dsp:nvSpPr>
      <dsp:spPr>
        <a:xfrm>
          <a:off x="181438" y="1635852"/>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D64DDE-7E40-4E07-83B5-E590A8C8F6EC}">
      <dsp:nvSpPr>
        <dsp:cNvPr id="0" name=""/>
        <dsp:cNvSpPr/>
      </dsp:nvSpPr>
      <dsp:spPr>
        <a:xfrm>
          <a:off x="692764" y="1500898"/>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kern="1200"/>
            <a:t>If a chunk is too large, it may contain useful information mixed with unrelated content.</a:t>
          </a:r>
        </a:p>
      </dsp:txBody>
      <dsp:txXfrm>
        <a:off x="692764" y="1500898"/>
        <a:ext cx="9822835" cy="599796"/>
      </dsp:txXfrm>
    </dsp:sp>
    <dsp:sp modelId="{BB1C24F0-28BB-4293-931B-3684D01C5850}">
      <dsp:nvSpPr>
        <dsp:cNvPr id="0" name=""/>
        <dsp:cNvSpPr/>
      </dsp:nvSpPr>
      <dsp:spPr>
        <a:xfrm>
          <a:off x="0" y="2250643"/>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34DD7D-88FC-4F1F-B449-576877068142}">
      <dsp:nvSpPr>
        <dsp:cNvPr id="0" name=""/>
        <dsp:cNvSpPr/>
      </dsp:nvSpPr>
      <dsp:spPr>
        <a:xfrm>
          <a:off x="181438" y="2385597"/>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A899AA-97A1-4609-A3CD-6A70909E4FEF}">
      <dsp:nvSpPr>
        <dsp:cNvPr id="0" name=""/>
        <dsp:cNvSpPr/>
      </dsp:nvSpPr>
      <dsp:spPr>
        <a:xfrm>
          <a:off x="692764" y="2250643"/>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kern="1200"/>
            <a:t>If a chunk is too small, the system may find the correct sentence but lose the surrounding information needed to understand it.</a:t>
          </a:r>
        </a:p>
      </dsp:txBody>
      <dsp:txXfrm>
        <a:off x="692764" y="2250643"/>
        <a:ext cx="9822835" cy="599796"/>
      </dsp:txXfrm>
    </dsp:sp>
    <dsp:sp modelId="{B685FA65-5128-45C1-995A-C46531347D47}">
      <dsp:nvSpPr>
        <dsp:cNvPr id="0" name=""/>
        <dsp:cNvSpPr/>
      </dsp:nvSpPr>
      <dsp:spPr>
        <a:xfrm>
          <a:off x="0" y="3000388"/>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DFC96B-52D0-47F3-8F59-D823F0ED07A3}">
      <dsp:nvSpPr>
        <dsp:cNvPr id="0" name=""/>
        <dsp:cNvSpPr/>
      </dsp:nvSpPr>
      <dsp:spPr>
        <a:xfrm>
          <a:off x="181438" y="3135342"/>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4627F5-51F1-4B07-8C3A-7B809DA26B4F}">
      <dsp:nvSpPr>
        <dsp:cNvPr id="0" name=""/>
        <dsp:cNvSpPr/>
      </dsp:nvSpPr>
      <dsp:spPr>
        <a:xfrm>
          <a:off x="692764" y="3000388"/>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kern="1200"/>
            <a:t>The process of dividing documents into smaller useful pieces is called chunking.</a:t>
          </a:r>
        </a:p>
      </dsp:txBody>
      <dsp:txXfrm>
        <a:off x="692764" y="3000388"/>
        <a:ext cx="9822835" cy="599796"/>
      </dsp:txXfrm>
    </dsp:sp>
    <dsp:sp modelId="{56586399-64F5-4802-BD93-94C549E2F192}">
      <dsp:nvSpPr>
        <dsp:cNvPr id="0" name=""/>
        <dsp:cNvSpPr/>
      </dsp:nvSpPr>
      <dsp:spPr>
        <a:xfrm>
          <a:off x="0" y="3750134"/>
          <a:ext cx="10515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A79FB7-C2C2-477C-99ED-6502857A9E4C}">
      <dsp:nvSpPr>
        <dsp:cNvPr id="0" name=""/>
        <dsp:cNvSpPr/>
      </dsp:nvSpPr>
      <dsp:spPr>
        <a:xfrm>
          <a:off x="181438" y="3885088"/>
          <a:ext cx="329887" cy="3298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D443DC-AE25-4EC6-B436-338019E4BB1E}">
      <dsp:nvSpPr>
        <dsp:cNvPr id="0" name=""/>
        <dsp:cNvSpPr/>
      </dsp:nvSpPr>
      <dsp:spPr>
        <a:xfrm>
          <a:off x="692764" y="3750134"/>
          <a:ext cx="9822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US" sz="1500" kern="1200"/>
            <a:t>Goal: Keep enough context to understand the information without adding unnecessary content.</a:t>
          </a:r>
        </a:p>
      </dsp:txBody>
      <dsp:txXfrm>
        <a:off x="692764" y="3750134"/>
        <a:ext cx="9822835" cy="59979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4BE49F-788F-49A9-B10C-645AD939FE6F}">
      <dsp:nvSpPr>
        <dsp:cNvPr id="0" name=""/>
        <dsp:cNvSpPr/>
      </dsp:nvSpPr>
      <dsp:spPr>
        <a:xfrm>
          <a:off x="3040792" y="870618"/>
          <a:ext cx="667342" cy="91440"/>
        </a:xfrm>
        <a:custGeom>
          <a:avLst/>
          <a:gdLst/>
          <a:ahLst/>
          <a:cxnLst/>
          <a:rect l="0" t="0" r="0" b="0"/>
          <a:pathLst>
            <a:path>
              <a:moveTo>
                <a:pt x="0" y="45720"/>
              </a:moveTo>
              <a:lnTo>
                <a:pt x="667342"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57014" y="912848"/>
        <a:ext cx="34897" cy="6979"/>
      </dsp:txXfrm>
    </dsp:sp>
    <dsp:sp modelId="{47A06708-2C4F-4D2A-B55D-4ACC0B353AE6}">
      <dsp:nvSpPr>
        <dsp:cNvPr id="0" name=""/>
        <dsp:cNvSpPr/>
      </dsp:nvSpPr>
      <dsp:spPr>
        <a:xfrm>
          <a:off x="8061" y="5979"/>
          <a:ext cx="3034531" cy="1820718"/>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800100">
            <a:lnSpc>
              <a:spcPct val="90000"/>
            </a:lnSpc>
            <a:spcBef>
              <a:spcPct val="0"/>
            </a:spcBef>
            <a:spcAft>
              <a:spcPct val="35000"/>
            </a:spcAft>
            <a:buNone/>
          </a:pPr>
          <a:r>
            <a:rPr lang="en-US" sz="1800" kern="1200"/>
            <a:t>Standard or fixed-size chunking divides content according to a selected number of tokens.</a:t>
          </a:r>
        </a:p>
      </dsp:txBody>
      <dsp:txXfrm>
        <a:off x="8061" y="5979"/>
        <a:ext cx="3034531" cy="1820718"/>
      </dsp:txXfrm>
    </dsp:sp>
    <dsp:sp modelId="{CC6DF392-9C79-465F-9D2F-0B583C1A6EB4}">
      <dsp:nvSpPr>
        <dsp:cNvPr id="0" name=""/>
        <dsp:cNvSpPr/>
      </dsp:nvSpPr>
      <dsp:spPr>
        <a:xfrm>
          <a:off x="6773265" y="870618"/>
          <a:ext cx="667342" cy="91440"/>
        </a:xfrm>
        <a:custGeom>
          <a:avLst/>
          <a:gdLst/>
          <a:ahLst/>
          <a:cxnLst/>
          <a:rect l="0" t="0" r="0" b="0"/>
          <a:pathLst>
            <a:path>
              <a:moveTo>
                <a:pt x="0" y="45720"/>
              </a:moveTo>
              <a:lnTo>
                <a:pt x="667342" y="45720"/>
              </a:lnTo>
            </a:path>
          </a:pathLst>
        </a:custGeom>
        <a:noFill/>
        <a:ln w="12700" cap="flat" cmpd="sng" algn="ctr">
          <a:solidFill>
            <a:schemeClr val="accent2">
              <a:hueOff val="1610903"/>
              <a:satOff val="-4623"/>
              <a:lumOff val="-740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89488" y="912848"/>
        <a:ext cx="34897" cy="6979"/>
      </dsp:txXfrm>
    </dsp:sp>
    <dsp:sp modelId="{3225C4E2-52A3-4801-98E9-3C4FC07498C2}">
      <dsp:nvSpPr>
        <dsp:cNvPr id="0" name=""/>
        <dsp:cNvSpPr/>
      </dsp:nvSpPr>
      <dsp:spPr>
        <a:xfrm>
          <a:off x="3740534" y="5979"/>
          <a:ext cx="3034531" cy="1820718"/>
        </a:xfrm>
        <a:prstGeom prst="rect">
          <a:avLst/>
        </a:prstGeom>
        <a:gradFill rotWithShape="0">
          <a:gsLst>
            <a:gs pos="0">
              <a:schemeClr val="accent2">
                <a:hueOff val="1288723"/>
                <a:satOff val="-3699"/>
                <a:lumOff val="-5922"/>
                <a:alphaOff val="0"/>
                <a:satMod val="103000"/>
                <a:lumMod val="102000"/>
                <a:tint val="94000"/>
              </a:schemeClr>
            </a:gs>
            <a:gs pos="50000">
              <a:schemeClr val="accent2">
                <a:hueOff val="1288723"/>
                <a:satOff val="-3699"/>
                <a:lumOff val="-5922"/>
                <a:alphaOff val="0"/>
                <a:satMod val="110000"/>
                <a:lumMod val="100000"/>
                <a:shade val="100000"/>
              </a:schemeClr>
            </a:gs>
            <a:gs pos="100000">
              <a:schemeClr val="accent2">
                <a:hueOff val="1288723"/>
                <a:satOff val="-3699"/>
                <a:lumOff val="-592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800100">
            <a:lnSpc>
              <a:spcPct val="90000"/>
            </a:lnSpc>
            <a:spcBef>
              <a:spcPct val="0"/>
            </a:spcBef>
            <a:spcAft>
              <a:spcPct val="35000"/>
            </a:spcAft>
            <a:buNone/>
          </a:pPr>
          <a:r>
            <a:rPr lang="en-US" sz="1800" kern="1200"/>
            <a:t>Amazon Bedrock allows us to define the number of tokens in each chunk and the amount of overlap between chunks.</a:t>
          </a:r>
        </a:p>
      </dsp:txBody>
      <dsp:txXfrm>
        <a:off x="3740534" y="5979"/>
        <a:ext cx="3034531" cy="1820718"/>
      </dsp:txXfrm>
    </dsp:sp>
    <dsp:sp modelId="{971C3D1A-9BCA-4D0F-91EE-E9B7206FA39C}">
      <dsp:nvSpPr>
        <dsp:cNvPr id="0" name=""/>
        <dsp:cNvSpPr/>
      </dsp:nvSpPr>
      <dsp:spPr>
        <a:xfrm>
          <a:off x="1525326" y="1824897"/>
          <a:ext cx="7464946" cy="667342"/>
        </a:xfrm>
        <a:custGeom>
          <a:avLst/>
          <a:gdLst/>
          <a:ahLst/>
          <a:cxnLst/>
          <a:rect l="0" t="0" r="0" b="0"/>
          <a:pathLst>
            <a:path>
              <a:moveTo>
                <a:pt x="7464946" y="0"/>
              </a:moveTo>
              <a:lnTo>
                <a:pt x="7464946" y="350771"/>
              </a:lnTo>
              <a:lnTo>
                <a:pt x="0" y="350771"/>
              </a:lnTo>
              <a:lnTo>
                <a:pt x="0" y="667342"/>
              </a:lnTo>
            </a:path>
          </a:pathLst>
        </a:custGeom>
        <a:noFill/>
        <a:ln w="12700" cap="flat" cmpd="sng" algn="ctr">
          <a:solidFill>
            <a:schemeClr val="accent2">
              <a:hueOff val="3221807"/>
              <a:satOff val="-9246"/>
              <a:lumOff val="-1480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70362" y="2155079"/>
        <a:ext cx="374875" cy="6979"/>
      </dsp:txXfrm>
    </dsp:sp>
    <dsp:sp modelId="{DF7E8641-0DCE-4701-8622-F7741EBAE0A8}">
      <dsp:nvSpPr>
        <dsp:cNvPr id="0" name=""/>
        <dsp:cNvSpPr/>
      </dsp:nvSpPr>
      <dsp:spPr>
        <a:xfrm>
          <a:off x="7473007" y="5979"/>
          <a:ext cx="3034531" cy="1820718"/>
        </a:xfrm>
        <a:prstGeom prst="rect">
          <a:avLst/>
        </a:prstGeom>
        <a:gradFill rotWithShape="0">
          <a:gsLst>
            <a:gs pos="0">
              <a:schemeClr val="accent2">
                <a:hueOff val="2577445"/>
                <a:satOff val="-7397"/>
                <a:lumOff val="-11844"/>
                <a:alphaOff val="0"/>
                <a:satMod val="103000"/>
                <a:lumMod val="102000"/>
                <a:tint val="94000"/>
              </a:schemeClr>
            </a:gs>
            <a:gs pos="50000">
              <a:schemeClr val="accent2">
                <a:hueOff val="2577445"/>
                <a:satOff val="-7397"/>
                <a:lumOff val="-11844"/>
                <a:alphaOff val="0"/>
                <a:satMod val="110000"/>
                <a:lumMod val="100000"/>
                <a:shade val="100000"/>
              </a:schemeClr>
            </a:gs>
            <a:gs pos="100000">
              <a:schemeClr val="accent2">
                <a:hueOff val="2577445"/>
                <a:satOff val="-7397"/>
                <a:lumOff val="-1184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800100">
            <a:lnSpc>
              <a:spcPct val="90000"/>
            </a:lnSpc>
            <a:spcBef>
              <a:spcPct val="0"/>
            </a:spcBef>
            <a:spcAft>
              <a:spcPct val="35000"/>
            </a:spcAft>
            <a:buNone/>
          </a:pPr>
          <a:r>
            <a:rPr lang="en-US" sz="1800" kern="1200"/>
            <a:t>The course notes a default of about 300 tokens per chunk, while still trying to preserve complete sentence boundaries.</a:t>
          </a:r>
        </a:p>
      </dsp:txBody>
      <dsp:txXfrm>
        <a:off x="7473007" y="5979"/>
        <a:ext cx="3034531" cy="1820718"/>
      </dsp:txXfrm>
    </dsp:sp>
    <dsp:sp modelId="{89C33786-9CF4-4CF4-8FD7-5AE2064D5942}">
      <dsp:nvSpPr>
        <dsp:cNvPr id="0" name=""/>
        <dsp:cNvSpPr/>
      </dsp:nvSpPr>
      <dsp:spPr>
        <a:xfrm>
          <a:off x="3040792" y="3389279"/>
          <a:ext cx="667342" cy="91440"/>
        </a:xfrm>
        <a:custGeom>
          <a:avLst/>
          <a:gdLst/>
          <a:ahLst/>
          <a:cxnLst/>
          <a:rect l="0" t="0" r="0" b="0"/>
          <a:pathLst>
            <a:path>
              <a:moveTo>
                <a:pt x="0" y="45720"/>
              </a:moveTo>
              <a:lnTo>
                <a:pt x="667342" y="45720"/>
              </a:lnTo>
            </a:path>
          </a:pathLst>
        </a:custGeom>
        <a:noFill/>
        <a:ln w="12700" cap="flat" cmpd="sng" algn="ctr">
          <a:solidFill>
            <a:schemeClr val="accent2">
              <a:hueOff val="4832710"/>
              <a:satOff val="-13870"/>
              <a:lumOff val="-22207"/>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57014" y="3431509"/>
        <a:ext cx="34897" cy="6979"/>
      </dsp:txXfrm>
    </dsp:sp>
    <dsp:sp modelId="{F1B81751-7702-4D52-94C2-0B623C8986F9}">
      <dsp:nvSpPr>
        <dsp:cNvPr id="0" name=""/>
        <dsp:cNvSpPr/>
      </dsp:nvSpPr>
      <dsp:spPr>
        <a:xfrm>
          <a:off x="8061" y="2524640"/>
          <a:ext cx="3034531" cy="1820718"/>
        </a:xfrm>
        <a:prstGeom prst="rect">
          <a:avLst/>
        </a:prstGeom>
        <a:gradFill rotWithShape="0">
          <a:gsLst>
            <a:gs pos="0">
              <a:schemeClr val="accent2">
                <a:hueOff val="3866169"/>
                <a:satOff val="-11096"/>
                <a:lumOff val="-17765"/>
                <a:alphaOff val="0"/>
                <a:satMod val="103000"/>
                <a:lumMod val="102000"/>
                <a:tint val="94000"/>
              </a:schemeClr>
            </a:gs>
            <a:gs pos="50000">
              <a:schemeClr val="accent2">
                <a:hueOff val="3866169"/>
                <a:satOff val="-11096"/>
                <a:lumOff val="-17765"/>
                <a:alphaOff val="0"/>
                <a:satMod val="110000"/>
                <a:lumMod val="100000"/>
                <a:shade val="100000"/>
              </a:schemeClr>
            </a:gs>
            <a:gs pos="100000">
              <a:schemeClr val="accent2">
                <a:hueOff val="3866169"/>
                <a:satOff val="-11096"/>
                <a:lumOff val="-1776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800100">
            <a:lnSpc>
              <a:spcPct val="90000"/>
            </a:lnSpc>
            <a:spcBef>
              <a:spcPct val="0"/>
            </a:spcBef>
            <a:spcAft>
              <a:spcPct val="35000"/>
            </a:spcAft>
            <a:buNone/>
          </a:pPr>
          <a:r>
            <a:rPr lang="en-US" sz="1800" kern="1200"/>
            <a:t>Overlap repeats a small amount of information between neighboring chunks so that important context is not lost at a chunk boundary.</a:t>
          </a:r>
        </a:p>
      </dsp:txBody>
      <dsp:txXfrm>
        <a:off x="8061" y="2524640"/>
        <a:ext cx="3034531" cy="1820718"/>
      </dsp:txXfrm>
    </dsp:sp>
    <dsp:sp modelId="{0F124775-ABF4-49D9-AD49-0ADEC00C2DFF}">
      <dsp:nvSpPr>
        <dsp:cNvPr id="0" name=""/>
        <dsp:cNvSpPr/>
      </dsp:nvSpPr>
      <dsp:spPr>
        <a:xfrm>
          <a:off x="6773265" y="3389279"/>
          <a:ext cx="667342" cy="91440"/>
        </a:xfrm>
        <a:custGeom>
          <a:avLst/>
          <a:gdLst/>
          <a:ahLst/>
          <a:cxnLst/>
          <a:rect l="0" t="0" r="0" b="0"/>
          <a:pathLst>
            <a:path>
              <a:moveTo>
                <a:pt x="0" y="45720"/>
              </a:moveTo>
              <a:lnTo>
                <a:pt x="667342" y="45720"/>
              </a:lnTo>
            </a:path>
          </a:pathLst>
        </a:custGeom>
        <a:noFill/>
        <a:ln w="12700" cap="flat" cmpd="sng" algn="ctr">
          <a:solidFill>
            <a:schemeClr val="accent2">
              <a:hueOff val="6443614"/>
              <a:satOff val="-18493"/>
              <a:lumOff val="-29609"/>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89488" y="3431509"/>
        <a:ext cx="34897" cy="6979"/>
      </dsp:txXfrm>
    </dsp:sp>
    <dsp:sp modelId="{A07D48AD-3C66-4C6D-8E33-E17CAF20379C}">
      <dsp:nvSpPr>
        <dsp:cNvPr id="0" name=""/>
        <dsp:cNvSpPr/>
      </dsp:nvSpPr>
      <dsp:spPr>
        <a:xfrm>
          <a:off x="3740534" y="2524640"/>
          <a:ext cx="3034531" cy="1820718"/>
        </a:xfrm>
        <a:prstGeom prst="rect">
          <a:avLst/>
        </a:prstGeom>
        <a:gradFill rotWithShape="0">
          <a:gsLst>
            <a:gs pos="0">
              <a:schemeClr val="accent2">
                <a:hueOff val="5154891"/>
                <a:satOff val="-14794"/>
                <a:lumOff val="-23687"/>
                <a:alphaOff val="0"/>
                <a:satMod val="103000"/>
                <a:lumMod val="102000"/>
                <a:tint val="94000"/>
              </a:schemeClr>
            </a:gs>
            <a:gs pos="50000">
              <a:schemeClr val="accent2">
                <a:hueOff val="5154891"/>
                <a:satOff val="-14794"/>
                <a:lumOff val="-23687"/>
                <a:alphaOff val="0"/>
                <a:satMod val="110000"/>
                <a:lumMod val="100000"/>
                <a:shade val="100000"/>
              </a:schemeClr>
            </a:gs>
            <a:gs pos="100000">
              <a:schemeClr val="accent2">
                <a:hueOff val="5154891"/>
                <a:satOff val="-14794"/>
                <a:lumOff val="-2368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800100">
            <a:lnSpc>
              <a:spcPct val="90000"/>
            </a:lnSpc>
            <a:spcBef>
              <a:spcPct val="0"/>
            </a:spcBef>
            <a:spcAft>
              <a:spcPct val="35000"/>
            </a:spcAft>
            <a:buNone/>
          </a:pPr>
          <a:r>
            <a:rPr lang="en-US" sz="1800" kern="1200"/>
            <a:t>This method is simple and predictable, but it divides content mainly by size rather than understanding the meaning of the information.</a:t>
          </a:r>
        </a:p>
      </dsp:txBody>
      <dsp:txXfrm>
        <a:off x="3740534" y="2524640"/>
        <a:ext cx="3034531" cy="1820718"/>
      </dsp:txXfrm>
    </dsp:sp>
    <dsp:sp modelId="{1C6E6C0D-DD88-4033-B627-D6E47241326E}">
      <dsp:nvSpPr>
        <dsp:cNvPr id="0" name=""/>
        <dsp:cNvSpPr/>
      </dsp:nvSpPr>
      <dsp:spPr>
        <a:xfrm>
          <a:off x="7473007" y="2524640"/>
          <a:ext cx="3034531" cy="1820718"/>
        </a:xfrm>
        <a:prstGeom prst="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800100">
            <a:lnSpc>
              <a:spcPct val="90000"/>
            </a:lnSpc>
            <a:spcBef>
              <a:spcPct val="0"/>
            </a:spcBef>
            <a:spcAft>
              <a:spcPct val="35000"/>
            </a:spcAft>
            <a:buNone/>
          </a:pPr>
          <a:r>
            <a:rPr lang="en-US" sz="1800" kern="1200"/>
            <a:t>Best suited for: documents with fairly consistent structure.</a:t>
          </a:r>
        </a:p>
      </dsp:txBody>
      <dsp:txXfrm>
        <a:off x="7473007" y="2524640"/>
        <a:ext cx="3034531" cy="182071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B4D138-2241-4C5B-A8DF-4D9B56625A3D}">
      <dsp:nvSpPr>
        <dsp:cNvPr id="0" name=""/>
        <dsp:cNvSpPr/>
      </dsp:nvSpPr>
      <dsp:spPr>
        <a:xfrm>
          <a:off x="0" y="17030"/>
          <a:ext cx="10515600" cy="67874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Semantic chunking divides content based on meaning instead of only using a fixed token count.</a:t>
          </a:r>
        </a:p>
      </dsp:txBody>
      <dsp:txXfrm>
        <a:off x="33134" y="50164"/>
        <a:ext cx="10449332" cy="612478"/>
      </dsp:txXfrm>
    </dsp:sp>
    <dsp:sp modelId="{65EF1FB1-48CA-4485-8029-DC4E285ECBAD}">
      <dsp:nvSpPr>
        <dsp:cNvPr id="0" name=""/>
        <dsp:cNvSpPr/>
      </dsp:nvSpPr>
      <dsp:spPr>
        <a:xfrm>
          <a:off x="0" y="744736"/>
          <a:ext cx="10515600" cy="67874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A model examines nearby sentences and tries to keep information discussing the same subject together.</a:t>
          </a:r>
        </a:p>
      </dsp:txBody>
      <dsp:txXfrm>
        <a:off x="33134" y="777870"/>
        <a:ext cx="10449332" cy="612478"/>
      </dsp:txXfrm>
    </dsp:sp>
    <dsp:sp modelId="{3EC80F84-BD6D-4010-9CBE-7AFB79702CBD}">
      <dsp:nvSpPr>
        <dsp:cNvPr id="0" name=""/>
        <dsp:cNvSpPr/>
      </dsp:nvSpPr>
      <dsp:spPr>
        <a:xfrm>
          <a:off x="0" y="1472442"/>
          <a:ext cx="10515600" cy="67874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For example, sentences about vacation policy should remain together while a new section about health insurance becomes a different chunk.</a:t>
          </a:r>
        </a:p>
      </dsp:txBody>
      <dsp:txXfrm>
        <a:off x="33134" y="1505576"/>
        <a:ext cx="10449332" cy="612478"/>
      </dsp:txXfrm>
    </dsp:sp>
    <dsp:sp modelId="{59DECF55-2AFF-493B-A174-CB5800DB25AE}">
      <dsp:nvSpPr>
        <dsp:cNvPr id="0" name=""/>
        <dsp:cNvSpPr/>
      </dsp:nvSpPr>
      <dsp:spPr>
        <a:xfrm>
          <a:off x="0" y="2200149"/>
          <a:ext cx="10515600" cy="67874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Bedrock semantic chunking can consider settings such as maximum tokens, buffer size, and semantic similarity thresholds.</a:t>
          </a:r>
        </a:p>
      </dsp:txBody>
      <dsp:txXfrm>
        <a:off x="33134" y="2233283"/>
        <a:ext cx="10449332" cy="612478"/>
      </dsp:txXfrm>
    </dsp:sp>
    <dsp:sp modelId="{9A2E4014-9B2F-438C-AFB6-210175F5CDF1}">
      <dsp:nvSpPr>
        <dsp:cNvPr id="0" name=""/>
        <dsp:cNvSpPr/>
      </dsp:nvSpPr>
      <dsp:spPr>
        <a:xfrm>
          <a:off x="0" y="2927855"/>
          <a:ext cx="10515600" cy="67874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A larger buffer can provide more context but may also introduce unrelated information.</a:t>
          </a:r>
        </a:p>
      </dsp:txBody>
      <dsp:txXfrm>
        <a:off x="33134" y="2960989"/>
        <a:ext cx="10449332" cy="612478"/>
      </dsp:txXfrm>
    </dsp:sp>
    <dsp:sp modelId="{A124CB06-673E-46B6-B08B-700DB827A48F}">
      <dsp:nvSpPr>
        <dsp:cNvPr id="0" name=""/>
        <dsp:cNvSpPr/>
      </dsp:nvSpPr>
      <dsp:spPr>
        <a:xfrm>
          <a:off x="0" y="3655561"/>
          <a:ext cx="10515600" cy="67874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Semantic chunking can improve retrieval quality, but it costs more because a Foundation Model is used during the chunking process.</a:t>
          </a:r>
        </a:p>
      </dsp:txBody>
      <dsp:txXfrm>
        <a:off x="33134" y="3688695"/>
        <a:ext cx="10449332" cy="61247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43B0D7-1F3C-4CD5-B071-445B42789A85}">
      <dsp:nvSpPr>
        <dsp:cNvPr id="0" name=""/>
        <dsp:cNvSpPr/>
      </dsp:nvSpPr>
      <dsp:spPr>
        <a:xfrm>
          <a:off x="82613" y="9007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7C8999-5A00-4C12-A6B5-A9B4920F0103}">
      <dsp:nvSpPr>
        <dsp:cNvPr id="0" name=""/>
        <dsp:cNvSpPr/>
      </dsp:nvSpPr>
      <dsp:spPr>
        <a:xfrm>
          <a:off x="271034" y="278494"/>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3F7686-BC44-425F-8E1D-D29788718107}">
      <dsp:nvSpPr>
        <dsp:cNvPr id="0" name=""/>
        <dsp:cNvSpPr/>
      </dsp:nvSpPr>
      <dsp:spPr>
        <a:xfrm>
          <a:off x="1172126" y="9007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An embedding contains many numerical dimensions that represent the meaning of a piece of information.</a:t>
          </a:r>
        </a:p>
      </dsp:txBody>
      <dsp:txXfrm>
        <a:off x="1172126" y="90072"/>
        <a:ext cx="2114937" cy="897246"/>
      </dsp:txXfrm>
    </dsp:sp>
    <dsp:sp modelId="{5BFEB815-CF59-4913-9EAF-4FF6D5DF188C}">
      <dsp:nvSpPr>
        <dsp:cNvPr id="0" name=""/>
        <dsp:cNvSpPr/>
      </dsp:nvSpPr>
      <dsp:spPr>
        <a:xfrm>
          <a:off x="3655575" y="9007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6EA694-3078-475C-8197-9754690DE9CB}">
      <dsp:nvSpPr>
        <dsp:cNvPr id="0" name=""/>
        <dsp:cNvSpPr/>
      </dsp:nvSpPr>
      <dsp:spPr>
        <a:xfrm>
          <a:off x="3843996" y="278494"/>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D8AAF1-26BB-4A75-8114-E41126D9D1F4}">
      <dsp:nvSpPr>
        <dsp:cNvPr id="0" name=""/>
        <dsp:cNvSpPr/>
      </dsp:nvSpPr>
      <dsp:spPr>
        <a:xfrm>
          <a:off x="4745088" y="9007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Larger vectors can represent more detail, but they also require more storage and processing.</a:t>
          </a:r>
        </a:p>
      </dsp:txBody>
      <dsp:txXfrm>
        <a:off x="4745088" y="90072"/>
        <a:ext cx="2114937" cy="897246"/>
      </dsp:txXfrm>
    </dsp:sp>
    <dsp:sp modelId="{60440B97-96AF-4925-B022-AAA2653E4931}">
      <dsp:nvSpPr>
        <dsp:cNvPr id="0" name=""/>
        <dsp:cNvSpPr/>
      </dsp:nvSpPr>
      <dsp:spPr>
        <a:xfrm>
          <a:off x="7228536" y="9007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8D59AF-C91B-4E55-9DC5-A2A849024E3C}">
      <dsp:nvSpPr>
        <dsp:cNvPr id="0" name=""/>
        <dsp:cNvSpPr/>
      </dsp:nvSpPr>
      <dsp:spPr>
        <a:xfrm>
          <a:off x="7416958" y="278494"/>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BD08DB-16AE-4F90-A07E-99279CE40002}">
      <dsp:nvSpPr>
        <dsp:cNvPr id="0" name=""/>
        <dsp:cNvSpPr/>
      </dsp:nvSpPr>
      <dsp:spPr>
        <a:xfrm>
          <a:off x="8318049" y="9007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The course notes that Amazon Titan embeddings can use 1,024 or more dimensions, which may be more than every application needs.</a:t>
          </a:r>
        </a:p>
      </dsp:txBody>
      <dsp:txXfrm>
        <a:off x="8318049" y="90072"/>
        <a:ext cx="2114937" cy="897246"/>
      </dsp:txXfrm>
    </dsp:sp>
    <dsp:sp modelId="{725598F4-E6A3-4776-A50F-3B8AC0174AFF}">
      <dsp:nvSpPr>
        <dsp:cNvPr id="0" name=""/>
        <dsp:cNvSpPr/>
      </dsp:nvSpPr>
      <dsp:spPr>
        <a:xfrm>
          <a:off x="82613" y="1727045"/>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5DB161-6DFB-41DF-B5F1-8EB4C9D0F0AB}">
      <dsp:nvSpPr>
        <dsp:cNvPr id="0" name=""/>
        <dsp:cNvSpPr/>
      </dsp:nvSpPr>
      <dsp:spPr>
        <a:xfrm>
          <a:off x="271034" y="1915467"/>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D5AC5-9C55-4932-9F90-BC6B9A1FAAA6}">
      <dsp:nvSpPr>
        <dsp:cNvPr id="0" name=""/>
        <dsp:cNvSpPr/>
      </dsp:nvSpPr>
      <dsp:spPr>
        <a:xfrm>
          <a:off x="1172126" y="1727045"/>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Reducing the vector dimensions can lower storage and retrieval costs when millions of chunks are involved.</a:t>
          </a:r>
        </a:p>
      </dsp:txBody>
      <dsp:txXfrm>
        <a:off x="1172126" y="1727045"/>
        <a:ext cx="2114937" cy="897246"/>
      </dsp:txXfrm>
    </dsp:sp>
    <dsp:sp modelId="{795F755E-592C-4E21-85E9-6141E96727FF}">
      <dsp:nvSpPr>
        <dsp:cNvPr id="0" name=""/>
        <dsp:cNvSpPr/>
      </dsp:nvSpPr>
      <dsp:spPr>
        <a:xfrm>
          <a:off x="3655575" y="1727045"/>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94DE82-7B27-4BA3-9890-05C1B902789F}">
      <dsp:nvSpPr>
        <dsp:cNvPr id="0" name=""/>
        <dsp:cNvSpPr/>
      </dsp:nvSpPr>
      <dsp:spPr>
        <a:xfrm>
          <a:off x="3843996" y="1915467"/>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E7AF97-57FB-4FE9-B184-C6621446B9D5}">
      <dsp:nvSpPr>
        <dsp:cNvPr id="0" name=""/>
        <dsp:cNvSpPr/>
      </dsp:nvSpPr>
      <dsp:spPr>
        <a:xfrm>
          <a:off x="4745088" y="1727045"/>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However, reducing the dimensions too much may also reduce retrieval accuracy.</a:t>
          </a:r>
        </a:p>
      </dsp:txBody>
      <dsp:txXfrm>
        <a:off x="4745088" y="1727045"/>
        <a:ext cx="2114937" cy="897246"/>
      </dsp:txXfrm>
    </dsp:sp>
    <dsp:sp modelId="{10E57DE1-7810-4F63-9195-48CCCBAF5CB9}">
      <dsp:nvSpPr>
        <dsp:cNvPr id="0" name=""/>
        <dsp:cNvSpPr/>
      </dsp:nvSpPr>
      <dsp:spPr>
        <a:xfrm>
          <a:off x="7228536" y="1727045"/>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41D728-1202-4696-98F0-FDDB24101537}">
      <dsp:nvSpPr>
        <dsp:cNvPr id="0" name=""/>
        <dsp:cNvSpPr/>
      </dsp:nvSpPr>
      <dsp:spPr>
        <a:xfrm>
          <a:off x="7416958" y="1915467"/>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A19CB2-93F3-483C-ADD5-0B734907DF93}">
      <dsp:nvSpPr>
        <dsp:cNvPr id="0" name=""/>
        <dsp:cNvSpPr/>
      </dsp:nvSpPr>
      <dsp:spPr>
        <a:xfrm>
          <a:off x="8318049" y="1727045"/>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Important balance:</a:t>
          </a:r>
        </a:p>
      </dsp:txBody>
      <dsp:txXfrm>
        <a:off x="8318049" y="1727045"/>
        <a:ext cx="2114937" cy="897246"/>
      </dsp:txXfrm>
    </dsp:sp>
    <dsp:sp modelId="{EA1535F5-22E2-48FE-92A8-E6886C495DB4}">
      <dsp:nvSpPr>
        <dsp:cNvPr id="0" name=""/>
        <dsp:cNvSpPr/>
      </dsp:nvSpPr>
      <dsp:spPr>
        <a:xfrm>
          <a:off x="82613" y="336401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5CD50E-DFA2-4172-9BBB-FA51E3FA711B}">
      <dsp:nvSpPr>
        <dsp:cNvPr id="0" name=""/>
        <dsp:cNvSpPr/>
      </dsp:nvSpPr>
      <dsp:spPr>
        <a:xfrm>
          <a:off x="271034" y="3552441"/>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F3C7DC-0629-49C2-9C8F-E5F4C13D821A}">
      <dsp:nvSpPr>
        <dsp:cNvPr id="0" name=""/>
        <dsp:cNvSpPr/>
      </dsp:nvSpPr>
      <dsp:spPr>
        <a:xfrm>
          <a:off x="1172126" y="336401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a:t>Use enough dimensions to represent the meaning of the data well without paying for unnecessary complexity.</a:t>
          </a:r>
        </a:p>
      </dsp:txBody>
      <dsp:txXfrm>
        <a:off x="1172126" y="3364019"/>
        <a:ext cx="2114937" cy="89724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DD9AC7-E11C-45D4-92C7-FD4DCF6CAED7}">
      <dsp:nvSpPr>
        <dsp:cNvPr id="0" name=""/>
        <dsp:cNvSpPr/>
      </dsp:nvSpPr>
      <dsp:spPr>
        <a:xfrm>
          <a:off x="325613" y="387"/>
          <a:ext cx="1889037" cy="113342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A vector store can contain more than just the text and its embedding.</a:t>
          </a:r>
        </a:p>
      </dsp:txBody>
      <dsp:txXfrm>
        <a:off x="325613" y="387"/>
        <a:ext cx="1889037" cy="1133422"/>
      </dsp:txXfrm>
    </dsp:sp>
    <dsp:sp modelId="{B78BF456-6C70-454F-B419-7ACE457277DF}">
      <dsp:nvSpPr>
        <dsp:cNvPr id="0" name=""/>
        <dsp:cNvSpPr/>
      </dsp:nvSpPr>
      <dsp:spPr>
        <a:xfrm>
          <a:off x="2403555" y="387"/>
          <a:ext cx="1889037" cy="113342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Useful metadata may include:</a:t>
          </a:r>
        </a:p>
      </dsp:txBody>
      <dsp:txXfrm>
        <a:off x="2403555" y="387"/>
        <a:ext cx="1889037" cy="1133422"/>
      </dsp:txXfrm>
    </dsp:sp>
    <dsp:sp modelId="{D8438F18-E247-4D0A-B77F-504E04C7FEDE}">
      <dsp:nvSpPr>
        <dsp:cNvPr id="0" name=""/>
        <dsp:cNvSpPr/>
      </dsp:nvSpPr>
      <dsp:spPr>
        <a:xfrm>
          <a:off x="4481496" y="387"/>
          <a:ext cx="1889037" cy="113342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 Document ID</a:t>
          </a:r>
        </a:p>
      </dsp:txBody>
      <dsp:txXfrm>
        <a:off x="4481496" y="387"/>
        <a:ext cx="1889037" cy="1133422"/>
      </dsp:txXfrm>
    </dsp:sp>
    <dsp:sp modelId="{C76D7E8D-B225-4723-8918-1EE11FB20BBC}">
      <dsp:nvSpPr>
        <dsp:cNvPr id="0" name=""/>
        <dsp:cNvSpPr/>
      </dsp:nvSpPr>
      <dsp:spPr>
        <a:xfrm>
          <a:off x="6559438" y="387"/>
          <a:ext cx="1889037" cy="113342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 Topic</a:t>
          </a:r>
        </a:p>
      </dsp:txBody>
      <dsp:txXfrm>
        <a:off x="6559438" y="387"/>
        <a:ext cx="1889037" cy="1133422"/>
      </dsp:txXfrm>
    </dsp:sp>
    <dsp:sp modelId="{FAD74CFD-3A96-4D88-8A23-E17E3B179CD6}">
      <dsp:nvSpPr>
        <dsp:cNvPr id="0" name=""/>
        <dsp:cNvSpPr/>
      </dsp:nvSpPr>
      <dsp:spPr>
        <a:xfrm>
          <a:off x="8637379" y="387"/>
          <a:ext cx="1889037" cy="113342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 Department</a:t>
          </a:r>
        </a:p>
      </dsp:txBody>
      <dsp:txXfrm>
        <a:off x="8637379" y="387"/>
        <a:ext cx="1889037" cy="1133422"/>
      </dsp:txXfrm>
    </dsp:sp>
    <dsp:sp modelId="{6E2A3F11-FF3C-4675-971A-37C830F97B38}">
      <dsp:nvSpPr>
        <dsp:cNvPr id="0" name=""/>
        <dsp:cNvSpPr/>
      </dsp:nvSpPr>
      <dsp:spPr>
        <a:xfrm>
          <a:off x="325613" y="1322713"/>
          <a:ext cx="1889037" cy="113342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 Category</a:t>
          </a:r>
        </a:p>
      </dsp:txBody>
      <dsp:txXfrm>
        <a:off x="325613" y="1322713"/>
        <a:ext cx="1889037" cy="1133422"/>
      </dsp:txXfrm>
    </dsp:sp>
    <dsp:sp modelId="{2FD684F1-ADA4-4E69-8156-DB0B23A4B9AE}">
      <dsp:nvSpPr>
        <dsp:cNvPr id="0" name=""/>
        <dsp:cNvSpPr/>
      </dsp:nvSpPr>
      <dsp:spPr>
        <a:xfrm>
          <a:off x="2403555" y="1322713"/>
          <a:ext cx="1889037" cy="113342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 Creation date</a:t>
          </a:r>
        </a:p>
      </dsp:txBody>
      <dsp:txXfrm>
        <a:off x="2403555" y="1322713"/>
        <a:ext cx="1889037" cy="1133422"/>
      </dsp:txXfrm>
    </dsp:sp>
    <dsp:sp modelId="{27A9FD97-50C6-4A51-8434-9287855B1D02}">
      <dsp:nvSpPr>
        <dsp:cNvPr id="0" name=""/>
        <dsp:cNvSpPr/>
      </dsp:nvSpPr>
      <dsp:spPr>
        <a:xfrm>
          <a:off x="4481496" y="1322713"/>
          <a:ext cx="1889037" cy="113342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 Author</a:t>
          </a:r>
        </a:p>
      </dsp:txBody>
      <dsp:txXfrm>
        <a:off x="4481496" y="1322713"/>
        <a:ext cx="1889037" cy="1133422"/>
      </dsp:txXfrm>
    </dsp:sp>
    <dsp:sp modelId="{A455A753-511D-45F8-A1E6-CFFBDE1D2CE9}">
      <dsp:nvSpPr>
        <dsp:cNvPr id="0" name=""/>
        <dsp:cNvSpPr/>
      </dsp:nvSpPr>
      <dsp:spPr>
        <a:xfrm>
          <a:off x="6559438" y="1322713"/>
          <a:ext cx="1889037" cy="113342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 Document section</a:t>
          </a:r>
        </a:p>
      </dsp:txBody>
      <dsp:txXfrm>
        <a:off x="6559438" y="1322713"/>
        <a:ext cx="1889037" cy="1133422"/>
      </dsp:txXfrm>
    </dsp:sp>
    <dsp:sp modelId="{AEE59994-3C89-4F45-ACEC-AA0E34844501}">
      <dsp:nvSpPr>
        <dsp:cNvPr id="0" name=""/>
        <dsp:cNvSpPr/>
      </dsp:nvSpPr>
      <dsp:spPr>
        <a:xfrm>
          <a:off x="8637379" y="1322713"/>
          <a:ext cx="1889037" cy="113342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 Access permissions</a:t>
          </a:r>
        </a:p>
      </dsp:txBody>
      <dsp:txXfrm>
        <a:off x="8637379" y="1322713"/>
        <a:ext cx="1889037" cy="1133422"/>
      </dsp:txXfrm>
    </dsp:sp>
    <dsp:sp modelId="{D9A55F4A-C4FD-4B3F-A602-2C9DC224144A}">
      <dsp:nvSpPr>
        <dsp:cNvPr id="0" name=""/>
        <dsp:cNvSpPr/>
      </dsp:nvSpPr>
      <dsp:spPr>
        <a:xfrm>
          <a:off x="325613" y="2645039"/>
          <a:ext cx="1889037" cy="113342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 Data lineage</a:t>
          </a:r>
        </a:p>
      </dsp:txBody>
      <dsp:txXfrm>
        <a:off x="325613" y="2645039"/>
        <a:ext cx="1889037" cy="1133422"/>
      </dsp:txXfrm>
    </dsp:sp>
    <dsp:sp modelId="{AB61E5A9-3790-404B-B484-AAAA185F2B1E}">
      <dsp:nvSpPr>
        <dsp:cNvPr id="0" name=""/>
        <dsp:cNvSpPr/>
      </dsp:nvSpPr>
      <dsp:spPr>
        <a:xfrm>
          <a:off x="2403555" y="2645039"/>
          <a:ext cx="1889037" cy="113342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Example:</a:t>
          </a:r>
        </a:p>
      </dsp:txBody>
      <dsp:txXfrm>
        <a:off x="2403555" y="2645039"/>
        <a:ext cx="1889037" cy="1133422"/>
      </dsp:txXfrm>
    </dsp:sp>
    <dsp:sp modelId="{63B73125-9F8E-4E94-B8B7-1478994FF634}">
      <dsp:nvSpPr>
        <dsp:cNvPr id="0" name=""/>
        <dsp:cNvSpPr/>
      </dsp:nvSpPr>
      <dsp:spPr>
        <a:xfrm>
          <a:off x="4481496" y="2645039"/>
          <a:ext cx="1889037" cy="113342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A vacation-policy chunk could include metadata such as:</a:t>
          </a:r>
        </a:p>
      </dsp:txBody>
      <dsp:txXfrm>
        <a:off x="4481496" y="2645039"/>
        <a:ext cx="1889037" cy="1133422"/>
      </dsp:txXfrm>
    </dsp:sp>
    <dsp:sp modelId="{184D46C0-1745-444C-B64F-977343E16B7E}">
      <dsp:nvSpPr>
        <dsp:cNvPr id="0" name=""/>
        <dsp:cNvSpPr/>
      </dsp:nvSpPr>
      <dsp:spPr>
        <a:xfrm>
          <a:off x="6559438" y="2645039"/>
          <a:ext cx="1889037" cy="113342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 Department: HR</a:t>
          </a:r>
        </a:p>
      </dsp:txBody>
      <dsp:txXfrm>
        <a:off x="6559438" y="2645039"/>
        <a:ext cx="1889037" cy="1133422"/>
      </dsp:txXfrm>
    </dsp:sp>
    <dsp:sp modelId="{9C15521A-AABE-4797-B5B4-531AC2A4F1DE}">
      <dsp:nvSpPr>
        <dsp:cNvPr id="0" name=""/>
        <dsp:cNvSpPr/>
      </dsp:nvSpPr>
      <dsp:spPr>
        <a:xfrm>
          <a:off x="8637379" y="2645039"/>
          <a:ext cx="1889037" cy="113342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 Year: 2026</a:t>
          </a:r>
        </a:p>
      </dsp:txBody>
      <dsp:txXfrm>
        <a:off x="8637379" y="2645039"/>
        <a:ext cx="1889037" cy="1133422"/>
      </dsp:txXfrm>
    </dsp:sp>
    <dsp:sp modelId="{C830CF0D-C111-4A5A-B708-928F13D49A8E}">
      <dsp:nvSpPr>
        <dsp:cNvPr id="0" name=""/>
        <dsp:cNvSpPr/>
      </dsp:nvSpPr>
      <dsp:spPr>
        <a:xfrm>
          <a:off x="1364584" y="3967366"/>
          <a:ext cx="1889037" cy="113342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 Topic: Employee Benefits</a:t>
          </a:r>
        </a:p>
      </dsp:txBody>
      <dsp:txXfrm>
        <a:off x="1364584" y="3967366"/>
        <a:ext cx="1889037" cy="1133422"/>
      </dsp:txXfrm>
    </dsp:sp>
    <dsp:sp modelId="{F4E0A7F9-DDED-467F-BFE1-9E387D06F639}">
      <dsp:nvSpPr>
        <dsp:cNvPr id="0" name=""/>
        <dsp:cNvSpPr/>
      </dsp:nvSpPr>
      <dsp:spPr>
        <a:xfrm>
          <a:off x="3442525" y="3967366"/>
          <a:ext cx="1889037" cy="113342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 Section: Vacation Policy</a:t>
          </a:r>
        </a:p>
      </dsp:txBody>
      <dsp:txXfrm>
        <a:off x="3442525" y="3967366"/>
        <a:ext cx="1889037" cy="1133422"/>
      </dsp:txXfrm>
    </dsp:sp>
    <dsp:sp modelId="{F162AF29-48FF-4490-A65C-645C01F4FCFF}">
      <dsp:nvSpPr>
        <dsp:cNvPr id="0" name=""/>
        <dsp:cNvSpPr/>
      </dsp:nvSpPr>
      <dsp:spPr>
        <a:xfrm>
          <a:off x="5520467" y="3967366"/>
          <a:ext cx="1889037" cy="113342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Metadata can help filter or rank results before or during semantic search.</a:t>
          </a:r>
        </a:p>
      </dsp:txBody>
      <dsp:txXfrm>
        <a:off x="5520467" y="3967366"/>
        <a:ext cx="1889037" cy="1133422"/>
      </dsp:txXfrm>
    </dsp:sp>
    <dsp:sp modelId="{14E46E62-2999-402C-9C31-E0A8927F15B1}">
      <dsp:nvSpPr>
        <dsp:cNvPr id="0" name=""/>
        <dsp:cNvSpPr/>
      </dsp:nvSpPr>
      <dsp:spPr>
        <a:xfrm>
          <a:off x="7598408" y="3967366"/>
          <a:ext cx="1889037" cy="113342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This improves retrieval because the system is using both meaning and additional document information.</a:t>
          </a:r>
        </a:p>
      </dsp:txBody>
      <dsp:txXfrm>
        <a:off x="7598408" y="3967366"/>
        <a:ext cx="1889037" cy="113342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C36C76-FDCC-4677-AFC7-878622A798EE}">
      <dsp:nvSpPr>
        <dsp:cNvPr id="0" name=""/>
        <dsp:cNvSpPr/>
      </dsp:nvSpPr>
      <dsp:spPr>
        <a:xfrm>
          <a:off x="0" y="801123"/>
          <a:ext cx="10594675"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A RAG system should use current information. Old embeddings may continue returning outdated answers if the source documents change.</a:t>
          </a:r>
        </a:p>
      </dsp:txBody>
      <dsp:txXfrm>
        <a:off x="15592" y="816715"/>
        <a:ext cx="10563491" cy="288226"/>
      </dsp:txXfrm>
    </dsp:sp>
    <dsp:sp modelId="{5E4984AF-6181-43E7-AC16-EF43F5F412EA}">
      <dsp:nvSpPr>
        <dsp:cNvPr id="0" name=""/>
        <dsp:cNvSpPr/>
      </dsp:nvSpPr>
      <dsp:spPr>
        <a:xfrm>
          <a:off x="0" y="1157973"/>
          <a:ext cx="10594675"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New or updated content in Amazon S3 can trigger a process that creates new embeddings and updates the Knowledge Base.</a:t>
          </a:r>
        </a:p>
      </dsp:txBody>
      <dsp:txXfrm>
        <a:off x="15592" y="1173565"/>
        <a:ext cx="10563491" cy="288226"/>
      </dsp:txXfrm>
    </dsp:sp>
    <dsp:sp modelId="{92BAE648-D92D-4717-9485-6CBBCD2318BA}">
      <dsp:nvSpPr>
        <dsp:cNvPr id="0" name=""/>
        <dsp:cNvSpPr/>
      </dsp:nvSpPr>
      <dsp:spPr>
        <a:xfrm>
          <a:off x="0" y="1514823"/>
          <a:ext cx="10594675"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A possible AWS flow is:</a:t>
          </a:r>
        </a:p>
      </dsp:txBody>
      <dsp:txXfrm>
        <a:off x="15592" y="1530415"/>
        <a:ext cx="10563491" cy="288226"/>
      </dsp:txXfrm>
    </dsp:sp>
    <dsp:sp modelId="{0CD403CD-4700-41AD-888A-95044227BE87}">
      <dsp:nvSpPr>
        <dsp:cNvPr id="0" name=""/>
        <dsp:cNvSpPr/>
      </dsp:nvSpPr>
      <dsp:spPr>
        <a:xfrm>
          <a:off x="0" y="1871673"/>
          <a:ext cx="10594675"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Amazon S3 → AWS Lambda → Bedrock Ingestion Job → Updated Knowledge Base</a:t>
          </a:r>
        </a:p>
      </dsp:txBody>
      <dsp:txXfrm>
        <a:off x="15592" y="1887265"/>
        <a:ext cx="10563491" cy="288226"/>
      </dsp:txXfrm>
    </dsp:sp>
    <dsp:sp modelId="{F69AF13D-CB88-4934-BE08-145CBAC517BA}">
      <dsp:nvSpPr>
        <dsp:cNvPr id="0" name=""/>
        <dsp:cNvSpPr/>
      </dsp:nvSpPr>
      <dsp:spPr>
        <a:xfrm>
          <a:off x="0" y="2228523"/>
          <a:ext cx="10594675"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For larger datasets, embeddings can be created in batches for better efficiency.</a:t>
          </a:r>
        </a:p>
      </dsp:txBody>
      <dsp:txXfrm>
        <a:off x="15592" y="2244115"/>
        <a:ext cx="10563491" cy="288226"/>
      </dsp:txXfrm>
    </dsp:sp>
    <dsp:sp modelId="{D86FCCB6-F827-43EE-8958-3B7271682DC9}">
      <dsp:nvSpPr>
        <dsp:cNvPr id="0" name=""/>
        <dsp:cNvSpPr/>
      </dsp:nvSpPr>
      <dsp:spPr>
        <a:xfrm>
          <a:off x="0" y="2585374"/>
          <a:ext cx="10594675"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Another option is to synchronize the Knowledge Base on a schedule instead of updating after every individual change.</a:t>
          </a:r>
        </a:p>
      </dsp:txBody>
      <dsp:txXfrm>
        <a:off x="15592" y="2600966"/>
        <a:ext cx="10563491" cy="288226"/>
      </dsp:txXfrm>
    </dsp:sp>
    <dsp:sp modelId="{3C204A8C-84D2-44A7-A13A-E0E1C320CD76}">
      <dsp:nvSpPr>
        <dsp:cNvPr id="0" name=""/>
        <dsp:cNvSpPr/>
      </dsp:nvSpPr>
      <dsp:spPr>
        <a:xfrm>
          <a:off x="0" y="2942224"/>
          <a:ext cx="10594675"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Example:</a:t>
          </a:r>
        </a:p>
      </dsp:txBody>
      <dsp:txXfrm>
        <a:off x="15592" y="2957816"/>
        <a:ext cx="10563491" cy="288226"/>
      </dsp:txXfrm>
    </dsp:sp>
    <dsp:sp modelId="{CF16D857-099B-45EA-9282-6054F957FD4A}">
      <dsp:nvSpPr>
        <dsp:cNvPr id="0" name=""/>
        <dsp:cNvSpPr/>
      </dsp:nvSpPr>
      <dsp:spPr>
        <a:xfrm>
          <a:off x="0" y="3299074"/>
          <a:ext cx="10594675"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A product catalog that changes throughout the day could be synchronized every night.</a:t>
          </a:r>
        </a:p>
      </dsp:txBody>
      <dsp:txXfrm>
        <a:off x="15592" y="3314666"/>
        <a:ext cx="10563491" cy="288226"/>
      </dsp:txXfrm>
    </dsp:sp>
    <dsp:sp modelId="{199D93F1-34E8-4FC7-93CE-36D5450DB0D3}">
      <dsp:nvSpPr>
        <dsp:cNvPr id="0" name=""/>
        <dsp:cNvSpPr/>
      </dsp:nvSpPr>
      <dsp:spPr>
        <a:xfrm>
          <a:off x="0" y="3655924"/>
          <a:ext cx="10594675"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The correct approach depends on how quickly new information needs to become searchable.</a:t>
          </a:r>
        </a:p>
      </dsp:txBody>
      <dsp:txXfrm>
        <a:off x="15592" y="3671516"/>
        <a:ext cx="10563491" cy="28822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E99C7C-7260-474F-80AB-546D10903482}">
      <dsp:nvSpPr>
        <dsp:cNvPr id="0" name=""/>
        <dsp:cNvSpPr/>
      </dsp:nvSpPr>
      <dsp:spPr>
        <a:xfrm>
          <a:off x="0" y="32768"/>
          <a:ext cx="10515600" cy="491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A RAG system should be evaluated instead of assuming that it works correctly.</a:t>
          </a:r>
        </a:p>
      </dsp:txBody>
      <dsp:txXfrm>
        <a:off x="23988" y="56756"/>
        <a:ext cx="10467624" cy="443424"/>
      </dsp:txXfrm>
    </dsp:sp>
    <dsp:sp modelId="{F3538DCA-B320-48AE-87C9-479CB5AF68EB}">
      <dsp:nvSpPr>
        <dsp:cNvPr id="0" name=""/>
        <dsp:cNvSpPr/>
      </dsp:nvSpPr>
      <dsp:spPr>
        <a:xfrm>
          <a:off x="0" y="581768"/>
          <a:ext cx="10515600" cy="491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Amazon Bedrock RAG evaluation can measure areas such as:</a:t>
          </a:r>
        </a:p>
      </dsp:txBody>
      <dsp:txXfrm>
        <a:off x="23988" y="605756"/>
        <a:ext cx="10467624" cy="443424"/>
      </dsp:txXfrm>
    </dsp:sp>
    <dsp:sp modelId="{0D277E9A-C8FD-4BE7-AD8D-F5E7A6E66E75}">
      <dsp:nvSpPr>
        <dsp:cNvPr id="0" name=""/>
        <dsp:cNvSpPr/>
      </dsp:nvSpPr>
      <dsp:spPr>
        <a:xfrm>
          <a:off x="0" y="1073169"/>
          <a:ext cx="10515600" cy="165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US" sz="1600" kern="1200"/>
            <a:t>Correctness: Is the answer accurate?</a:t>
          </a:r>
        </a:p>
        <a:p>
          <a:pPr marL="171450" lvl="1" indent="-171450" algn="l" defTabSz="711200">
            <a:lnSpc>
              <a:spcPct val="90000"/>
            </a:lnSpc>
            <a:spcBef>
              <a:spcPct val="0"/>
            </a:spcBef>
            <a:spcAft>
              <a:spcPct val="20000"/>
            </a:spcAft>
            <a:buChar char="•"/>
          </a:pPr>
          <a:r>
            <a:rPr lang="en-US" sz="1600" kern="1200"/>
            <a:t>Completeness: Is important information missing?</a:t>
          </a:r>
        </a:p>
        <a:p>
          <a:pPr marL="171450" lvl="1" indent="-171450" algn="l" defTabSz="711200">
            <a:lnSpc>
              <a:spcPct val="90000"/>
            </a:lnSpc>
            <a:spcBef>
              <a:spcPct val="0"/>
            </a:spcBef>
            <a:spcAft>
              <a:spcPct val="20000"/>
            </a:spcAft>
            <a:buChar char="•"/>
          </a:pPr>
          <a:r>
            <a:rPr lang="en-US" sz="1600" kern="1200"/>
            <a:t>Helpfulness: Is the response useful?</a:t>
          </a:r>
        </a:p>
        <a:p>
          <a:pPr marL="171450" lvl="1" indent="-171450" algn="l" defTabSz="711200">
            <a:lnSpc>
              <a:spcPct val="90000"/>
            </a:lnSpc>
            <a:spcBef>
              <a:spcPct val="0"/>
            </a:spcBef>
            <a:spcAft>
              <a:spcPct val="20000"/>
            </a:spcAft>
            <a:buChar char="•"/>
          </a:pPr>
          <a:r>
            <a:rPr lang="en-US" sz="1600" kern="1200"/>
            <a:t>Logical Coherence: Does the answer make sense?</a:t>
          </a:r>
        </a:p>
        <a:p>
          <a:pPr marL="171450" lvl="1" indent="-171450" algn="l" defTabSz="711200">
            <a:lnSpc>
              <a:spcPct val="90000"/>
            </a:lnSpc>
            <a:spcBef>
              <a:spcPct val="0"/>
            </a:spcBef>
            <a:spcAft>
              <a:spcPct val="20000"/>
            </a:spcAft>
            <a:buChar char="•"/>
          </a:pPr>
          <a:r>
            <a:rPr lang="en-US" sz="1600" kern="1200"/>
            <a:t>Faithfulness: Does the answer stay consistent with the retrieved context?</a:t>
          </a:r>
        </a:p>
        <a:p>
          <a:pPr marL="171450" lvl="1" indent="-171450" algn="l" defTabSz="711200">
            <a:lnSpc>
              <a:spcPct val="90000"/>
            </a:lnSpc>
            <a:spcBef>
              <a:spcPct val="0"/>
            </a:spcBef>
            <a:spcAft>
              <a:spcPct val="20000"/>
            </a:spcAft>
            <a:buChar char="•"/>
          </a:pPr>
          <a:r>
            <a:rPr lang="en-US" sz="1600" kern="1200"/>
            <a:t>Citation Quality: Do the citations correctly support the response?</a:t>
          </a:r>
        </a:p>
      </dsp:txBody>
      <dsp:txXfrm>
        <a:off x="0" y="1073169"/>
        <a:ext cx="10515600" cy="1656000"/>
      </dsp:txXfrm>
    </dsp:sp>
    <dsp:sp modelId="{82C6D477-6D5C-4484-AC90-7BA011E44CB6}">
      <dsp:nvSpPr>
        <dsp:cNvPr id="0" name=""/>
        <dsp:cNvSpPr/>
      </dsp:nvSpPr>
      <dsp:spPr>
        <a:xfrm>
          <a:off x="0" y="2729169"/>
          <a:ext cx="10515600" cy="491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Other measurements can include harmfulness, stereotyping, and unnecessary refusal.</a:t>
          </a:r>
        </a:p>
      </dsp:txBody>
      <dsp:txXfrm>
        <a:off x="23988" y="2753157"/>
        <a:ext cx="10467624" cy="443424"/>
      </dsp:txXfrm>
    </dsp:sp>
    <dsp:sp modelId="{F6E2D2D3-682D-482B-92E5-773A99BF66CA}">
      <dsp:nvSpPr>
        <dsp:cNvPr id="0" name=""/>
        <dsp:cNvSpPr/>
      </dsp:nvSpPr>
      <dsp:spPr>
        <a:xfrm>
          <a:off x="0" y="3278169"/>
          <a:ext cx="10515600" cy="491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Main lesson:</a:t>
          </a:r>
        </a:p>
      </dsp:txBody>
      <dsp:txXfrm>
        <a:off x="23988" y="3302157"/>
        <a:ext cx="10467624" cy="443424"/>
      </dsp:txXfrm>
    </dsp:sp>
    <dsp:sp modelId="{05E11DFA-8068-41CF-8119-33BE408DDC79}">
      <dsp:nvSpPr>
        <dsp:cNvPr id="0" name=""/>
        <dsp:cNvSpPr/>
      </dsp:nvSpPr>
      <dsp:spPr>
        <a:xfrm>
          <a:off x="0" y="3827169"/>
          <a:ext cx="10515600" cy="491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If retrieval quality is never measured, it is difficult to know what should be improved.</a:t>
          </a:r>
        </a:p>
      </dsp:txBody>
      <dsp:txXfrm>
        <a:off x="23988" y="3851157"/>
        <a:ext cx="10467624" cy="44342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5C5BEF-0707-478D-86EC-4982A5080D8B}">
      <dsp:nvSpPr>
        <dsp:cNvPr id="0" name=""/>
        <dsp:cNvSpPr/>
      </dsp:nvSpPr>
      <dsp:spPr>
        <a:xfrm>
          <a:off x="0" y="598"/>
          <a:ext cx="10594675"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4B552C-0DA1-4EBB-847D-EEC1F0F64D2E}">
      <dsp:nvSpPr>
        <dsp:cNvPr id="0" name=""/>
        <dsp:cNvSpPr/>
      </dsp:nvSpPr>
      <dsp:spPr>
        <a:xfrm>
          <a:off x="0" y="598"/>
          <a:ext cx="10594675" cy="377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Some quality measurements are difficult to calculate using a simple formula.</a:t>
          </a:r>
        </a:p>
      </dsp:txBody>
      <dsp:txXfrm>
        <a:off x="0" y="598"/>
        <a:ext cx="10594675" cy="377060"/>
      </dsp:txXfrm>
    </dsp:sp>
    <dsp:sp modelId="{4970600B-B72A-4758-B504-157181ED7881}">
      <dsp:nvSpPr>
        <dsp:cNvPr id="0" name=""/>
        <dsp:cNvSpPr/>
      </dsp:nvSpPr>
      <dsp:spPr>
        <a:xfrm>
          <a:off x="0" y="377658"/>
          <a:ext cx="10594675"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7AE0DB-7189-4D84-8920-2207CD669D49}">
      <dsp:nvSpPr>
        <dsp:cNvPr id="0" name=""/>
        <dsp:cNvSpPr/>
      </dsp:nvSpPr>
      <dsp:spPr>
        <a:xfrm>
          <a:off x="0" y="377658"/>
          <a:ext cx="10594675" cy="377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For example:</a:t>
          </a:r>
        </a:p>
      </dsp:txBody>
      <dsp:txXfrm>
        <a:off x="0" y="377658"/>
        <a:ext cx="10594675" cy="377060"/>
      </dsp:txXfrm>
    </dsp:sp>
    <dsp:sp modelId="{8E0DC0D3-76C0-4F48-9E6E-B3F9ADEECBBD}">
      <dsp:nvSpPr>
        <dsp:cNvPr id="0" name=""/>
        <dsp:cNvSpPr/>
      </dsp:nvSpPr>
      <dsp:spPr>
        <a:xfrm>
          <a:off x="0" y="754718"/>
          <a:ext cx="10594675"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6BD7DB-563F-4436-A7E6-211AC46C6D24}">
      <dsp:nvSpPr>
        <dsp:cNvPr id="0" name=""/>
        <dsp:cNvSpPr/>
      </dsp:nvSpPr>
      <dsp:spPr>
        <a:xfrm>
          <a:off x="0" y="754718"/>
          <a:ext cx="10594675" cy="377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“How helpful is this answer?”</a:t>
          </a:r>
        </a:p>
      </dsp:txBody>
      <dsp:txXfrm>
        <a:off x="0" y="754718"/>
        <a:ext cx="10594675" cy="377060"/>
      </dsp:txXfrm>
    </dsp:sp>
    <dsp:sp modelId="{5986E12B-FEB6-44E2-8436-05863530D626}">
      <dsp:nvSpPr>
        <dsp:cNvPr id="0" name=""/>
        <dsp:cNvSpPr/>
      </dsp:nvSpPr>
      <dsp:spPr>
        <a:xfrm>
          <a:off x="0" y="1131778"/>
          <a:ext cx="10594675"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6BBBC9-8CC3-41C0-B25B-982562BC7A78}">
      <dsp:nvSpPr>
        <dsp:cNvPr id="0" name=""/>
        <dsp:cNvSpPr/>
      </dsp:nvSpPr>
      <dsp:spPr>
        <a:xfrm>
          <a:off x="0" y="1131778"/>
          <a:ext cx="10594675" cy="377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A common approach is LLM-as-a-Judge.</a:t>
          </a:r>
        </a:p>
      </dsp:txBody>
      <dsp:txXfrm>
        <a:off x="0" y="1131778"/>
        <a:ext cx="10594675" cy="377060"/>
      </dsp:txXfrm>
    </dsp:sp>
    <dsp:sp modelId="{578682AA-E1B6-4530-A743-6CA4E199D3E2}">
      <dsp:nvSpPr>
        <dsp:cNvPr id="0" name=""/>
        <dsp:cNvSpPr/>
      </dsp:nvSpPr>
      <dsp:spPr>
        <a:xfrm>
          <a:off x="0" y="1508839"/>
          <a:ext cx="10594675"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5B52FC-CC2A-46FA-BC8C-CA64E6FB02FE}">
      <dsp:nvSpPr>
        <dsp:cNvPr id="0" name=""/>
        <dsp:cNvSpPr/>
      </dsp:nvSpPr>
      <dsp:spPr>
        <a:xfrm>
          <a:off x="0" y="1508839"/>
          <a:ext cx="10594675" cy="377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A separate Foundation Model evaluates the RAG response according to predefined instructions.</a:t>
          </a:r>
        </a:p>
      </dsp:txBody>
      <dsp:txXfrm>
        <a:off x="0" y="1508839"/>
        <a:ext cx="10594675" cy="377060"/>
      </dsp:txXfrm>
    </dsp:sp>
    <dsp:sp modelId="{38CBC182-9E72-4FB9-9D5D-9F574CA22EEA}">
      <dsp:nvSpPr>
        <dsp:cNvPr id="0" name=""/>
        <dsp:cNvSpPr/>
      </dsp:nvSpPr>
      <dsp:spPr>
        <a:xfrm>
          <a:off x="0" y="1885899"/>
          <a:ext cx="10594675"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203A64-67C6-4058-ABBB-08F8844F1159}">
      <dsp:nvSpPr>
        <dsp:cNvPr id="0" name=""/>
        <dsp:cNvSpPr/>
      </dsp:nvSpPr>
      <dsp:spPr>
        <a:xfrm>
          <a:off x="0" y="1885899"/>
          <a:ext cx="10594675" cy="377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The evaluation dataset can contain user prompts, reference answers, and expected reference context.</a:t>
          </a:r>
        </a:p>
      </dsp:txBody>
      <dsp:txXfrm>
        <a:off x="0" y="1885899"/>
        <a:ext cx="10594675" cy="377060"/>
      </dsp:txXfrm>
    </dsp:sp>
    <dsp:sp modelId="{19120DAB-348A-459A-9B85-0391CAE8562B}">
      <dsp:nvSpPr>
        <dsp:cNvPr id="0" name=""/>
        <dsp:cNvSpPr/>
      </dsp:nvSpPr>
      <dsp:spPr>
        <a:xfrm>
          <a:off x="0" y="2262959"/>
          <a:ext cx="10594675"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F501CA-5967-4D50-B147-DE69829CCBC3}">
      <dsp:nvSpPr>
        <dsp:cNvPr id="0" name=""/>
        <dsp:cNvSpPr/>
      </dsp:nvSpPr>
      <dsp:spPr>
        <a:xfrm>
          <a:off x="0" y="2262959"/>
          <a:ext cx="10594675" cy="377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The judge model compares the generated response with the expected result and produces a score.</a:t>
          </a:r>
        </a:p>
      </dsp:txBody>
      <dsp:txXfrm>
        <a:off x="0" y="2262959"/>
        <a:ext cx="10594675" cy="377060"/>
      </dsp:txXfrm>
    </dsp:sp>
    <dsp:sp modelId="{8F2743A3-6552-460F-9A8D-85E8131F238E}">
      <dsp:nvSpPr>
        <dsp:cNvPr id="0" name=""/>
        <dsp:cNvSpPr/>
      </dsp:nvSpPr>
      <dsp:spPr>
        <a:xfrm>
          <a:off x="0" y="2640019"/>
          <a:ext cx="10594675"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B55B180-4E05-48CA-A4D4-872B4C051E94}">
      <dsp:nvSpPr>
        <dsp:cNvPr id="0" name=""/>
        <dsp:cNvSpPr/>
      </dsp:nvSpPr>
      <dsp:spPr>
        <a:xfrm>
          <a:off x="0" y="2640019"/>
          <a:ext cx="10594675" cy="377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Example:</a:t>
          </a:r>
        </a:p>
      </dsp:txBody>
      <dsp:txXfrm>
        <a:off x="0" y="2640019"/>
        <a:ext cx="10594675" cy="377060"/>
      </dsp:txXfrm>
    </dsp:sp>
    <dsp:sp modelId="{73243167-BD8E-4AC5-A58F-550D9B5E0A1C}">
      <dsp:nvSpPr>
        <dsp:cNvPr id="0" name=""/>
        <dsp:cNvSpPr/>
      </dsp:nvSpPr>
      <dsp:spPr>
        <a:xfrm>
          <a:off x="0" y="3017079"/>
          <a:ext cx="10594675"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47E4E9-4C10-4218-996A-53EA0FC4D494}">
      <dsp:nvSpPr>
        <dsp:cNvPr id="0" name=""/>
        <dsp:cNvSpPr/>
      </dsp:nvSpPr>
      <dsp:spPr>
        <a:xfrm>
          <a:off x="0" y="3017079"/>
          <a:ext cx="10594675" cy="377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Question: How many vacation days do new employees receive?</a:t>
          </a:r>
        </a:p>
      </dsp:txBody>
      <dsp:txXfrm>
        <a:off x="0" y="3017079"/>
        <a:ext cx="10594675" cy="377060"/>
      </dsp:txXfrm>
    </dsp:sp>
    <dsp:sp modelId="{83F126A5-4D32-4B24-A750-36D5D8F57DF4}">
      <dsp:nvSpPr>
        <dsp:cNvPr id="0" name=""/>
        <dsp:cNvSpPr/>
      </dsp:nvSpPr>
      <dsp:spPr>
        <a:xfrm>
          <a:off x="0" y="3394139"/>
          <a:ext cx="10594675"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1F51C2-27A6-4ACB-AC60-FD05621F49F7}">
      <dsp:nvSpPr>
        <dsp:cNvPr id="0" name=""/>
        <dsp:cNvSpPr/>
      </dsp:nvSpPr>
      <dsp:spPr>
        <a:xfrm>
          <a:off x="0" y="3394139"/>
          <a:ext cx="10594675" cy="377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Reference answer: 15 days.</a:t>
          </a:r>
        </a:p>
      </dsp:txBody>
      <dsp:txXfrm>
        <a:off x="0" y="3394139"/>
        <a:ext cx="10594675" cy="377060"/>
      </dsp:txXfrm>
    </dsp:sp>
    <dsp:sp modelId="{A32BBDFC-98B9-4495-9708-8824C6B17922}">
      <dsp:nvSpPr>
        <dsp:cNvPr id="0" name=""/>
        <dsp:cNvSpPr/>
      </dsp:nvSpPr>
      <dsp:spPr>
        <a:xfrm>
          <a:off x="0" y="3771200"/>
          <a:ext cx="10594675"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CAECBB-BFDD-4FA2-A33C-7044251D9203}">
      <dsp:nvSpPr>
        <dsp:cNvPr id="0" name=""/>
        <dsp:cNvSpPr/>
      </dsp:nvSpPr>
      <dsp:spPr>
        <a:xfrm>
          <a:off x="0" y="3771200"/>
          <a:ext cx="10594675" cy="377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RAG response: New employees receive 15 vacation days.</a:t>
          </a:r>
        </a:p>
      </dsp:txBody>
      <dsp:txXfrm>
        <a:off x="0" y="3771200"/>
        <a:ext cx="10594675" cy="377060"/>
      </dsp:txXfrm>
    </dsp:sp>
    <dsp:sp modelId="{0C504B1D-1437-45CF-BF11-99300650E890}">
      <dsp:nvSpPr>
        <dsp:cNvPr id="0" name=""/>
        <dsp:cNvSpPr/>
      </dsp:nvSpPr>
      <dsp:spPr>
        <a:xfrm>
          <a:off x="0" y="4148260"/>
          <a:ext cx="10594675"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71A618-3344-4401-8F2C-588F0F01C016}">
      <dsp:nvSpPr>
        <dsp:cNvPr id="0" name=""/>
        <dsp:cNvSpPr/>
      </dsp:nvSpPr>
      <dsp:spPr>
        <a:xfrm>
          <a:off x="0" y="4148260"/>
          <a:ext cx="10594675" cy="377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This should receive a strong score because the meaning matches the reference answer.</a:t>
          </a:r>
        </a:p>
      </dsp:txBody>
      <dsp:txXfrm>
        <a:off x="0" y="4148260"/>
        <a:ext cx="10594675" cy="377060"/>
      </dsp:txXfrm>
    </dsp:sp>
    <dsp:sp modelId="{7A8948F8-5E77-47EC-B185-0C2DA31F6512}">
      <dsp:nvSpPr>
        <dsp:cNvPr id="0" name=""/>
        <dsp:cNvSpPr/>
      </dsp:nvSpPr>
      <dsp:spPr>
        <a:xfrm>
          <a:off x="0" y="4525320"/>
          <a:ext cx="10594675"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221934E-ADD6-4093-82E3-B75118F1C15F}">
      <dsp:nvSpPr>
        <dsp:cNvPr id="0" name=""/>
        <dsp:cNvSpPr/>
      </dsp:nvSpPr>
      <dsp:spPr>
        <a:xfrm>
          <a:off x="0" y="4525320"/>
          <a:ext cx="10594675" cy="377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Different judge models may produce slightly different scores, so evaluation is useful but not perfectly objective.</a:t>
          </a:r>
        </a:p>
      </dsp:txBody>
      <dsp:txXfrm>
        <a:off x="0" y="4525320"/>
        <a:ext cx="10594675" cy="37706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1BD48C-16C1-4862-8CFF-5F1D1D449AF4}">
      <dsp:nvSpPr>
        <dsp:cNvPr id="0" name=""/>
        <dsp:cNvSpPr/>
      </dsp:nvSpPr>
      <dsp:spPr>
        <a:xfrm>
          <a:off x="0" y="934"/>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0FD6E9-0ADF-48BC-877B-AD1D58EFEF8B}">
      <dsp:nvSpPr>
        <dsp:cNvPr id="0" name=""/>
        <dsp:cNvSpPr/>
      </dsp:nvSpPr>
      <dsp:spPr>
        <a:xfrm>
          <a:off x="0" y="934"/>
          <a:ext cx="10515600" cy="268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Imagine a university wants to improve its student-support Knowledge Base.</a:t>
          </a:r>
        </a:p>
      </dsp:txBody>
      <dsp:txXfrm>
        <a:off x="0" y="934"/>
        <a:ext cx="10515600" cy="268379"/>
      </dsp:txXfrm>
    </dsp:sp>
    <dsp:sp modelId="{B8F29491-9980-4EC2-BD1F-F05D52E2C998}">
      <dsp:nvSpPr>
        <dsp:cNvPr id="0" name=""/>
        <dsp:cNvSpPr/>
      </dsp:nvSpPr>
      <dsp:spPr>
        <a:xfrm>
          <a:off x="0" y="26931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1A66E0-B112-4DB1-85A2-D159108BC744}">
      <dsp:nvSpPr>
        <dsp:cNvPr id="0" name=""/>
        <dsp:cNvSpPr/>
      </dsp:nvSpPr>
      <dsp:spPr>
        <a:xfrm>
          <a:off x="0" y="269313"/>
          <a:ext cx="10515600" cy="268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The system could follow this process:</a:t>
          </a:r>
        </a:p>
      </dsp:txBody>
      <dsp:txXfrm>
        <a:off x="0" y="269313"/>
        <a:ext cx="10515600" cy="268379"/>
      </dsp:txXfrm>
    </dsp:sp>
    <dsp:sp modelId="{C29EC8B8-556F-4D55-AC09-2532F6F2C8AB}">
      <dsp:nvSpPr>
        <dsp:cNvPr id="0" name=""/>
        <dsp:cNvSpPr/>
      </dsp:nvSpPr>
      <dsp:spPr>
        <a:xfrm>
          <a:off x="0" y="53769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F108AA-C986-4F9C-9955-C93044A55F93}">
      <dsp:nvSpPr>
        <dsp:cNvPr id="0" name=""/>
        <dsp:cNvSpPr/>
      </dsp:nvSpPr>
      <dsp:spPr>
        <a:xfrm>
          <a:off x="0" y="537693"/>
          <a:ext cx="10515600" cy="268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1. Prepare the documents</a:t>
          </a:r>
        </a:p>
      </dsp:txBody>
      <dsp:txXfrm>
        <a:off x="0" y="537693"/>
        <a:ext cx="10515600" cy="268379"/>
      </dsp:txXfrm>
    </dsp:sp>
    <dsp:sp modelId="{0CE3C8D9-3879-4422-A404-D4C395088EEE}">
      <dsp:nvSpPr>
        <dsp:cNvPr id="0" name=""/>
        <dsp:cNvSpPr/>
      </dsp:nvSpPr>
      <dsp:spPr>
        <a:xfrm>
          <a:off x="0" y="80607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31ED73-9405-4ABD-8C68-7DD6CB203366}">
      <dsp:nvSpPr>
        <dsp:cNvPr id="0" name=""/>
        <dsp:cNvSpPr/>
      </dsp:nvSpPr>
      <dsp:spPr>
        <a:xfrm>
          <a:off x="0" y="806073"/>
          <a:ext cx="10515600" cy="268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Organize course information, registration policies, forms, and student resources.</a:t>
          </a:r>
        </a:p>
      </dsp:txBody>
      <dsp:txXfrm>
        <a:off x="0" y="806073"/>
        <a:ext cx="10515600" cy="268379"/>
      </dsp:txXfrm>
    </dsp:sp>
    <dsp:sp modelId="{6588AFEB-C222-4C82-B577-7571BF3BAF87}">
      <dsp:nvSpPr>
        <dsp:cNvPr id="0" name=""/>
        <dsp:cNvSpPr/>
      </dsp:nvSpPr>
      <dsp:spPr>
        <a:xfrm>
          <a:off x="0" y="107445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E2D40E-0865-4983-9DEC-B4F82E565A47}">
      <dsp:nvSpPr>
        <dsp:cNvPr id="0" name=""/>
        <dsp:cNvSpPr/>
      </dsp:nvSpPr>
      <dsp:spPr>
        <a:xfrm>
          <a:off x="0" y="1074453"/>
          <a:ext cx="10515600" cy="268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2. Choose the chunking strategy</a:t>
          </a:r>
        </a:p>
      </dsp:txBody>
      <dsp:txXfrm>
        <a:off x="0" y="1074453"/>
        <a:ext cx="10515600" cy="268379"/>
      </dsp:txXfrm>
    </dsp:sp>
    <dsp:sp modelId="{49AD1E3E-5BF1-41CC-8E48-6F4F26BEE088}">
      <dsp:nvSpPr>
        <dsp:cNvPr id="0" name=""/>
        <dsp:cNvSpPr/>
      </dsp:nvSpPr>
      <dsp:spPr>
        <a:xfrm>
          <a:off x="0" y="134283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7CDF83-54D3-4822-9ECC-AB0194FBDB34}">
      <dsp:nvSpPr>
        <dsp:cNvPr id="0" name=""/>
        <dsp:cNvSpPr/>
      </dsp:nvSpPr>
      <dsp:spPr>
        <a:xfrm>
          <a:off x="0" y="1342833"/>
          <a:ext cx="10515600" cy="268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Keep related information together.</a:t>
          </a:r>
        </a:p>
      </dsp:txBody>
      <dsp:txXfrm>
        <a:off x="0" y="1342833"/>
        <a:ext cx="10515600" cy="268379"/>
      </dsp:txXfrm>
    </dsp:sp>
    <dsp:sp modelId="{E10E5D82-F3AD-4635-952C-F78D075DB504}">
      <dsp:nvSpPr>
        <dsp:cNvPr id="0" name=""/>
        <dsp:cNvSpPr/>
      </dsp:nvSpPr>
      <dsp:spPr>
        <a:xfrm>
          <a:off x="0" y="161121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4F262F-3A50-450A-BB40-6B653EEAF6B1}">
      <dsp:nvSpPr>
        <dsp:cNvPr id="0" name=""/>
        <dsp:cNvSpPr/>
      </dsp:nvSpPr>
      <dsp:spPr>
        <a:xfrm>
          <a:off x="0" y="1611213"/>
          <a:ext cx="10515600" cy="268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3. Create embeddings</a:t>
          </a:r>
        </a:p>
      </dsp:txBody>
      <dsp:txXfrm>
        <a:off x="0" y="1611213"/>
        <a:ext cx="10515600" cy="268379"/>
      </dsp:txXfrm>
    </dsp:sp>
    <dsp:sp modelId="{4FCC4A20-6FA9-42A4-A4D2-5516CB7809B0}">
      <dsp:nvSpPr>
        <dsp:cNvPr id="0" name=""/>
        <dsp:cNvSpPr/>
      </dsp:nvSpPr>
      <dsp:spPr>
        <a:xfrm>
          <a:off x="0" y="187959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2A7E13-B83C-4AAF-90A9-E8FB26594B63}">
      <dsp:nvSpPr>
        <dsp:cNvPr id="0" name=""/>
        <dsp:cNvSpPr/>
      </dsp:nvSpPr>
      <dsp:spPr>
        <a:xfrm>
          <a:off x="0" y="1879593"/>
          <a:ext cx="10515600" cy="268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Select enough dimensions to represent the information without unnecessary cost.</a:t>
          </a:r>
        </a:p>
      </dsp:txBody>
      <dsp:txXfrm>
        <a:off x="0" y="1879593"/>
        <a:ext cx="10515600" cy="268379"/>
      </dsp:txXfrm>
    </dsp:sp>
    <dsp:sp modelId="{08A4BBCE-A0FB-4A72-81F6-069A02EE2337}">
      <dsp:nvSpPr>
        <dsp:cNvPr id="0" name=""/>
        <dsp:cNvSpPr/>
      </dsp:nvSpPr>
      <dsp:spPr>
        <a:xfrm>
          <a:off x="0" y="214797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82582A-605C-4614-AABB-95A04897C196}">
      <dsp:nvSpPr>
        <dsp:cNvPr id="0" name=""/>
        <dsp:cNvSpPr/>
      </dsp:nvSpPr>
      <dsp:spPr>
        <a:xfrm>
          <a:off x="0" y="2147973"/>
          <a:ext cx="10515600" cy="268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4. Add metadata</a:t>
          </a:r>
        </a:p>
      </dsp:txBody>
      <dsp:txXfrm>
        <a:off x="0" y="2147973"/>
        <a:ext cx="10515600" cy="268379"/>
      </dsp:txXfrm>
    </dsp:sp>
    <dsp:sp modelId="{60BA7B20-1C92-4D1B-B3DF-11ED7C2EB439}">
      <dsp:nvSpPr>
        <dsp:cNvPr id="0" name=""/>
        <dsp:cNvSpPr/>
      </dsp:nvSpPr>
      <dsp:spPr>
        <a:xfrm>
          <a:off x="0" y="241635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18BD37-24C7-41F4-B969-3C7A548C4C26}">
      <dsp:nvSpPr>
        <dsp:cNvPr id="0" name=""/>
        <dsp:cNvSpPr/>
      </dsp:nvSpPr>
      <dsp:spPr>
        <a:xfrm>
          <a:off x="0" y="2416353"/>
          <a:ext cx="10515600" cy="268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Store department, year, topic, document type, and access information.</a:t>
          </a:r>
        </a:p>
      </dsp:txBody>
      <dsp:txXfrm>
        <a:off x="0" y="2416353"/>
        <a:ext cx="10515600" cy="268379"/>
      </dsp:txXfrm>
    </dsp:sp>
    <dsp:sp modelId="{EB2A0C21-0443-4361-8DD6-E154981D3AC6}">
      <dsp:nvSpPr>
        <dsp:cNvPr id="0" name=""/>
        <dsp:cNvSpPr/>
      </dsp:nvSpPr>
      <dsp:spPr>
        <a:xfrm>
          <a:off x="0" y="268473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4510D9-6F96-41F7-9479-1094C0E4BABD}">
      <dsp:nvSpPr>
        <dsp:cNvPr id="0" name=""/>
        <dsp:cNvSpPr/>
      </dsp:nvSpPr>
      <dsp:spPr>
        <a:xfrm>
          <a:off x="0" y="2684733"/>
          <a:ext cx="10515600" cy="268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5. Store and search vectors</a:t>
          </a:r>
        </a:p>
      </dsp:txBody>
      <dsp:txXfrm>
        <a:off x="0" y="2684733"/>
        <a:ext cx="10515600" cy="268379"/>
      </dsp:txXfrm>
    </dsp:sp>
    <dsp:sp modelId="{93B130A7-E8EC-484F-8D0C-D3D0D8589527}">
      <dsp:nvSpPr>
        <dsp:cNvPr id="0" name=""/>
        <dsp:cNvSpPr/>
      </dsp:nvSpPr>
      <dsp:spPr>
        <a:xfrm>
          <a:off x="0" y="295311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8ED0B4-88BE-4D09-BF41-FD830A0EEC44}">
      <dsp:nvSpPr>
        <dsp:cNvPr id="0" name=""/>
        <dsp:cNvSpPr/>
      </dsp:nvSpPr>
      <dsp:spPr>
        <a:xfrm>
          <a:off x="0" y="2953113"/>
          <a:ext cx="10515600" cy="268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Use semantic similarity and metadata filtering.</a:t>
          </a:r>
        </a:p>
      </dsp:txBody>
      <dsp:txXfrm>
        <a:off x="0" y="2953113"/>
        <a:ext cx="10515600" cy="268379"/>
      </dsp:txXfrm>
    </dsp:sp>
    <dsp:sp modelId="{79CBBC66-8EE0-44F1-88E2-CBE87A10A7A2}">
      <dsp:nvSpPr>
        <dsp:cNvPr id="0" name=""/>
        <dsp:cNvSpPr/>
      </dsp:nvSpPr>
      <dsp:spPr>
        <a:xfrm>
          <a:off x="0" y="322149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706ABD-24EC-49CF-AD39-76236317F4AE}">
      <dsp:nvSpPr>
        <dsp:cNvPr id="0" name=""/>
        <dsp:cNvSpPr/>
      </dsp:nvSpPr>
      <dsp:spPr>
        <a:xfrm>
          <a:off x="0" y="3221493"/>
          <a:ext cx="10515600" cy="268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6. Generate the answer</a:t>
          </a:r>
        </a:p>
      </dsp:txBody>
      <dsp:txXfrm>
        <a:off x="0" y="3221493"/>
        <a:ext cx="10515600" cy="268379"/>
      </dsp:txXfrm>
    </dsp:sp>
    <dsp:sp modelId="{AAF4AC46-E749-408A-B5B9-FF7258392E32}">
      <dsp:nvSpPr>
        <dsp:cNvPr id="0" name=""/>
        <dsp:cNvSpPr/>
      </dsp:nvSpPr>
      <dsp:spPr>
        <a:xfrm>
          <a:off x="0" y="348987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ACFFC0-F97F-49C2-BBFF-3D0147415B55}">
      <dsp:nvSpPr>
        <dsp:cNvPr id="0" name=""/>
        <dsp:cNvSpPr/>
      </dsp:nvSpPr>
      <dsp:spPr>
        <a:xfrm>
          <a:off x="0" y="3489873"/>
          <a:ext cx="10515600" cy="268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Send only the best retrieved information to the Foundation Model.</a:t>
          </a:r>
        </a:p>
      </dsp:txBody>
      <dsp:txXfrm>
        <a:off x="0" y="3489873"/>
        <a:ext cx="10515600" cy="268379"/>
      </dsp:txXfrm>
    </dsp:sp>
    <dsp:sp modelId="{10E45A9D-3B6C-4BE2-864B-A52B4D14B68C}">
      <dsp:nvSpPr>
        <dsp:cNvPr id="0" name=""/>
        <dsp:cNvSpPr/>
      </dsp:nvSpPr>
      <dsp:spPr>
        <a:xfrm>
          <a:off x="0" y="375825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187D4B-082C-4EAB-B549-9DBEAAD19CB2}">
      <dsp:nvSpPr>
        <dsp:cNvPr id="0" name=""/>
        <dsp:cNvSpPr/>
      </dsp:nvSpPr>
      <dsp:spPr>
        <a:xfrm>
          <a:off x="0" y="3758253"/>
          <a:ext cx="10515600" cy="268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7. Evaluate responses</a:t>
          </a:r>
        </a:p>
      </dsp:txBody>
      <dsp:txXfrm>
        <a:off x="0" y="3758253"/>
        <a:ext cx="10515600" cy="268379"/>
      </dsp:txXfrm>
    </dsp:sp>
    <dsp:sp modelId="{867B2868-228B-41FB-BBA9-73EE910FF935}">
      <dsp:nvSpPr>
        <dsp:cNvPr id="0" name=""/>
        <dsp:cNvSpPr/>
      </dsp:nvSpPr>
      <dsp:spPr>
        <a:xfrm>
          <a:off x="0" y="402663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FBA274-DFEB-4A0B-B5EF-BF371B1490F3}">
      <dsp:nvSpPr>
        <dsp:cNvPr id="0" name=""/>
        <dsp:cNvSpPr/>
      </dsp:nvSpPr>
      <dsp:spPr>
        <a:xfrm>
          <a:off x="0" y="4026633"/>
          <a:ext cx="10515600" cy="268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Measure relevance, correctness, helpfulness, and faithfulness.</a:t>
          </a:r>
        </a:p>
      </dsp:txBody>
      <dsp:txXfrm>
        <a:off x="0" y="4026633"/>
        <a:ext cx="10515600" cy="268379"/>
      </dsp:txXfrm>
    </dsp:sp>
    <dsp:sp modelId="{8BF65FF3-9607-41B3-BF16-94888690812A}">
      <dsp:nvSpPr>
        <dsp:cNvPr id="0" name=""/>
        <dsp:cNvSpPr/>
      </dsp:nvSpPr>
      <dsp:spPr>
        <a:xfrm>
          <a:off x="0" y="429501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56E5C7-463A-4C53-BCEC-56BBD5A3BA91}">
      <dsp:nvSpPr>
        <dsp:cNvPr id="0" name=""/>
        <dsp:cNvSpPr/>
      </dsp:nvSpPr>
      <dsp:spPr>
        <a:xfrm>
          <a:off x="0" y="4295013"/>
          <a:ext cx="10515600" cy="268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8. Keep the Knowledge Base synchronized</a:t>
          </a:r>
        </a:p>
      </dsp:txBody>
      <dsp:txXfrm>
        <a:off x="0" y="4295013"/>
        <a:ext cx="10515600" cy="268379"/>
      </dsp:txXfrm>
    </dsp:sp>
    <dsp:sp modelId="{2EAB0201-34BD-43AE-A410-96254DFD094F}">
      <dsp:nvSpPr>
        <dsp:cNvPr id="0" name=""/>
        <dsp:cNvSpPr/>
      </dsp:nvSpPr>
      <dsp:spPr>
        <a:xfrm>
          <a:off x="0" y="456339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175C9F-CABB-44B5-9336-44639D62B75B}">
      <dsp:nvSpPr>
        <dsp:cNvPr id="0" name=""/>
        <dsp:cNvSpPr/>
      </dsp:nvSpPr>
      <dsp:spPr>
        <a:xfrm>
          <a:off x="0" y="4563393"/>
          <a:ext cx="10515600" cy="268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Update embeddings when important source documents change.</a:t>
          </a:r>
        </a:p>
      </dsp:txBody>
      <dsp:txXfrm>
        <a:off x="0" y="4563393"/>
        <a:ext cx="10515600" cy="268379"/>
      </dsp:txXfrm>
    </dsp:sp>
    <dsp:sp modelId="{990C3119-7F1D-4805-BE69-78A5E3245C9E}">
      <dsp:nvSpPr>
        <dsp:cNvPr id="0" name=""/>
        <dsp:cNvSpPr/>
      </dsp:nvSpPr>
      <dsp:spPr>
        <a:xfrm>
          <a:off x="0" y="483177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CF6FDA-9B5C-48A6-AAA3-80E71088763D}">
      <dsp:nvSpPr>
        <dsp:cNvPr id="0" name=""/>
        <dsp:cNvSpPr/>
      </dsp:nvSpPr>
      <dsp:spPr>
        <a:xfrm>
          <a:off x="0" y="4831773"/>
          <a:ext cx="10515600" cy="268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A good RAG system comes from many small design decisions working together.</a:t>
          </a:r>
        </a:p>
      </dsp:txBody>
      <dsp:txXfrm>
        <a:off x="0" y="4831773"/>
        <a:ext cx="10515600" cy="26837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5BB4B1-5960-402E-A91B-6845943B0BC9}">
      <dsp:nvSpPr>
        <dsp:cNvPr id="0" name=""/>
        <dsp:cNvSpPr/>
      </dsp:nvSpPr>
      <dsp:spPr>
        <a:xfrm>
          <a:off x="0" y="231713"/>
          <a:ext cx="10515600"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RAG quality depends strongly on the information retrieved before generation.</a:t>
          </a:r>
        </a:p>
      </dsp:txBody>
      <dsp:txXfrm>
        <a:off x="15592" y="247305"/>
        <a:ext cx="10484416" cy="288226"/>
      </dsp:txXfrm>
    </dsp:sp>
    <dsp:sp modelId="{6D5C28BE-61A9-47E6-8AF9-4C875AAB5010}">
      <dsp:nvSpPr>
        <dsp:cNvPr id="0" name=""/>
        <dsp:cNvSpPr/>
      </dsp:nvSpPr>
      <dsp:spPr>
        <a:xfrm>
          <a:off x="0" y="588563"/>
          <a:ext cx="10515600"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Chunking determines how documents are divided and searched.</a:t>
          </a:r>
        </a:p>
      </dsp:txBody>
      <dsp:txXfrm>
        <a:off x="15592" y="604155"/>
        <a:ext cx="10484416" cy="288226"/>
      </dsp:txXfrm>
    </dsp:sp>
    <dsp:sp modelId="{20DCAA6E-2B6B-4B98-9F35-DEB759EBFA18}">
      <dsp:nvSpPr>
        <dsp:cNvPr id="0" name=""/>
        <dsp:cNvSpPr/>
      </dsp:nvSpPr>
      <dsp:spPr>
        <a:xfrm>
          <a:off x="0" y="945413"/>
          <a:ext cx="10515600"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Standard chunking is simple, hierarchical chunking balances precision with context, and semantic chunking organizes information by meaning.</a:t>
          </a:r>
        </a:p>
      </dsp:txBody>
      <dsp:txXfrm>
        <a:off x="15592" y="961005"/>
        <a:ext cx="10484416" cy="288226"/>
      </dsp:txXfrm>
    </dsp:sp>
    <dsp:sp modelId="{C3BBC15E-CC66-4E86-9DB0-8B127D16E328}">
      <dsp:nvSpPr>
        <dsp:cNvPr id="0" name=""/>
        <dsp:cNvSpPr/>
      </dsp:nvSpPr>
      <dsp:spPr>
        <a:xfrm>
          <a:off x="0" y="1302263"/>
          <a:ext cx="10515600"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Embedding size affects both retrieval performance and cost.</a:t>
          </a:r>
        </a:p>
      </dsp:txBody>
      <dsp:txXfrm>
        <a:off x="15592" y="1317855"/>
        <a:ext cx="10484416" cy="288226"/>
      </dsp:txXfrm>
    </dsp:sp>
    <dsp:sp modelId="{34557BD8-02D2-4497-94EC-4D66AA6A82F2}">
      <dsp:nvSpPr>
        <dsp:cNvPr id="0" name=""/>
        <dsp:cNvSpPr/>
      </dsp:nvSpPr>
      <dsp:spPr>
        <a:xfrm>
          <a:off x="0" y="1659113"/>
          <a:ext cx="10515600"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Dense embeddings are commonly used for semantic search.</a:t>
          </a:r>
        </a:p>
      </dsp:txBody>
      <dsp:txXfrm>
        <a:off x="15592" y="1674705"/>
        <a:ext cx="10484416" cy="288226"/>
      </dsp:txXfrm>
    </dsp:sp>
    <dsp:sp modelId="{E58F8429-791E-48B9-94B7-F64BDFBE3C22}">
      <dsp:nvSpPr>
        <dsp:cNvPr id="0" name=""/>
        <dsp:cNvSpPr/>
      </dsp:nvSpPr>
      <dsp:spPr>
        <a:xfrm>
          <a:off x="0" y="2015963"/>
          <a:ext cx="10515600"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Metadata can improve filtering, ranking, organization, and access control.</a:t>
          </a:r>
        </a:p>
      </dsp:txBody>
      <dsp:txXfrm>
        <a:off x="15592" y="2031555"/>
        <a:ext cx="10484416" cy="288226"/>
      </dsp:txXfrm>
    </dsp:sp>
    <dsp:sp modelId="{F97FB87B-7444-4DB5-AB07-DBD3C7F6892A}">
      <dsp:nvSpPr>
        <dsp:cNvPr id="0" name=""/>
        <dsp:cNvSpPr/>
      </dsp:nvSpPr>
      <dsp:spPr>
        <a:xfrm>
          <a:off x="0" y="2372813"/>
          <a:ext cx="10515600"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Knowledge Bases should be updated when the original information changes.</a:t>
          </a:r>
        </a:p>
      </dsp:txBody>
      <dsp:txXfrm>
        <a:off x="15592" y="2388405"/>
        <a:ext cx="10484416" cy="288226"/>
      </dsp:txXfrm>
    </dsp:sp>
    <dsp:sp modelId="{75844D9F-AD52-49E0-9D3F-B80613F7F65B}">
      <dsp:nvSpPr>
        <dsp:cNvPr id="0" name=""/>
        <dsp:cNvSpPr/>
      </dsp:nvSpPr>
      <dsp:spPr>
        <a:xfrm>
          <a:off x="0" y="2729664"/>
          <a:ext cx="10515600"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RAG evaluation helps measure whether responses are actually accurate and useful.</a:t>
          </a:r>
        </a:p>
      </dsp:txBody>
      <dsp:txXfrm>
        <a:off x="15592" y="2745256"/>
        <a:ext cx="10484416" cy="288226"/>
      </dsp:txXfrm>
    </dsp:sp>
    <dsp:sp modelId="{3B32A5F8-0A52-4A88-BFED-FF76EFD3775F}">
      <dsp:nvSpPr>
        <dsp:cNvPr id="0" name=""/>
        <dsp:cNvSpPr/>
      </dsp:nvSpPr>
      <dsp:spPr>
        <a:xfrm>
          <a:off x="0" y="3086514"/>
          <a:ext cx="10515600"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Multimodal embeddings extend retrieval beyond text to images, audio, video, and documents.</a:t>
          </a:r>
        </a:p>
      </dsp:txBody>
      <dsp:txXfrm>
        <a:off x="15592" y="3102106"/>
        <a:ext cx="10484416" cy="288226"/>
      </dsp:txXfrm>
    </dsp:sp>
    <dsp:sp modelId="{84A3E4E2-D707-4ED6-9B17-738FC75EC82C}">
      <dsp:nvSpPr>
        <dsp:cNvPr id="0" name=""/>
        <dsp:cNvSpPr/>
      </dsp:nvSpPr>
      <dsp:spPr>
        <a:xfrm>
          <a:off x="0" y="3443364"/>
          <a:ext cx="10515600"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Main idea:</a:t>
          </a:r>
        </a:p>
      </dsp:txBody>
      <dsp:txXfrm>
        <a:off x="15592" y="3458956"/>
        <a:ext cx="10484416" cy="288226"/>
      </dsp:txXfrm>
    </dsp:sp>
    <dsp:sp modelId="{D11C76AE-81CE-4B58-90F3-779637833ABD}">
      <dsp:nvSpPr>
        <dsp:cNvPr id="0" name=""/>
        <dsp:cNvSpPr/>
      </dsp:nvSpPr>
      <dsp:spPr>
        <a:xfrm>
          <a:off x="0" y="3800214"/>
          <a:ext cx="10515600" cy="3194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A powerful Foundation Model still needs relevant and well-prepared information to produce a strong RAG response.</a:t>
          </a:r>
        </a:p>
      </dsp:txBody>
      <dsp:txXfrm>
        <a:off x="15592" y="3815806"/>
        <a:ext cx="10484416" cy="288226"/>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1">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3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4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5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6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1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7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7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8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12FA0F-77B5-4EB2-AA07-D7BFE78EC66D}" type="datetimeFigureOut">
              <a:rPr lang="en-IN" smtClean="0"/>
              <a:t>12-09-2026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5438C0-E57E-4BD3-8600-5EB87E8131AB}" type="slidenum">
              <a:rPr lang="en-IN" smtClean="0"/>
              <a:t>‹#›</a:t>
            </a:fld>
            <a:endParaRPr lang="en-IN"/>
          </a:p>
        </p:txBody>
      </p:sp>
    </p:spTree>
    <p:extLst>
      <p:ext uri="{BB962C8B-B14F-4D97-AF65-F5344CB8AC3E}">
        <p14:creationId xmlns:p14="http://schemas.microsoft.com/office/powerpoint/2010/main" val="4284078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A5438C0-E57E-4BD3-8600-5EB87E8131AB}" type="slidenum">
              <a:rPr lang="en-IN" smtClean="0"/>
              <a:t>3</a:t>
            </a:fld>
            <a:endParaRPr lang="en-IN"/>
          </a:p>
        </p:txBody>
      </p:sp>
    </p:spTree>
    <p:extLst>
      <p:ext uri="{BB962C8B-B14F-4D97-AF65-F5344CB8AC3E}">
        <p14:creationId xmlns:p14="http://schemas.microsoft.com/office/powerpoint/2010/main" val="1582757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A5438C0-E57E-4BD3-8600-5EB87E8131AB}" type="slidenum">
              <a:rPr lang="en-IN" smtClean="0"/>
              <a:t>5</a:t>
            </a:fld>
            <a:endParaRPr lang="en-IN"/>
          </a:p>
        </p:txBody>
      </p:sp>
    </p:spTree>
    <p:extLst>
      <p:ext uri="{BB962C8B-B14F-4D97-AF65-F5344CB8AC3E}">
        <p14:creationId xmlns:p14="http://schemas.microsoft.com/office/powerpoint/2010/main" val="14495415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A5438C0-E57E-4BD3-8600-5EB87E8131AB}" type="slidenum">
              <a:rPr lang="en-IN" smtClean="0"/>
              <a:t>8</a:t>
            </a:fld>
            <a:endParaRPr lang="en-IN"/>
          </a:p>
        </p:txBody>
      </p:sp>
    </p:spTree>
    <p:extLst>
      <p:ext uri="{BB962C8B-B14F-4D97-AF65-F5344CB8AC3E}">
        <p14:creationId xmlns:p14="http://schemas.microsoft.com/office/powerpoint/2010/main" val="2963690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A5438C0-E57E-4BD3-8600-5EB87E8131AB}" type="slidenum">
              <a:rPr lang="en-IN" smtClean="0"/>
              <a:t>9</a:t>
            </a:fld>
            <a:endParaRPr lang="en-IN"/>
          </a:p>
        </p:txBody>
      </p:sp>
    </p:spTree>
    <p:extLst>
      <p:ext uri="{BB962C8B-B14F-4D97-AF65-F5344CB8AC3E}">
        <p14:creationId xmlns:p14="http://schemas.microsoft.com/office/powerpoint/2010/main" val="2294536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A5438C0-E57E-4BD3-8600-5EB87E8131AB}" type="slidenum">
              <a:rPr lang="en-IN" smtClean="0"/>
              <a:t>10</a:t>
            </a:fld>
            <a:endParaRPr lang="en-IN"/>
          </a:p>
        </p:txBody>
      </p:sp>
    </p:spTree>
    <p:extLst>
      <p:ext uri="{BB962C8B-B14F-4D97-AF65-F5344CB8AC3E}">
        <p14:creationId xmlns:p14="http://schemas.microsoft.com/office/powerpoint/2010/main" val="1130257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E2C38-AC38-1563-AA74-0741B9605B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6361582-798C-3EFA-08CB-12FC2F017F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89C94DD-53D5-C12D-1FF5-943A8517D715}"/>
              </a:ext>
            </a:extLst>
          </p:cNvPr>
          <p:cNvSpPr>
            <a:spLocks noGrp="1"/>
          </p:cNvSpPr>
          <p:nvPr>
            <p:ph type="dt" sz="half" idx="10"/>
          </p:nvPr>
        </p:nvSpPr>
        <p:spPr/>
        <p:txBody>
          <a:bodyPr/>
          <a:lstStyle/>
          <a:p>
            <a:fld id="{52700C02-820D-4D3E-A788-8F573AC5C41A}" type="datetimeFigureOut">
              <a:rPr lang="en-IN" smtClean="0"/>
              <a:t>12-09-2026</a:t>
            </a:fld>
            <a:endParaRPr lang="en-IN"/>
          </a:p>
        </p:txBody>
      </p:sp>
      <p:sp>
        <p:nvSpPr>
          <p:cNvPr id="5" name="Footer Placeholder 4">
            <a:extLst>
              <a:ext uri="{FF2B5EF4-FFF2-40B4-BE49-F238E27FC236}">
                <a16:creationId xmlns:a16="http://schemas.microsoft.com/office/drawing/2014/main" id="{6731622A-C263-6402-469A-240843B4CB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AD5340-993D-6EBA-0217-AAFBA638E734}"/>
              </a:ext>
            </a:extLst>
          </p:cNvPr>
          <p:cNvSpPr>
            <a:spLocks noGrp="1"/>
          </p:cNvSpPr>
          <p:nvPr>
            <p:ph type="sldNum" sz="quarter" idx="12"/>
          </p:nvPr>
        </p:nvSpPr>
        <p:spPr/>
        <p:txBody>
          <a:bodyPr/>
          <a:lstStyle/>
          <a:p>
            <a:fld id="{E9A860EB-EFC9-4D06-91BB-D70F2938716F}" type="slidenum">
              <a:rPr lang="en-IN" smtClean="0"/>
              <a:t>‹#›</a:t>
            </a:fld>
            <a:endParaRPr lang="en-IN"/>
          </a:p>
        </p:txBody>
      </p:sp>
    </p:spTree>
    <p:extLst>
      <p:ext uri="{BB962C8B-B14F-4D97-AF65-F5344CB8AC3E}">
        <p14:creationId xmlns:p14="http://schemas.microsoft.com/office/powerpoint/2010/main" val="2719154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19BCD-360A-242B-E996-99B934F7EF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A3D37E3-6F4E-7D22-76C6-A273B54D38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ED7AF1-2E01-E28D-D5E8-49524C1DFC3D}"/>
              </a:ext>
            </a:extLst>
          </p:cNvPr>
          <p:cNvSpPr>
            <a:spLocks noGrp="1"/>
          </p:cNvSpPr>
          <p:nvPr>
            <p:ph type="dt" sz="half" idx="10"/>
          </p:nvPr>
        </p:nvSpPr>
        <p:spPr/>
        <p:txBody>
          <a:bodyPr/>
          <a:lstStyle/>
          <a:p>
            <a:fld id="{52700C02-820D-4D3E-A788-8F573AC5C41A}" type="datetimeFigureOut">
              <a:rPr lang="en-IN" smtClean="0"/>
              <a:t>12-09-2026</a:t>
            </a:fld>
            <a:endParaRPr lang="en-IN"/>
          </a:p>
        </p:txBody>
      </p:sp>
      <p:sp>
        <p:nvSpPr>
          <p:cNvPr id="5" name="Footer Placeholder 4">
            <a:extLst>
              <a:ext uri="{FF2B5EF4-FFF2-40B4-BE49-F238E27FC236}">
                <a16:creationId xmlns:a16="http://schemas.microsoft.com/office/drawing/2014/main" id="{4C94F984-9010-7F0A-499E-F44B93976F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51C8F2-4707-F8BC-7329-C4C1F7E95524}"/>
              </a:ext>
            </a:extLst>
          </p:cNvPr>
          <p:cNvSpPr>
            <a:spLocks noGrp="1"/>
          </p:cNvSpPr>
          <p:nvPr>
            <p:ph type="sldNum" sz="quarter" idx="12"/>
          </p:nvPr>
        </p:nvSpPr>
        <p:spPr/>
        <p:txBody>
          <a:bodyPr/>
          <a:lstStyle/>
          <a:p>
            <a:fld id="{E9A860EB-EFC9-4D06-91BB-D70F2938716F}" type="slidenum">
              <a:rPr lang="en-IN" smtClean="0"/>
              <a:t>‹#›</a:t>
            </a:fld>
            <a:endParaRPr lang="en-IN"/>
          </a:p>
        </p:txBody>
      </p:sp>
    </p:spTree>
    <p:extLst>
      <p:ext uri="{BB962C8B-B14F-4D97-AF65-F5344CB8AC3E}">
        <p14:creationId xmlns:p14="http://schemas.microsoft.com/office/powerpoint/2010/main" val="1307052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93DF7-36E0-AD6B-4FBD-7596B5EFBF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CFF9043-C098-F9F1-7AD4-73BB56D48F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040CF8-B6D6-957D-B45D-2AB0FBC5D520}"/>
              </a:ext>
            </a:extLst>
          </p:cNvPr>
          <p:cNvSpPr>
            <a:spLocks noGrp="1"/>
          </p:cNvSpPr>
          <p:nvPr>
            <p:ph type="dt" sz="half" idx="10"/>
          </p:nvPr>
        </p:nvSpPr>
        <p:spPr/>
        <p:txBody>
          <a:bodyPr/>
          <a:lstStyle/>
          <a:p>
            <a:fld id="{52700C02-820D-4D3E-A788-8F573AC5C41A}" type="datetimeFigureOut">
              <a:rPr lang="en-IN" smtClean="0"/>
              <a:t>12-09-2026</a:t>
            </a:fld>
            <a:endParaRPr lang="en-IN"/>
          </a:p>
        </p:txBody>
      </p:sp>
      <p:sp>
        <p:nvSpPr>
          <p:cNvPr id="5" name="Footer Placeholder 4">
            <a:extLst>
              <a:ext uri="{FF2B5EF4-FFF2-40B4-BE49-F238E27FC236}">
                <a16:creationId xmlns:a16="http://schemas.microsoft.com/office/drawing/2014/main" id="{C1079E9F-F340-8D0A-1AD5-7C2DD02230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3BDBB6-2317-FC4D-CEAB-BC37795FEEE4}"/>
              </a:ext>
            </a:extLst>
          </p:cNvPr>
          <p:cNvSpPr>
            <a:spLocks noGrp="1"/>
          </p:cNvSpPr>
          <p:nvPr>
            <p:ph type="sldNum" sz="quarter" idx="12"/>
          </p:nvPr>
        </p:nvSpPr>
        <p:spPr/>
        <p:txBody>
          <a:bodyPr/>
          <a:lstStyle/>
          <a:p>
            <a:fld id="{E9A860EB-EFC9-4D06-91BB-D70F2938716F}" type="slidenum">
              <a:rPr lang="en-IN" smtClean="0"/>
              <a:t>‹#›</a:t>
            </a:fld>
            <a:endParaRPr lang="en-IN"/>
          </a:p>
        </p:txBody>
      </p:sp>
    </p:spTree>
    <p:extLst>
      <p:ext uri="{BB962C8B-B14F-4D97-AF65-F5344CB8AC3E}">
        <p14:creationId xmlns:p14="http://schemas.microsoft.com/office/powerpoint/2010/main" val="3452392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A679D-BD7A-18F5-E0D8-430E1C8B4E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5907B7-280B-0A35-007B-50ACA1D418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9A88A8A-39B1-1D02-2B76-0F43DCD76F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3D1F896-F141-39C5-7033-3410D45E2FC6}"/>
              </a:ext>
            </a:extLst>
          </p:cNvPr>
          <p:cNvSpPr>
            <a:spLocks noGrp="1"/>
          </p:cNvSpPr>
          <p:nvPr>
            <p:ph type="dt" sz="half" idx="10"/>
          </p:nvPr>
        </p:nvSpPr>
        <p:spPr/>
        <p:txBody>
          <a:bodyPr/>
          <a:lstStyle/>
          <a:p>
            <a:fld id="{52700C02-820D-4D3E-A788-8F573AC5C41A}" type="datetimeFigureOut">
              <a:rPr lang="en-IN" smtClean="0"/>
              <a:t>12-09-2026</a:t>
            </a:fld>
            <a:endParaRPr lang="en-IN"/>
          </a:p>
        </p:txBody>
      </p:sp>
      <p:sp>
        <p:nvSpPr>
          <p:cNvPr id="6" name="Footer Placeholder 5">
            <a:extLst>
              <a:ext uri="{FF2B5EF4-FFF2-40B4-BE49-F238E27FC236}">
                <a16:creationId xmlns:a16="http://schemas.microsoft.com/office/drawing/2014/main" id="{72C574CE-8C3C-3F64-5352-C7D7D9BDE15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FCE070-EDD1-A20A-66E1-E43C78B40D3D}"/>
              </a:ext>
            </a:extLst>
          </p:cNvPr>
          <p:cNvSpPr>
            <a:spLocks noGrp="1"/>
          </p:cNvSpPr>
          <p:nvPr>
            <p:ph type="sldNum" sz="quarter" idx="12"/>
          </p:nvPr>
        </p:nvSpPr>
        <p:spPr/>
        <p:txBody>
          <a:bodyPr/>
          <a:lstStyle/>
          <a:p>
            <a:fld id="{E9A860EB-EFC9-4D06-91BB-D70F2938716F}" type="slidenum">
              <a:rPr lang="en-IN" smtClean="0"/>
              <a:t>‹#›</a:t>
            </a:fld>
            <a:endParaRPr lang="en-IN"/>
          </a:p>
        </p:txBody>
      </p:sp>
    </p:spTree>
    <p:extLst>
      <p:ext uri="{BB962C8B-B14F-4D97-AF65-F5344CB8AC3E}">
        <p14:creationId xmlns:p14="http://schemas.microsoft.com/office/powerpoint/2010/main" val="3549771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127D9-1367-1933-0DD8-444806E533F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0978FF4-749A-ABD3-B8A7-75581B6AEF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2B3F1D-3E19-33E1-122B-9F830034E44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7A6BCDA-2B40-DA28-6EA6-5D861D39CD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ED50382-5D13-B401-E649-C1896EDC008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330F52C-9BA3-7F80-E95C-195D957D3D7B}"/>
              </a:ext>
            </a:extLst>
          </p:cNvPr>
          <p:cNvSpPr>
            <a:spLocks noGrp="1"/>
          </p:cNvSpPr>
          <p:nvPr>
            <p:ph type="dt" sz="half" idx="10"/>
          </p:nvPr>
        </p:nvSpPr>
        <p:spPr/>
        <p:txBody>
          <a:bodyPr/>
          <a:lstStyle/>
          <a:p>
            <a:fld id="{52700C02-820D-4D3E-A788-8F573AC5C41A}" type="datetimeFigureOut">
              <a:rPr lang="en-IN" smtClean="0"/>
              <a:t>12-09-2026</a:t>
            </a:fld>
            <a:endParaRPr lang="en-IN"/>
          </a:p>
        </p:txBody>
      </p:sp>
      <p:sp>
        <p:nvSpPr>
          <p:cNvPr id="8" name="Footer Placeholder 7">
            <a:extLst>
              <a:ext uri="{FF2B5EF4-FFF2-40B4-BE49-F238E27FC236}">
                <a16:creationId xmlns:a16="http://schemas.microsoft.com/office/drawing/2014/main" id="{EEC91518-2959-393B-3D8C-27672A18FCA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361C2B4-8B5D-C000-7FCC-E60DC522FA2C}"/>
              </a:ext>
            </a:extLst>
          </p:cNvPr>
          <p:cNvSpPr>
            <a:spLocks noGrp="1"/>
          </p:cNvSpPr>
          <p:nvPr>
            <p:ph type="sldNum" sz="quarter" idx="12"/>
          </p:nvPr>
        </p:nvSpPr>
        <p:spPr/>
        <p:txBody>
          <a:bodyPr/>
          <a:lstStyle/>
          <a:p>
            <a:fld id="{E9A860EB-EFC9-4D06-91BB-D70F2938716F}" type="slidenum">
              <a:rPr lang="en-IN" smtClean="0"/>
              <a:t>‹#›</a:t>
            </a:fld>
            <a:endParaRPr lang="en-IN"/>
          </a:p>
        </p:txBody>
      </p:sp>
    </p:spTree>
    <p:extLst>
      <p:ext uri="{BB962C8B-B14F-4D97-AF65-F5344CB8AC3E}">
        <p14:creationId xmlns:p14="http://schemas.microsoft.com/office/powerpoint/2010/main" val="2172223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2A3B8-754E-80A4-9DED-06064EE9121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CB4F5ED-018E-605A-CAB6-5A8443A638E2}"/>
              </a:ext>
            </a:extLst>
          </p:cNvPr>
          <p:cNvSpPr>
            <a:spLocks noGrp="1"/>
          </p:cNvSpPr>
          <p:nvPr>
            <p:ph type="dt" sz="half" idx="10"/>
          </p:nvPr>
        </p:nvSpPr>
        <p:spPr/>
        <p:txBody>
          <a:bodyPr/>
          <a:lstStyle/>
          <a:p>
            <a:fld id="{52700C02-820D-4D3E-A788-8F573AC5C41A}" type="datetimeFigureOut">
              <a:rPr lang="en-IN" smtClean="0"/>
              <a:t>12-09-2026</a:t>
            </a:fld>
            <a:endParaRPr lang="en-IN"/>
          </a:p>
        </p:txBody>
      </p:sp>
      <p:sp>
        <p:nvSpPr>
          <p:cNvPr id="4" name="Footer Placeholder 3">
            <a:extLst>
              <a:ext uri="{FF2B5EF4-FFF2-40B4-BE49-F238E27FC236}">
                <a16:creationId xmlns:a16="http://schemas.microsoft.com/office/drawing/2014/main" id="{B52D6345-54CE-0E38-29B2-D575B630A0D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422C450-4C17-2644-951A-6FAF7869B3A8}"/>
              </a:ext>
            </a:extLst>
          </p:cNvPr>
          <p:cNvSpPr>
            <a:spLocks noGrp="1"/>
          </p:cNvSpPr>
          <p:nvPr>
            <p:ph type="sldNum" sz="quarter" idx="12"/>
          </p:nvPr>
        </p:nvSpPr>
        <p:spPr/>
        <p:txBody>
          <a:bodyPr/>
          <a:lstStyle/>
          <a:p>
            <a:fld id="{E9A860EB-EFC9-4D06-91BB-D70F2938716F}" type="slidenum">
              <a:rPr lang="en-IN" smtClean="0"/>
              <a:t>‹#›</a:t>
            </a:fld>
            <a:endParaRPr lang="en-IN"/>
          </a:p>
        </p:txBody>
      </p:sp>
    </p:spTree>
    <p:extLst>
      <p:ext uri="{BB962C8B-B14F-4D97-AF65-F5344CB8AC3E}">
        <p14:creationId xmlns:p14="http://schemas.microsoft.com/office/powerpoint/2010/main" val="5041965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881C4F-64D6-ACB1-CDA8-0316CA5C90E9}"/>
              </a:ext>
            </a:extLst>
          </p:cNvPr>
          <p:cNvSpPr>
            <a:spLocks noGrp="1"/>
          </p:cNvSpPr>
          <p:nvPr>
            <p:ph type="dt" sz="half" idx="10"/>
          </p:nvPr>
        </p:nvSpPr>
        <p:spPr/>
        <p:txBody>
          <a:bodyPr/>
          <a:lstStyle/>
          <a:p>
            <a:fld id="{52700C02-820D-4D3E-A788-8F573AC5C41A}" type="datetimeFigureOut">
              <a:rPr lang="en-IN" smtClean="0"/>
              <a:t>12-09-2026</a:t>
            </a:fld>
            <a:endParaRPr lang="en-IN"/>
          </a:p>
        </p:txBody>
      </p:sp>
      <p:sp>
        <p:nvSpPr>
          <p:cNvPr id="3" name="Footer Placeholder 2">
            <a:extLst>
              <a:ext uri="{FF2B5EF4-FFF2-40B4-BE49-F238E27FC236}">
                <a16:creationId xmlns:a16="http://schemas.microsoft.com/office/drawing/2014/main" id="{EBD2DC5F-72D5-20F1-AEA4-66A829CD7E0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F0F63DE-CA61-6F72-6AB0-EBB486D6EF6C}"/>
              </a:ext>
            </a:extLst>
          </p:cNvPr>
          <p:cNvSpPr>
            <a:spLocks noGrp="1"/>
          </p:cNvSpPr>
          <p:nvPr>
            <p:ph type="sldNum" sz="quarter" idx="12"/>
          </p:nvPr>
        </p:nvSpPr>
        <p:spPr/>
        <p:txBody>
          <a:bodyPr/>
          <a:lstStyle/>
          <a:p>
            <a:fld id="{E9A860EB-EFC9-4D06-91BB-D70F2938716F}" type="slidenum">
              <a:rPr lang="en-IN" smtClean="0"/>
              <a:t>‹#›</a:t>
            </a:fld>
            <a:endParaRPr lang="en-IN"/>
          </a:p>
        </p:txBody>
      </p:sp>
    </p:spTree>
    <p:extLst>
      <p:ext uri="{BB962C8B-B14F-4D97-AF65-F5344CB8AC3E}">
        <p14:creationId xmlns:p14="http://schemas.microsoft.com/office/powerpoint/2010/main" val="3652903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8EF1A-3BC1-4CA3-97CE-1986766DA6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AD853A5-8207-4C00-8187-43D9EBACF8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AF3456B-5051-F091-2935-C94F0AAA28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2ED35E-16C7-3C71-2639-2BC5EA8C8B48}"/>
              </a:ext>
            </a:extLst>
          </p:cNvPr>
          <p:cNvSpPr>
            <a:spLocks noGrp="1"/>
          </p:cNvSpPr>
          <p:nvPr>
            <p:ph type="dt" sz="half" idx="10"/>
          </p:nvPr>
        </p:nvSpPr>
        <p:spPr/>
        <p:txBody>
          <a:bodyPr/>
          <a:lstStyle/>
          <a:p>
            <a:fld id="{52700C02-820D-4D3E-A788-8F573AC5C41A}" type="datetimeFigureOut">
              <a:rPr lang="en-IN" smtClean="0"/>
              <a:t>12-09-2026</a:t>
            </a:fld>
            <a:endParaRPr lang="en-IN"/>
          </a:p>
        </p:txBody>
      </p:sp>
      <p:sp>
        <p:nvSpPr>
          <p:cNvPr id="6" name="Footer Placeholder 5">
            <a:extLst>
              <a:ext uri="{FF2B5EF4-FFF2-40B4-BE49-F238E27FC236}">
                <a16:creationId xmlns:a16="http://schemas.microsoft.com/office/drawing/2014/main" id="{78268BEB-B16C-0717-7977-ABE1ACD1F56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D4D50D0-2B13-290B-76BB-67DB2CE9A888}"/>
              </a:ext>
            </a:extLst>
          </p:cNvPr>
          <p:cNvSpPr>
            <a:spLocks noGrp="1"/>
          </p:cNvSpPr>
          <p:nvPr>
            <p:ph type="sldNum" sz="quarter" idx="12"/>
          </p:nvPr>
        </p:nvSpPr>
        <p:spPr/>
        <p:txBody>
          <a:bodyPr/>
          <a:lstStyle/>
          <a:p>
            <a:fld id="{E9A860EB-EFC9-4D06-91BB-D70F2938716F}" type="slidenum">
              <a:rPr lang="en-IN" smtClean="0"/>
              <a:t>‹#›</a:t>
            </a:fld>
            <a:endParaRPr lang="en-IN"/>
          </a:p>
        </p:txBody>
      </p:sp>
    </p:spTree>
    <p:extLst>
      <p:ext uri="{BB962C8B-B14F-4D97-AF65-F5344CB8AC3E}">
        <p14:creationId xmlns:p14="http://schemas.microsoft.com/office/powerpoint/2010/main" val="1081359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B9EC5-629D-BA6A-6BC4-6554EA8419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959F377-9369-E9CF-28D8-C528A85220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968E488-6F9B-B8A2-6AAF-24F9942C18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AF45A9-CB41-71A5-8BED-8BE696DC10BC}"/>
              </a:ext>
            </a:extLst>
          </p:cNvPr>
          <p:cNvSpPr>
            <a:spLocks noGrp="1"/>
          </p:cNvSpPr>
          <p:nvPr>
            <p:ph type="dt" sz="half" idx="10"/>
          </p:nvPr>
        </p:nvSpPr>
        <p:spPr/>
        <p:txBody>
          <a:bodyPr/>
          <a:lstStyle/>
          <a:p>
            <a:fld id="{52700C02-820D-4D3E-A788-8F573AC5C41A}" type="datetimeFigureOut">
              <a:rPr lang="en-IN" smtClean="0"/>
              <a:t>12-09-2026</a:t>
            </a:fld>
            <a:endParaRPr lang="en-IN"/>
          </a:p>
        </p:txBody>
      </p:sp>
      <p:sp>
        <p:nvSpPr>
          <p:cNvPr id="6" name="Footer Placeholder 5">
            <a:extLst>
              <a:ext uri="{FF2B5EF4-FFF2-40B4-BE49-F238E27FC236}">
                <a16:creationId xmlns:a16="http://schemas.microsoft.com/office/drawing/2014/main" id="{123F7CAA-90FE-B312-89D9-8BF07EDAE3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B5B3C9-710E-4174-4B79-E99A141B7978}"/>
              </a:ext>
            </a:extLst>
          </p:cNvPr>
          <p:cNvSpPr>
            <a:spLocks noGrp="1"/>
          </p:cNvSpPr>
          <p:nvPr>
            <p:ph type="sldNum" sz="quarter" idx="12"/>
          </p:nvPr>
        </p:nvSpPr>
        <p:spPr/>
        <p:txBody>
          <a:bodyPr/>
          <a:lstStyle/>
          <a:p>
            <a:fld id="{E9A860EB-EFC9-4D06-91BB-D70F2938716F}" type="slidenum">
              <a:rPr lang="en-IN" smtClean="0"/>
              <a:t>‹#›</a:t>
            </a:fld>
            <a:endParaRPr lang="en-IN"/>
          </a:p>
        </p:txBody>
      </p:sp>
    </p:spTree>
    <p:extLst>
      <p:ext uri="{BB962C8B-B14F-4D97-AF65-F5344CB8AC3E}">
        <p14:creationId xmlns:p14="http://schemas.microsoft.com/office/powerpoint/2010/main" val="3472694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52188-E15A-D171-EB6F-03D0AA64922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46B2473-8417-2434-537F-5D3A7AD414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13F38C-4FAD-9026-BB3D-14214893D135}"/>
              </a:ext>
            </a:extLst>
          </p:cNvPr>
          <p:cNvSpPr>
            <a:spLocks noGrp="1"/>
          </p:cNvSpPr>
          <p:nvPr>
            <p:ph type="dt" sz="half" idx="10"/>
          </p:nvPr>
        </p:nvSpPr>
        <p:spPr/>
        <p:txBody>
          <a:bodyPr/>
          <a:lstStyle/>
          <a:p>
            <a:fld id="{52700C02-820D-4D3E-A788-8F573AC5C41A}" type="datetimeFigureOut">
              <a:rPr lang="en-IN" smtClean="0"/>
              <a:t>12-09-2026</a:t>
            </a:fld>
            <a:endParaRPr lang="en-IN"/>
          </a:p>
        </p:txBody>
      </p:sp>
      <p:sp>
        <p:nvSpPr>
          <p:cNvPr id="5" name="Footer Placeholder 4">
            <a:extLst>
              <a:ext uri="{FF2B5EF4-FFF2-40B4-BE49-F238E27FC236}">
                <a16:creationId xmlns:a16="http://schemas.microsoft.com/office/drawing/2014/main" id="{EF915EC7-F8D1-D922-D83E-30FA56F967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AEB7A4-130E-B135-FAE9-7020BAF465DA}"/>
              </a:ext>
            </a:extLst>
          </p:cNvPr>
          <p:cNvSpPr>
            <a:spLocks noGrp="1"/>
          </p:cNvSpPr>
          <p:nvPr>
            <p:ph type="sldNum" sz="quarter" idx="12"/>
          </p:nvPr>
        </p:nvSpPr>
        <p:spPr/>
        <p:txBody>
          <a:bodyPr/>
          <a:lstStyle/>
          <a:p>
            <a:fld id="{E9A860EB-EFC9-4D06-91BB-D70F2938716F}" type="slidenum">
              <a:rPr lang="en-IN" smtClean="0"/>
              <a:t>‹#›</a:t>
            </a:fld>
            <a:endParaRPr lang="en-IN"/>
          </a:p>
        </p:txBody>
      </p:sp>
    </p:spTree>
    <p:extLst>
      <p:ext uri="{BB962C8B-B14F-4D97-AF65-F5344CB8AC3E}">
        <p14:creationId xmlns:p14="http://schemas.microsoft.com/office/powerpoint/2010/main" val="11015228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43C3B4-1069-1198-74CE-411FBCF633B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6779570-92C4-C03B-5E2F-EBED7FF2AF0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0D07EB-4C93-4DAE-2A83-B814790EDB6C}"/>
              </a:ext>
            </a:extLst>
          </p:cNvPr>
          <p:cNvSpPr>
            <a:spLocks noGrp="1"/>
          </p:cNvSpPr>
          <p:nvPr>
            <p:ph type="dt" sz="half" idx="10"/>
          </p:nvPr>
        </p:nvSpPr>
        <p:spPr/>
        <p:txBody>
          <a:bodyPr/>
          <a:lstStyle/>
          <a:p>
            <a:fld id="{52700C02-820D-4D3E-A788-8F573AC5C41A}" type="datetimeFigureOut">
              <a:rPr lang="en-IN" smtClean="0"/>
              <a:t>12-09-2026</a:t>
            </a:fld>
            <a:endParaRPr lang="en-IN"/>
          </a:p>
        </p:txBody>
      </p:sp>
      <p:sp>
        <p:nvSpPr>
          <p:cNvPr id="5" name="Footer Placeholder 4">
            <a:extLst>
              <a:ext uri="{FF2B5EF4-FFF2-40B4-BE49-F238E27FC236}">
                <a16:creationId xmlns:a16="http://schemas.microsoft.com/office/drawing/2014/main" id="{ABE23893-1D2F-04CD-0881-D828B14D8C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0BF86E-35C4-D247-C7DD-2F6966363265}"/>
              </a:ext>
            </a:extLst>
          </p:cNvPr>
          <p:cNvSpPr>
            <a:spLocks noGrp="1"/>
          </p:cNvSpPr>
          <p:nvPr>
            <p:ph type="sldNum" sz="quarter" idx="12"/>
          </p:nvPr>
        </p:nvSpPr>
        <p:spPr/>
        <p:txBody>
          <a:bodyPr/>
          <a:lstStyle/>
          <a:p>
            <a:fld id="{E9A860EB-EFC9-4D06-91BB-D70F2938716F}" type="slidenum">
              <a:rPr lang="en-IN" smtClean="0"/>
              <a:t>‹#›</a:t>
            </a:fld>
            <a:endParaRPr lang="en-IN"/>
          </a:p>
        </p:txBody>
      </p:sp>
    </p:spTree>
    <p:extLst>
      <p:ext uri="{BB962C8B-B14F-4D97-AF65-F5344CB8AC3E}">
        <p14:creationId xmlns:p14="http://schemas.microsoft.com/office/powerpoint/2010/main" val="2388603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D4B023-873E-EC28-E71C-3610188BE7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A1F711B-5A74-376B-6D3B-026CA50CB2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12A526-44B9-ADEC-8713-0636884222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700C02-820D-4D3E-A788-8F573AC5C41A}" type="datetimeFigureOut">
              <a:rPr lang="en-IN" smtClean="0"/>
              <a:t>12-09-2026</a:t>
            </a:fld>
            <a:endParaRPr lang="en-IN"/>
          </a:p>
        </p:txBody>
      </p:sp>
      <p:sp>
        <p:nvSpPr>
          <p:cNvPr id="5" name="Footer Placeholder 4">
            <a:extLst>
              <a:ext uri="{FF2B5EF4-FFF2-40B4-BE49-F238E27FC236}">
                <a16:creationId xmlns:a16="http://schemas.microsoft.com/office/drawing/2014/main" id="{AEF0D21B-01AC-D6ED-CCBF-7C36C67C5A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945484E-6C1B-1CCB-C59E-ABD7675AF2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9A860EB-EFC9-4D06-91BB-D70F2938716F}" type="slidenum">
              <a:rPr lang="en-IN" smtClean="0"/>
              <a:t>‹#›</a:t>
            </a:fld>
            <a:endParaRPr lang="en-IN"/>
          </a:p>
        </p:txBody>
      </p:sp>
    </p:spTree>
    <p:extLst>
      <p:ext uri="{BB962C8B-B14F-4D97-AF65-F5344CB8AC3E}">
        <p14:creationId xmlns:p14="http://schemas.microsoft.com/office/powerpoint/2010/main" val="30759241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Video 4" descr="Person In A Lab">
            <a:extLst>
              <a:ext uri="{FF2B5EF4-FFF2-40B4-BE49-F238E27FC236}">
                <a16:creationId xmlns:a16="http://schemas.microsoft.com/office/drawing/2014/main" id="{9D96592C-FB96-BC91-1B6F-3FACD833717E}"/>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r="1" b="285"/>
          <a:stretch>
            <a:fillRect/>
          </a:stretch>
        </p:blipFill>
        <p:spPr>
          <a:xfrm>
            <a:off x="-3047" y="10"/>
            <a:ext cx="12191999" cy="6857990"/>
          </a:xfrm>
          <a:prstGeom prst="rect">
            <a:avLst/>
          </a:prstGeom>
        </p:spPr>
      </p:pic>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EA7516-C0DF-BAC9-F683-A17688347BA6}"/>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en-US" sz="5200" b="1">
                <a:solidFill>
                  <a:srgbClr val="FFFFFF"/>
                </a:solidFill>
                <a:latin typeface="Arial" pitchFamily="34" charset="0"/>
                <a:ea typeface="Arial" pitchFamily="34" charset="-122"/>
                <a:cs typeface="Arial" pitchFamily="34" charset="-120"/>
              </a:rPr>
              <a:t>Improving RAG Systems: Chunking, Retrieval Quality, and Multimodal Data</a:t>
            </a:r>
            <a:endParaRPr lang="en-IN" sz="5200">
              <a:solidFill>
                <a:srgbClr val="FFFFFF"/>
              </a:solidFill>
            </a:endParaRPr>
          </a:p>
        </p:txBody>
      </p:sp>
      <p:sp>
        <p:nvSpPr>
          <p:cNvPr id="3" name="Subtitle 2">
            <a:extLst>
              <a:ext uri="{FF2B5EF4-FFF2-40B4-BE49-F238E27FC236}">
                <a16:creationId xmlns:a16="http://schemas.microsoft.com/office/drawing/2014/main" id="{BB383F58-D5AE-5616-0FB0-B8CB4E976DAA}"/>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a:bodyPr>
          <a:lstStyle/>
          <a:p>
            <a:r>
              <a:rPr lang="en-US">
                <a:solidFill>
                  <a:srgbClr val="FFFFFF"/>
                </a:solidFill>
                <a:latin typeface="Arial" pitchFamily="34" charset="0"/>
                <a:ea typeface="Arial" pitchFamily="34" charset="-122"/>
                <a:cs typeface="Arial" pitchFamily="34" charset="-120"/>
              </a:rPr>
              <a:t>Presented by: Akash Patel</a:t>
            </a:r>
            <a:endParaRPr lang="en-US">
              <a:solidFill>
                <a:srgbClr val="FFFFFF"/>
              </a:solidFill>
            </a:endParaRPr>
          </a:p>
          <a:p>
            <a:r>
              <a:rPr lang="en-US">
                <a:solidFill>
                  <a:srgbClr val="FFFFFF"/>
                </a:solidFill>
                <a:latin typeface="Arial" pitchFamily="34" charset="0"/>
                <a:ea typeface="Arial" pitchFamily="34" charset="-122"/>
                <a:cs typeface="Arial" pitchFamily="34" charset="-120"/>
              </a:rPr>
              <a:t>Concordia University Chicago</a:t>
            </a:r>
            <a:endParaRPr lang="en-US">
              <a:solidFill>
                <a:srgbClr val="FFFFFF"/>
              </a:solidFill>
            </a:endParaRPr>
          </a:p>
          <a:p>
            <a:endParaRPr lang="en-IN">
              <a:solidFill>
                <a:srgbClr val="FFFFFF"/>
              </a:solidFill>
            </a:endParaRPr>
          </a:p>
        </p:txBody>
      </p:sp>
    </p:spTree>
    <p:extLst>
      <p:ext uri="{BB962C8B-B14F-4D97-AF65-F5344CB8AC3E}">
        <p14:creationId xmlns:p14="http://schemas.microsoft.com/office/powerpoint/2010/main" val="1225218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597"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mute="1">
                <p:cTn id="12" repeatCount="indefinite" fill="hold" display="0">
                  <p:stCondLst>
                    <p:cond delay="indefinite"/>
                  </p:stCondLst>
                </p:cTn>
                <p:tgtEl>
                  <p:spTgt spid="5"/>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FBE07F-A2BC-05D9-EB90-EEB6286C8578}"/>
              </a:ext>
            </a:extLst>
          </p:cNvPr>
          <p:cNvSpPr>
            <a:spLocks noGrp="1"/>
          </p:cNvSpPr>
          <p:nvPr>
            <p:ph type="title"/>
          </p:nvPr>
        </p:nvSpPr>
        <p:spPr>
          <a:xfrm>
            <a:off x="1371597" y="348865"/>
            <a:ext cx="10044023" cy="877729"/>
          </a:xfrm>
        </p:spPr>
        <p:txBody>
          <a:bodyPr anchor="ctr">
            <a:normAutofit/>
          </a:bodyPr>
          <a:lstStyle/>
          <a:p>
            <a:r>
              <a:rPr lang="en-US" sz="4000" b="1">
                <a:solidFill>
                  <a:srgbClr val="FFFFFF"/>
                </a:solidFill>
                <a:latin typeface="Arial" pitchFamily="34" charset="0"/>
                <a:ea typeface="Arial" pitchFamily="34" charset="-122"/>
                <a:cs typeface="Arial" pitchFamily="34" charset="-120"/>
              </a:rPr>
              <a:t>Moving Beyond Basic RAG</a:t>
            </a:r>
            <a:endParaRPr lang="en-IN" sz="4000">
              <a:solidFill>
                <a:srgbClr val="FFFFFF"/>
              </a:solidFill>
            </a:endParaRPr>
          </a:p>
        </p:txBody>
      </p:sp>
      <p:graphicFrame>
        <p:nvGraphicFramePr>
          <p:cNvPr id="5" name="Content Placeholder 2">
            <a:extLst>
              <a:ext uri="{FF2B5EF4-FFF2-40B4-BE49-F238E27FC236}">
                <a16:creationId xmlns:a16="http://schemas.microsoft.com/office/drawing/2014/main" id="{572B722D-E5A3-9C3F-8665-99300906AC59}"/>
              </a:ext>
            </a:extLst>
          </p:cNvPr>
          <p:cNvGraphicFramePr>
            <a:graphicFrameLocks noGrp="1"/>
          </p:cNvGraphicFramePr>
          <p:nvPr>
            <p:ph idx="1"/>
            <p:extLst>
              <p:ext uri="{D42A27DB-BD31-4B8C-83A1-F6EECF244321}">
                <p14:modId xmlns:p14="http://schemas.microsoft.com/office/powerpoint/2010/main" val="2526681007"/>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69809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4734C7-7FBD-9502-EC88-D10688012832}"/>
              </a:ext>
            </a:extLst>
          </p:cNvPr>
          <p:cNvSpPr>
            <a:spLocks noGrp="1"/>
          </p:cNvSpPr>
          <p:nvPr>
            <p:ph type="title"/>
          </p:nvPr>
        </p:nvSpPr>
        <p:spPr>
          <a:xfrm>
            <a:off x="686834" y="1153572"/>
            <a:ext cx="3200400" cy="4461163"/>
          </a:xfrm>
        </p:spPr>
        <p:txBody>
          <a:bodyPr>
            <a:normAutofit/>
          </a:bodyPr>
          <a:lstStyle/>
          <a:p>
            <a:r>
              <a:rPr lang="en-US" b="1">
                <a:solidFill>
                  <a:srgbClr val="FFFFFF"/>
                </a:solidFill>
                <a:latin typeface="Arial" pitchFamily="34" charset="0"/>
                <a:ea typeface="Arial" pitchFamily="34" charset="-122"/>
                <a:cs typeface="Arial" pitchFamily="34" charset="-120"/>
              </a:rPr>
              <a:t>The Retrieval Process in RAG</a:t>
            </a:r>
            <a:endParaRPr lang="en-IN">
              <a:solidFill>
                <a:srgbClr val="FFFFFF"/>
              </a:solidFill>
            </a:endParaRPr>
          </a:p>
        </p:txBody>
      </p:sp>
      <p:sp>
        <p:nvSpPr>
          <p:cNvPr id="22" name="Arc 2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99CE0E4-B05B-F651-D26D-946C1C212470}"/>
              </a:ext>
            </a:extLst>
          </p:cNvPr>
          <p:cNvSpPr>
            <a:spLocks noGrp="1"/>
          </p:cNvSpPr>
          <p:nvPr>
            <p:ph idx="1"/>
          </p:nvPr>
        </p:nvSpPr>
        <p:spPr>
          <a:xfrm>
            <a:off x="4447308" y="591344"/>
            <a:ext cx="6906491" cy="5585619"/>
          </a:xfrm>
        </p:spPr>
        <p:txBody>
          <a:bodyPr anchor="ctr">
            <a:normAutofit/>
          </a:bodyPr>
          <a:lstStyle/>
          <a:p>
            <a:pPr marL="0" indent="0">
              <a:buNone/>
            </a:pPr>
            <a:r>
              <a:rPr lang="en-US" sz="1500">
                <a:latin typeface="Arial" pitchFamily="34" charset="0"/>
                <a:ea typeface="Arial" pitchFamily="34" charset="-122"/>
                <a:cs typeface="Arial" pitchFamily="34" charset="-120"/>
              </a:rPr>
              <a:t>RAG retrieval can be understood in three main stages:</a:t>
            </a:r>
            <a:endParaRPr lang="en-US" sz="1500"/>
          </a:p>
          <a:p>
            <a:pPr marL="0" indent="0">
              <a:buNone/>
            </a:pPr>
            <a:endParaRPr lang="en-US" sz="1500"/>
          </a:p>
          <a:p>
            <a:r>
              <a:rPr lang="en-US" sz="1500">
                <a:latin typeface="Arial" pitchFamily="34" charset="0"/>
                <a:ea typeface="Arial" pitchFamily="34" charset="-122"/>
                <a:cs typeface="Arial" pitchFamily="34" charset="-120"/>
              </a:rPr>
              <a:t>Pre-Retrieval: Prepare the source data, extract useful information, divide documents into chunks, create embeddings, and build the search index.</a:t>
            </a:r>
            <a:endParaRPr lang="en-US" sz="1500"/>
          </a:p>
          <a:p>
            <a:endParaRPr lang="en-US" sz="1500"/>
          </a:p>
          <a:p>
            <a:r>
              <a:rPr lang="en-US" sz="1500">
                <a:latin typeface="Arial" pitchFamily="34" charset="0"/>
                <a:ea typeface="Arial" pitchFamily="34" charset="-122"/>
                <a:cs typeface="Arial" pitchFamily="34" charset="-120"/>
              </a:rPr>
              <a:t>Retrieval: When the user asks a question, search the stored information and identify the chunks that are most relevant.</a:t>
            </a:r>
            <a:endParaRPr lang="en-US" sz="1500"/>
          </a:p>
          <a:p>
            <a:endParaRPr lang="en-US" sz="1500"/>
          </a:p>
          <a:p>
            <a:r>
              <a:rPr lang="en-US" sz="1500">
                <a:latin typeface="Arial" pitchFamily="34" charset="0"/>
                <a:ea typeface="Arial" pitchFamily="34" charset="-122"/>
                <a:cs typeface="Arial" pitchFamily="34" charset="-120"/>
              </a:rPr>
              <a:t>Post-Retrieval: Rank or filter the retrieved results and select the best information before sending it to the Foundation Model.</a:t>
            </a:r>
            <a:endParaRPr lang="en-US" sz="1500"/>
          </a:p>
          <a:p>
            <a:pPr marL="0" indent="0">
              <a:buNone/>
            </a:pPr>
            <a:endParaRPr lang="en-US" sz="1500"/>
          </a:p>
          <a:p>
            <a:pPr marL="0" indent="0">
              <a:buNone/>
            </a:pPr>
            <a:r>
              <a:rPr lang="en-US" sz="1500">
                <a:latin typeface="Arial" pitchFamily="34" charset="0"/>
                <a:ea typeface="Arial" pitchFamily="34" charset="-122"/>
                <a:cs typeface="Arial" pitchFamily="34" charset="-120"/>
              </a:rPr>
              <a:t>Overall flow:</a:t>
            </a:r>
            <a:endParaRPr lang="en-US" sz="1500"/>
          </a:p>
          <a:p>
            <a:pPr marL="0" indent="0">
              <a:buNone/>
            </a:pPr>
            <a:r>
              <a:rPr lang="en-US" sz="1500">
                <a:latin typeface="Arial" pitchFamily="34" charset="0"/>
                <a:ea typeface="Arial" pitchFamily="34" charset="-122"/>
                <a:cs typeface="Arial" pitchFamily="34" charset="-120"/>
              </a:rPr>
              <a:t>User Query → Retrieve Relevant Context → Add Context to Prompt → Foundation Model → Response</a:t>
            </a:r>
            <a:endParaRPr lang="en-US" sz="1500"/>
          </a:p>
          <a:p>
            <a:pPr marL="0" indent="0">
              <a:buNone/>
            </a:pPr>
            <a:endParaRPr lang="en-US" sz="1500"/>
          </a:p>
          <a:p>
            <a:pPr marL="0" indent="0">
              <a:buNone/>
            </a:pPr>
            <a:r>
              <a:rPr lang="en-US" sz="1500">
                <a:latin typeface="Arial" pitchFamily="34" charset="0"/>
                <a:ea typeface="Arial" pitchFamily="34" charset="-122"/>
                <a:cs typeface="Arial" pitchFamily="34" charset="-120"/>
              </a:rPr>
              <a:t>A good final response depends on the entire retrieval pipeline, not only the model.</a:t>
            </a:r>
            <a:endParaRPr lang="en-US" sz="1500"/>
          </a:p>
          <a:p>
            <a:endParaRPr lang="en-IN" sz="1500"/>
          </a:p>
        </p:txBody>
      </p:sp>
    </p:spTree>
    <p:extLst>
      <p:ext uri="{BB962C8B-B14F-4D97-AF65-F5344CB8AC3E}">
        <p14:creationId xmlns:p14="http://schemas.microsoft.com/office/powerpoint/2010/main" val="3340334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667FE-316E-2AAC-BBC0-A595680866AD}"/>
              </a:ext>
            </a:extLst>
          </p:cNvPr>
          <p:cNvSpPr>
            <a:spLocks noGrp="1"/>
          </p:cNvSpPr>
          <p:nvPr>
            <p:ph type="title"/>
          </p:nvPr>
        </p:nvSpPr>
        <p:spPr/>
        <p:txBody>
          <a:bodyPr/>
          <a:lstStyle/>
          <a:p>
            <a:r>
              <a:rPr lang="en-US" b="1" dirty="0">
                <a:solidFill>
                  <a:srgbClr val="000000"/>
                </a:solidFill>
                <a:latin typeface="Arial" pitchFamily="34" charset="0"/>
                <a:ea typeface="Arial" pitchFamily="34" charset="-122"/>
                <a:cs typeface="Arial" pitchFamily="34" charset="-120"/>
              </a:rPr>
              <a:t>Why Data Granularity Matters</a:t>
            </a:r>
            <a:endParaRPr lang="en-IN" dirty="0"/>
          </a:p>
        </p:txBody>
      </p:sp>
      <p:graphicFrame>
        <p:nvGraphicFramePr>
          <p:cNvPr id="5" name="Content Placeholder 2">
            <a:extLst>
              <a:ext uri="{FF2B5EF4-FFF2-40B4-BE49-F238E27FC236}">
                <a16:creationId xmlns:a16="http://schemas.microsoft.com/office/drawing/2014/main" id="{43F65296-B324-1578-B507-8E02FBFC5CB0}"/>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22607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a:extLst>
              <a:ext uri="{FF2B5EF4-FFF2-40B4-BE49-F238E27FC236}">
                <a16:creationId xmlns:a16="http://schemas.microsoft.com/office/drawing/2014/main" id="{21ED5FCA-9564-42B4-9F52-2CCED8ED6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467"/>
            <a:ext cx="12191999" cy="6866467"/>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Piles of paper">
            <a:extLst>
              <a:ext uri="{FF2B5EF4-FFF2-40B4-BE49-F238E27FC236}">
                <a16:creationId xmlns:a16="http://schemas.microsoft.com/office/drawing/2014/main" id="{5ACD2C89-6F4F-8C7C-55E0-24E536D6BE96}"/>
              </a:ext>
            </a:extLst>
          </p:cNvPr>
          <p:cNvPicPr>
            <a:picLocks noChangeAspect="1"/>
          </p:cNvPicPr>
          <p:nvPr/>
        </p:nvPicPr>
        <p:blipFill>
          <a:blip r:embed="rId3">
            <a:alphaModFix amt="55000"/>
          </a:blip>
          <a:srcRect t="15730"/>
          <a:stretch>
            <a:fillRect/>
          </a:stretch>
        </p:blipFill>
        <p:spPr>
          <a:xfrm>
            <a:off x="20" y="-9107"/>
            <a:ext cx="12191980" cy="6858000"/>
          </a:xfrm>
          <a:prstGeom prst="rect">
            <a:avLst/>
          </a:prstGeom>
        </p:spPr>
      </p:pic>
      <p:sp>
        <p:nvSpPr>
          <p:cNvPr id="2" name="Title 1">
            <a:extLst>
              <a:ext uri="{FF2B5EF4-FFF2-40B4-BE49-F238E27FC236}">
                <a16:creationId xmlns:a16="http://schemas.microsoft.com/office/drawing/2014/main" id="{93C589D4-EAE4-BE85-26A7-B2CBFC3988D5}"/>
              </a:ext>
            </a:extLst>
          </p:cNvPr>
          <p:cNvSpPr>
            <a:spLocks noGrp="1"/>
          </p:cNvSpPr>
          <p:nvPr>
            <p:ph type="title"/>
          </p:nvPr>
        </p:nvSpPr>
        <p:spPr>
          <a:xfrm>
            <a:off x="838200" y="365125"/>
            <a:ext cx="10515600" cy="1325563"/>
          </a:xfrm>
        </p:spPr>
        <p:txBody>
          <a:bodyPr>
            <a:normAutofit/>
          </a:bodyPr>
          <a:lstStyle/>
          <a:p>
            <a:r>
              <a:rPr lang="en-US" b="1">
                <a:solidFill>
                  <a:srgbClr val="FFFFFF"/>
                </a:solidFill>
                <a:latin typeface="Arial" pitchFamily="34" charset="0"/>
                <a:ea typeface="Arial" pitchFamily="34" charset="-122"/>
                <a:cs typeface="Arial" pitchFamily="34" charset="-120"/>
              </a:rPr>
              <a:t>What Is Chunking?</a:t>
            </a:r>
            <a:endParaRPr lang="en-IN">
              <a:solidFill>
                <a:srgbClr val="FFFFFF"/>
              </a:solidFill>
            </a:endParaRPr>
          </a:p>
        </p:txBody>
      </p:sp>
      <p:sp>
        <p:nvSpPr>
          <p:cNvPr id="11" name="Arc 1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61A9CB1A-C8CF-19CE-60CD-94EEFE915E53}"/>
              </a:ext>
            </a:extLst>
          </p:cNvPr>
          <p:cNvSpPr>
            <a:spLocks noGrp="1"/>
          </p:cNvSpPr>
          <p:nvPr>
            <p:ph idx="1"/>
          </p:nvPr>
        </p:nvSpPr>
        <p:spPr>
          <a:xfrm>
            <a:off x="838200" y="1825625"/>
            <a:ext cx="10515600" cy="4351338"/>
          </a:xfrm>
        </p:spPr>
        <p:txBody>
          <a:bodyPr>
            <a:normAutofit/>
          </a:bodyPr>
          <a:lstStyle/>
          <a:p>
            <a:r>
              <a:rPr lang="en-US" sz="1800">
                <a:solidFill>
                  <a:srgbClr val="FFFFFF"/>
                </a:solidFill>
                <a:latin typeface="Arial" pitchFamily="34" charset="0"/>
                <a:ea typeface="Arial" pitchFamily="34" charset="-122"/>
                <a:cs typeface="Arial" pitchFamily="34" charset="-120"/>
              </a:rPr>
              <a:t>Chunking means splitting a large document into smaller pieces before creating embeddings and storing the content in a vector store.</a:t>
            </a:r>
            <a:endParaRPr lang="en-US" sz="1800">
              <a:solidFill>
                <a:srgbClr val="FFFFFF"/>
              </a:solidFill>
            </a:endParaRPr>
          </a:p>
          <a:p>
            <a:endParaRPr lang="en-US" sz="1800">
              <a:solidFill>
                <a:srgbClr val="FFFFFF"/>
              </a:solidFill>
            </a:endParaRPr>
          </a:p>
          <a:p>
            <a:r>
              <a:rPr lang="en-US" sz="1800">
                <a:solidFill>
                  <a:srgbClr val="FFFFFF"/>
                </a:solidFill>
                <a:latin typeface="Arial" pitchFamily="34" charset="0"/>
                <a:ea typeface="Arial" pitchFamily="34" charset="-122"/>
                <a:cs typeface="Arial" pitchFamily="34" charset="-120"/>
              </a:rPr>
              <a:t>Each chunk can receive its own embedding, allowing the retrieval system to search smaller sections instead of searching the entire document as one object.</a:t>
            </a:r>
            <a:endParaRPr lang="en-US" sz="1800">
              <a:solidFill>
                <a:srgbClr val="FFFFFF"/>
              </a:solidFill>
            </a:endParaRPr>
          </a:p>
          <a:p>
            <a:endParaRPr lang="en-US" sz="1800">
              <a:solidFill>
                <a:srgbClr val="FFFFFF"/>
              </a:solidFill>
            </a:endParaRPr>
          </a:p>
          <a:p>
            <a:r>
              <a:rPr lang="en-US" sz="1800">
                <a:solidFill>
                  <a:srgbClr val="FFFFFF"/>
                </a:solidFill>
                <a:latin typeface="Arial" pitchFamily="34" charset="0"/>
                <a:ea typeface="Arial" pitchFamily="34" charset="-122"/>
                <a:cs typeface="Arial" pitchFamily="34" charset="-120"/>
              </a:rPr>
              <a:t>For example, a 50-page employee handbook can be separated into sections for vacation, benefits, remote work, and company policies.</a:t>
            </a:r>
            <a:endParaRPr lang="en-US" sz="1800">
              <a:solidFill>
                <a:srgbClr val="FFFFFF"/>
              </a:solidFill>
            </a:endParaRPr>
          </a:p>
          <a:p>
            <a:endParaRPr lang="en-US" sz="1800">
              <a:solidFill>
                <a:srgbClr val="FFFFFF"/>
              </a:solidFill>
            </a:endParaRPr>
          </a:p>
          <a:p>
            <a:r>
              <a:rPr lang="en-US" sz="1800">
                <a:solidFill>
                  <a:srgbClr val="FFFFFF"/>
                </a:solidFill>
                <a:latin typeface="Arial" pitchFamily="34" charset="0"/>
                <a:ea typeface="Arial" pitchFamily="34" charset="-122"/>
                <a:cs typeface="Arial" pitchFamily="34" charset="-120"/>
              </a:rPr>
              <a:t>If a user asks about remote work, the retrieval system can search directly for the most relevant section instead of sending the entire handbook to the model.</a:t>
            </a:r>
            <a:endParaRPr lang="en-US" sz="1800">
              <a:solidFill>
                <a:srgbClr val="FFFFFF"/>
              </a:solidFill>
            </a:endParaRPr>
          </a:p>
          <a:p>
            <a:endParaRPr lang="en-US" sz="1800">
              <a:solidFill>
                <a:srgbClr val="FFFFFF"/>
              </a:solidFill>
            </a:endParaRPr>
          </a:p>
          <a:p>
            <a:r>
              <a:rPr lang="en-US" sz="1800">
                <a:solidFill>
                  <a:srgbClr val="FFFFFF"/>
                </a:solidFill>
                <a:latin typeface="Arial" pitchFamily="34" charset="0"/>
                <a:ea typeface="Arial" pitchFamily="34" charset="-122"/>
                <a:cs typeface="Arial" pitchFamily="34" charset="-120"/>
              </a:rPr>
              <a:t>Good chunking can improve both retrieval accuracy and the quality of the final AI response.</a:t>
            </a:r>
            <a:endParaRPr lang="en-US" sz="1800">
              <a:solidFill>
                <a:srgbClr val="FFFFFF"/>
              </a:solidFill>
            </a:endParaRPr>
          </a:p>
          <a:p>
            <a:endParaRPr lang="en-IN" sz="1800">
              <a:solidFill>
                <a:srgbClr val="FFFFFF"/>
              </a:solidFill>
            </a:endParaRPr>
          </a:p>
        </p:txBody>
      </p:sp>
    </p:spTree>
    <p:extLst>
      <p:ext uri="{BB962C8B-B14F-4D97-AF65-F5344CB8AC3E}">
        <p14:creationId xmlns:p14="http://schemas.microsoft.com/office/powerpoint/2010/main" val="2555773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57F26AD-62B7-0FA0-D323-9F7F2B63D8FF}"/>
              </a:ext>
            </a:extLst>
          </p:cNvPr>
          <p:cNvPicPr>
            <a:picLocks noChangeAspect="1"/>
          </p:cNvPicPr>
          <p:nvPr/>
        </p:nvPicPr>
        <p:blipFill>
          <a:blip r:embed="rId2">
            <a:duotone>
              <a:schemeClr val="bg2">
                <a:shade val="45000"/>
                <a:satMod val="135000"/>
              </a:schemeClr>
              <a:prstClr val="white"/>
            </a:duotone>
          </a:blip>
          <a:srcRect t="3859" b="11872"/>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92C71B-A089-FFCA-2462-79759B72D839}"/>
              </a:ext>
            </a:extLst>
          </p:cNvPr>
          <p:cNvSpPr>
            <a:spLocks noGrp="1"/>
          </p:cNvSpPr>
          <p:nvPr>
            <p:ph type="title"/>
          </p:nvPr>
        </p:nvSpPr>
        <p:spPr>
          <a:xfrm>
            <a:off x="838200" y="365125"/>
            <a:ext cx="10515600" cy="1325563"/>
          </a:xfrm>
        </p:spPr>
        <p:txBody>
          <a:bodyPr>
            <a:normAutofit/>
          </a:bodyPr>
          <a:lstStyle/>
          <a:p>
            <a:r>
              <a:rPr lang="en-US" b="1">
                <a:latin typeface="Arial" pitchFamily="34" charset="0"/>
                <a:ea typeface="Arial" pitchFamily="34" charset="-122"/>
                <a:cs typeface="Arial" pitchFamily="34" charset="-120"/>
              </a:rPr>
              <a:t>Standard Chunking</a:t>
            </a:r>
            <a:endParaRPr lang="en-IN" dirty="0"/>
          </a:p>
        </p:txBody>
      </p:sp>
      <p:graphicFrame>
        <p:nvGraphicFramePr>
          <p:cNvPr id="13" name="Content Placeholder 2">
            <a:extLst>
              <a:ext uri="{FF2B5EF4-FFF2-40B4-BE49-F238E27FC236}">
                <a16:creationId xmlns:a16="http://schemas.microsoft.com/office/drawing/2014/main" id="{1E517A2C-179B-7383-CBFD-B57914DF52C6}"/>
              </a:ext>
            </a:extLst>
          </p:cNvPr>
          <p:cNvGraphicFramePr>
            <a:graphicFrameLocks noGrp="1"/>
          </p:cNvGraphicFramePr>
          <p:nvPr>
            <p:ph idx="1"/>
            <p:extLst>
              <p:ext uri="{D42A27DB-BD31-4B8C-83A1-F6EECF244321}">
                <p14:modId xmlns:p14="http://schemas.microsoft.com/office/powerpoint/2010/main" val="64864442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45635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F7334E-E230-38B3-70CC-5E5FE2CADB44}"/>
              </a:ext>
            </a:extLst>
          </p:cNvPr>
          <p:cNvSpPr>
            <a:spLocks noGrp="1"/>
          </p:cNvSpPr>
          <p:nvPr>
            <p:ph type="title"/>
          </p:nvPr>
        </p:nvSpPr>
        <p:spPr>
          <a:xfrm>
            <a:off x="1245072" y="1289765"/>
            <a:ext cx="3651101" cy="4270963"/>
          </a:xfrm>
        </p:spPr>
        <p:txBody>
          <a:bodyPr anchor="ctr">
            <a:normAutofit/>
          </a:bodyPr>
          <a:lstStyle/>
          <a:p>
            <a:pPr algn="ctr"/>
            <a:r>
              <a:rPr lang="en-US" sz="4300" b="1">
                <a:solidFill>
                  <a:srgbClr val="FFFFFF"/>
                </a:solidFill>
                <a:latin typeface="Arial" pitchFamily="34" charset="0"/>
                <a:ea typeface="Arial" pitchFamily="34" charset="-122"/>
                <a:cs typeface="Arial" pitchFamily="34" charset="-120"/>
              </a:rPr>
              <a:t>Hierarchical Chunking</a:t>
            </a:r>
            <a:endParaRPr lang="en-IN" sz="4300">
              <a:solidFill>
                <a:srgbClr val="FFFFFF"/>
              </a:solidFill>
            </a:endParaRPr>
          </a:p>
        </p:txBody>
      </p:sp>
      <p:sp>
        <p:nvSpPr>
          <p:cNvPr id="21"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22"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6B8C5CFE-D3B2-1241-AA96-54B04E0A578B}"/>
              </a:ext>
            </a:extLst>
          </p:cNvPr>
          <p:cNvSpPr>
            <a:spLocks noGrp="1"/>
          </p:cNvSpPr>
          <p:nvPr>
            <p:ph idx="1"/>
          </p:nvPr>
        </p:nvSpPr>
        <p:spPr>
          <a:xfrm>
            <a:off x="6297233" y="518400"/>
            <a:ext cx="4771607" cy="5837949"/>
          </a:xfrm>
        </p:spPr>
        <p:txBody>
          <a:bodyPr anchor="ctr">
            <a:normAutofit/>
          </a:bodyPr>
          <a:lstStyle/>
          <a:p>
            <a:r>
              <a:rPr lang="en-US" sz="1400">
                <a:solidFill>
                  <a:schemeClr val="tx1">
                    <a:alpha val="80000"/>
                  </a:schemeClr>
                </a:solidFill>
                <a:latin typeface="Arial" pitchFamily="34" charset="0"/>
                <a:ea typeface="Arial" pitchFamily="34" charset="-122"/>
                <a:cs typeface="Arial" pitchFamily="34" charset="-120"/>
              </a:rPr>
              <a:t>Hierarchical chunking creates smaller child chunks and larger parent chunks from the same information.</a:t>
            </a:r>
            <a:endParaRPr lang="en-US" sz="1400">
              <a:solidFill>
                <a:schemeClr val="tx1">
                  <a:alpha val="80000"/>
                </a:schemeClr>
              </a:solidFill>
            </a:endParaRPr>
          </a:p>
          <a:p>
            <a:r>
              <a:rPr lang="en-US" sz="1400">
                <a:solidFill>
                  <a:schemeClr val="tx1">
                    <a:alpha val="80000"/>
                  </a:schemeClr>
                </a:solidFill>
                <a:latin typeface="Arial" pitchFamily="34" charset="0"/>
                <a:ea typeface="Arial" pitchFamily="34" charset="-122"/>
                <a:cs typeface="Arial" pitchFamily="34" charset="-120"/>
              </a:rPr>
              <a:t>The retrieval system first searches the smaller child chunks because they provide more precise matching.</a:t>
            </a:r>
            <a:endParaRPr lang="en-US" sz="1400">
              <a:solidFill>
                <a:schemeClr val="tx1">
                  <a:alpha val="80000"/>
                </a:schemeClr>
              </a:solidFill>
            </a:endParaRPr>
          </a:p>
          <a:p>
            <a:r>
              <a:rPr lang="en-US" sz="1400">
                <a:solidFill>
                  <a:schemeClr val="tx1">
                    <a:alpha val="80000"/>
                  </a:schemeClr>
                </a:solidFill>
                <a:latin typeface="Arial" pitchFamily="34" charset="0"/>
                <a:ea typeface="Arial" pitchFamily="34" charset="-122"/>
                <a:cs typeface="Arial" pitchFamily="34" charset="-120"/>
              </a:rPr>
              <a:t>After finding a useful child chunk, the system can return its larger parent chunk to provide additional context.</a:t>
            </a:r>
            <a:endParaRPr lang="en-US" sz="1400">
              <a:solidFill>
                <a:schemeClr val="tx1">
                  <a:alpha val="80000"/>
                </a:schemeClr>
              </a:solidFill>
            </a:endParaRPr>
          </a:p>
          <a:p>
            <a:r>
              <a:rPr lang="en-US" sz="1400">
                <a:solidFill>
                  <a:schemeClr val="tx1">
                    <a:alpha val="80000"/>
                  </a:schemeClr>
                </a:solidFill>
                <a:latin typeface="Arial" pitchFamily="34" charset="0"/>
                <a:ea typeface="Arial" pitchFamily="34" charset="-122"/>
                <a:cs typeface="Arial" pitchFamily="34" charset="-120"/>
              </a:rPr>
              <a:t>Example:</a:t>
            </a:r>
            <a:endParaRPr lang="en-US" sz="1400">
              <a:solidFill>
                <a:schemeClr val="tx1">
                  <a:alpha val="80000"/>
                </a:schemeClr>
              </a:solidFill>
            </a:endParaRPr>
          </a:p>
          <a:p>
            <a:r>
              <a:rPr lang="en-US" sz="1400">
                <a:solidFill>
                  <a:schemeClr val="tx1">
                    <a:alpha val="80000"/>
                  </a:schemeClr>
                </a:solidFill>
                <a:latin typeface="Arial" pitchFamily="34" charset="0"/>
                <a:ea typeface="Arial" pitchFamily="34" charset="-122"/>
                <a:cs typeface="Arial" pitchFamily="34" charset="-120"/>
              </a:rPr>
              <a:t>Parent section: Employee Benefits</a:t>
            </a:r>
            <a:endParaRPr lang="en-US" sz="1400">
              <a:solidFill>
                <a:schemeClr val="tx1">
                  <a:alpha val="80000"/>
                </a:schemeClr>
              </a:solidFill>
            </a:endParaRPr>
          </a:p>
          <a:p>
            <a:r>
              <a:rPr lang="en-US" sz="1400">
                <a:solidFill>
                  <a:schemeClr val="tx1">
                    <a:alpha val="80000"/>
                  </a:schemeClr>
                </a:solidFill>
                <a:latin typeface="Arial" pitchFamily="34" charset="0"/>
                <a:ea typeface="Arial" pitchFamily="34" charset="-122"/>
                <a:cs typeface="Arial" pitchFamily="34" charset="-120"/>
              </a:rPr>
              <a:t>Child sections:</a:t>
            </a:r>
            <a:endParaRPr lang="en-US" sz="1400">
              <a:solidFill>
                <a:schemeClr val="tx1">
                  <a:alpha val="80000"/>
                </a:schemeClr>
              </a:solidFill>
            </a:endParaRPr>
          </a:p>
          <a:p>
            <a:pPr lvl="1"/>
            <a:r>
              <a:rPr lang="en-US" sz="1400">
                <a:solidFill>
                  <a:schemeClr val="tx1">
                    <a:alpha val="80000"/>
                  </a:schemeClr>
                </a:solidFill>
                <a:latin typeface="Arial" pitchFamily="34" charset="0"/>
                <a:ea typeface="Arial" pitchFamily="34" charset="-122"/>
                <a:cs typeface="Arial" pitchFamily="34" charset="-120"/>
              </a:rPr>
              <a:t>Health Insurance</a:t>
            </a:r>
            <a:endParaRPr lang="en-US" sz="1400">
              <a:solidFill>
                <a:schemeClr val="tx1">
                  <a:alpha val="80000"/>
                </a:schemeClr>
              </a:solidFill>
            </a:endParaRPr>
          </a:p>
          <a:p>
            <a:pPr lvl="1"/>
            <a:r>
              <a:rPr lang="en-US" sz="1400">
                <a:solidFill>
                  <a:schemeClr val="tx1">
                    <a:alpha val="80000"/>
                  </a:schemeClr>
                </a:solidFill>
                <a:latin typeface="Arial" pitchFamily="34" charset="0"/>
                <a:ea typeface="Arial" pitchFamily="34" charset="-122"/>
                <a:cs typeface="Arial" pitchFamily="34" charset="-120"/>
              </a:rPr>
              <a:t>Vacation Policy</a:t>
            </a:r>
            <a:endParaRPr lang="en-US" sz="1400">
              <a:solidFill>
                <a:schemeClr val="tx1">
                  <a:alpha val="80000"/>
                </a:schemeClr>
              </a:solidFill>
            </a:endParaRPr>
          </a:p>
          <a:p>
            <a:pPr lvl="1"/>
            <a:r>
              <a:rPr lang="en-US" sz="1400">
                <a:solidFill>
                  <a:schemeClr val="tx1">
                    <a:alpha val="80000"/>
                  </a:schemeClr>
                </a:solidFill>
                <a:latin typeface="Arial" pitchFamily="34" charset="0"/>
                <a:ea typeface="Arial" pitchFamily="34" charset="-122"/>
                <a:cs typeface="Arial" pitchFamily="34" charset="-120"/>
              </a:rPr>
              <a:t>Retirement Plan</a:t>
            </a:r>
            <a:endParaRPr lang="en-US" sz="1400">
              <a:solidFill>
                <a:schemeClr val="tx1">
                  <a:alpha val="80000"/>
                </a:schemeClr>
              </a:solidFill>
            </a:endParaRPr>
          </a:p>
          <a:p>
            <a:pPr lvl="1"/>
            <a:r>
              <a:rPr lang="en-US" sz="1400">
                <a:solidFill>
                  <a:schemeClr val="tx1">
                    <a:alpha val="80000"/>
                  </a:schemeClr>
                </a:solidFill>
                <a:latin typeface="Arial" pitchFamily="34" charset="0"/>
                <a:ea typeface="Arial" pitchFamily="34" charset="-122"/>
                <a:cs typeface="Arial" pitchFamily="34" charset="-120"/>
              </a:rPr>
              <a:t>Parental Leave</a:t>
            </a:r>
            <a:endParaRPr lang="en-US" sz="1400">
              <a:solidFill>
                <a:schemeClr val="tx1">
                  <a:alpha val="80000"/>
                </a:schemeClr>
              </a:solidFill>
            </a:endParaRPr>
          </a:p>
          <a:p>
            <a:r>
              <a:rPr lang="en-US" sz="1400">
                <a:solidFill>
                  <a:schemeClr val="tx1">
                    <a:alpha val="80000"/>
                  </a:schemeClr>
                </a:solidFill>
                <a:latin typeface="Arial" pitchFamily="34" charset="0"/>
                <a:ea typeface="Arial" pitchFamily="34" charset="-122"/>
                <a:cs typeface="Arial" pitchFamily="34" charset="-120"/>
              </a:rPr>
              <a:t>If the question is about parental leave, the small child chunk helps locate the answer while the parent can provide the broader benefits context.</a:t>
            </a:r>
            <a:endParaRPr lang="en-US" sz="1400">
              <a:solidFill>
                <a:schemeClr val="tx1">
                  <a:alpha val="80000"/>
                </a:schemeClr>
              </a:solidFill>
            </a:endParaRPr>
          </a:p>
          <a:p>
            <a:r>
              <a:rPr lang="en-US" sz="1400">
                <a:solidFill>
                  <a:schemeClr val="tx1">
                    <a:alpha val="80000"/>
                  </a:schemeClr>
                </a:solidFill>
                <a:latin typeface="Arial" pitchFamily="34" charset="0"/>
                <a:ea typeface="Arial" pitchFamily="34" charset="-122"/>
                <a:cs typeface="Arial" pitchFamily="34" charset="-120"/>
              </a:rPr>
              <a:t>Main idea:</a:t>
            </a:r>
            <a:endParaRPr lang="en-US" sz="1400">
              <a:solidFill>
                <a:schemeClr val="tx1">
                  <a:alpha val="80000"/>
                </a:schemeClr>
              </a:solidFill>
            </a:endParaRPr>
          </a:p>
          <a:p>
            <a:r>
              <a:rPr lang="en-US" sz="1400">
                <a:solidFill>
                  <a:schemeClr val="tx1">
                    <a:alpha val="80000"/>
                  </a:schemeClr>
                </a:solidFill>
                <a:latin typeface="Arial" pitchFamily="34" charset="0"/>
                <a:ea typeface="Arial" pitchFamily="34" charset="-122"/>
                <a:cs typeface="Arial" pitchFamily="34" charset="-120"/>
              </a:rPr>
              <a:t>Small chunks improve precision + larger chunks restore context.</a:t>
            </a:r>
            <a:endParaRPr lang="en-US" sz="1400">
              <a:solidFill>
                <a:schemeClr val="tx1">
                  <a:alpha val="80000"/>
                </a:schemeClr>
              </a:solidFill>
            </a:endParaRP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1460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88A3B-9761-6D4A-AA8D-F6711C30CFC0}"/>
              </a:ext>
            </a:extLst>
          </p:cNvPr>
          <p:cNvSpPr>
            <a:spLocks noGrp="1"/>
          </p:cNvSpPr>
          <p:nvPr>
            <p:ph type="title"/>
          </p:nvPr>
        </p:nvSpPr>
        <p:spPr/>
        <p:txBody>
          <a:bodyPr/>
          <a:lstStyle/>
          <a:p>
            <a:r>
              <a:rPr lang="en-US" b="1">
                <a:solidFill>
                  <a:srgbClr val="000000"/>
                </a:solidFill>
                <a:latin typeface="Arial" pitchFamily="34" charset="0"/>
                <a:ea typeface="Arial" pitchFamily="34" charset="-122"/>
                <a:cs typeface="Arial" pitchFamily="34" charset="-120"/>
              </a:rPr>
              <a:t>Semantic Chunking</a:t>
            </a:r>
            <a:endParaRPr lang="en-IN" dirty="0"/>
          </a:p>
        </p:txBody>
      </p:sp>
      <p:graphicFrame>
        <p:nvGraphicFramePr>
          <p:cNvPr id="21" name="Content Placeholder 2">
            <a:extLst>
              <a:ext uri="{FF2B5EF4-FFF2-40B4-BE49-F238E27FC236}">
                <a16:creationId xmlns:a16="http://schemas.microsoft.com/office/drawing/2014/main" id="{92304606-28B4-FEE4-7B1D-151C091C0A03}"/>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54869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67740E-5818-1BAB-39BD-D5E7ABE7B350}"/>
              </a:ext>
            </a:extLst>
          </p:cNvPr>
          <p:cNvSpPr>
            <a:spLocks noGrp="1"/>
          </p:cNvSpPr>
          <p:nvPr>
            <p:ph type="title"/>
          </p:nvPr>
        </p:nvSpPr>
        <p:spPr>
          <a:xfrm>
            <a:off x="1371599" y="294538"/>
            <a:ext cx="9895951" cy="1033669"/>
          </a:xfrm>
        </p:spPr>
        <p:txBody>
          <a:bodyPr>
            <a:normAutofit/>
          </a:bodyPr>
          <a:lstStyle/>
          <a:p>
            <a:r>
              <a:rPr lang="en-US" sz="4000" b="1">
                <a:solidFill>
                  <a:srgbClr val="FFFFFF"/>
                </a:solidFill>
                <a:latin typeface="Arial" pitchFamily="34" charset="0"/>
                <a:ea typeface="Arial" pitchFamily="34" charset="-122"/>
                <a:cs typeface="Arial" pitchFamily="34" charset="-120"/>
              </a:rPr>
              <a:t>Choosing a Chunking Strategy</a:t>
            </a:r>
            <a:endParaRPr lang="en-IN" sz="4000">
              <a:solidFill>
                <a:srgbClr val="FFFFFF"/>
              </a:solidFill>
            </a:endParaRPr>
          </a:p>
        </p:txBody>
      </p:sp>
      <p:sp>
        <p:nvSpPr>
          <p:cNvPr id="3" name="Content Placeholder 2">
            <a:extLst>
              <a:ext uri="{FF2B5EF4-FFF2-40B4-BE49-F238E27FC236}">
                <a16:creationId xmlns:a16="http://schemas.microsoft.com/office/drawing/2014/main" id="{CDE94F1E-BBF9-1D59-58E9-7FDC25ED399D}"/>
              </a:ext>
            </a:extLst>
          </p:cNvPr>
          <p:cNvSpPr>
            <a:spLocks noGrp="1"/>
          </p:cNvSpPr>
          <p:nvPr>
            <p:ph idx="1"/>
          </p:nvPr>
        </p:nvSpPr>
        <p:spPr>
          <a:xfrm>
            <a:off x="1371599" y="2318197"/>
            <a:ext cx="9724031" cy="3683358"/>
          </a:xfrm>
        </p:spPr>
        <p:txBody>
          <a:bodyPr anchor="ctr">
            <a:normAutofit/>
          </a:bodyPr>
          <a:lstStyle/>
          <a:p>
            <a:pPr marL="0" indent="0">
              <a:buNone/>
            </a:pPr>
            <a:r>
              <a:rPr lang="en-US" sz="1100">
                <a:latin typeface="Arial" pitchFamily="34" charset="0"/>
                <a:ea typeface="Arial" pitchFamily="34" charset="-122"/>
                <a:cs typeface="Arial" pitchFamily="34" charset="-120"/>
              </a:rPr>
              <a:t>There is no single strategy that works best for every dataset.</a:t>
            </a:r>
            <a:endParaRPr lang="en-US" sz="1100"/>
          </a:p>
          <a:p>
            <a:pPr marL="0" indent="0">
              <a:buNone/>
            </a:pPr>
            <a:r>
              <a:rPr lang="en-US" sz="1100">
                <a:latin typeface="Arial" pitchFamily="34" charset="0"/>
                <a:ea typeface="Arial" pitchFamily="34" charset="-122"/>
                <a:cs typeface="Arial" pitchFamily="34" charset="-120"/>
              </a:rPr>
              <a:t>Standard Chunking</a:t>
            </a:r>
            <a:endParaRPr lang="en-US" sz="1100"/>
          </a:p>
          <a:p>
            <a:r>
              <a:rPr lang="en-US" sz="1100">
                <a:latin typeface="Arial" pitchFamily="34" charset="0"/>
                <a:ea typeface="Arial" pitchFamily="34" charset="-122"/>
                <a:cs typeface="Arial" pitchFamily="34" charset="-120"/>
              </a:rPr>
              <a:t>Simple and predictable.</a:t>
            </a:r>
            <a:endParaRPr lang="en-US" sz="1100"/>
          </a:p>
          <a:p>
            <a:r>
              <a:rPr lang="en-US" sz="1100">
                <a:latin typeface="Arial" pitchFamily="34" charset="0"/>
                <a:ea typeface="Arial" pitchFamily="34" charset="-122"/>
                <a:cs typeface="Arial" pitchFamily="34" charset="-120"/>
              </a:rPr>
              <a:t>Useful when documents have a consistent format.</a:t>
            </a:r>
            <a:endParaRPr lang="en-US" sz="1100"/>
          </a:p>
          <a:p>
            <a:pPr marL="0" indent="0">
              <a:buNone/>
            </a:pPr>
            <a:r>
              <a:rPr lang="en-US" sz="1100">
                <a:latin typeface="Arial" pitchFamily="34" charset="0"/>
                <a:ea typeface="Arial" pitchFamily="34" charset="-122"/>
                <a:cs typeface="Arial" pitchFamily="34" charset="-120"/>
              </a:rPr>
              <a:t>Hierarchical Chunking</a:t>
            </a:r>
            <a:endParaRPr lang="en-US" sz="1100"/>
          </a:p>
          <a:p>
            <a:r>
              <a:rPr lang="en-US" sz="1100">
                <a:latin typeface="Arial" pitchFamily="34" charset="0"/>
                <a:ea typeface="Arial" pitchFamily="34" charset="-122"/>
                <a:cs typeface="Arial" pitchFamily="34" charset="-120"/>
              </a:rPr>
              <a:t>Useful for documents with clear sections and subsections.</a:t>
            </a:r>
            <a:endParaRPr lang="en-US" sz="1100"/>
          </a:p>
          <a:p>
            <a:r>
              <a:rPr lang="en-US" sz="1100">
                <a:latin typeface="Arial" pitchFamily="34" charset="0"/>
                <a:ea typeface="Arial" pitchFamily="34" charset="-122"/>
                <a:cs typeface="Arial" pitchFamily="34" charset="-120"/>
              </a:rPr>
              <a:t>Balances detailed retrieval with broader context.</a:t>
            </a:r>
            <a:endParaRPr lang="en-US" sz="1100"/>
          </a:p>
          <a:p>
            <a:pPr marL="0" indent="0">
              <a:buNone/>
            </a:pPr>
            <a:r>
              <a:rPr lang="en-US" sz="1100">
                <a:latin typeface="Arial" pitchFamily="34" charset="0"/>
                <a:ea typeface="Arial" pitchFamily="34" charset="-122"/>
                <a:cs typeface="Arial" pitchFamily="34" charset="-120"/>
              </a:rPr>
              <a:t>Semantic Chunking</a:t>
            </a:r>
            <a:endParaRPr lang="en-US" sz="1100"/>
          </a:p>
          <a:p>
            <a:r>
              <a:rPr lang="en-US" sz="1100">
                <a:latin typeface="Arial" pitchFamily="34" charset="0"/>
                <a:ea typeface="Arial" pitchFamily="34" charset="-122"/>
                <a:cs typeface="Arial" pitchFamily="34" charset="-120"/>
              </a:rPr>
              <a:t>Useful when meaning is more important than document structure.</a:t>
            </a:r>
            <a:endParaRPr lang="en-US" sz="1100"/>
          </a:p>
          <a:p>
            <a:r>
              <a:rPr lang="en-US" sz="1100">
                <a:latin typeface="Arial" pitchFamily="34" charset="0"/>
                <a:ea typeface="Arial" pitchFamily="34" charset="-122"/>
                <a:cs typeface="Arial" pitchFamily="34" charset="-120"/>
              </a:rPr>
              <a:t>Can separate topics more naturally.</a:t>
            </a:r>
            <a:endParaRPr lang="en-US" sz="1100"/>
          </a:p>
          <a:p>
            <a:pPr marL="0" indent="0">
              <a:buNone/>
            </a:pPr>
            <a:r>
              <a:rPr lang="en-US" sz="1100">
                <a:latin typeface="Arial" pitchFamily="34" charset="0"/>
                <a:ea typeface="Arial" pitchFamily="34" charset="-122"/>
                <a:cs typeface="Arial" pitchFamily="34" charset="-120"/>
              </a:rPr>
              <a:t>Example:</a:t>
            </a:r>
            <a:endParaRPr lang="en-US" sz="1100"/>
          </a:p>
          <a:p>
            <a:pPr marL="0" indent="0">
              <a:buNone/>
            </a:pPr>
            <a:r>
              <a:rPr lang="en-US" sz="1100">
                <a:latin typeface="Arial" pitchFamily="34" charset="0"/>
                <a:ea typeface="Arial" pitchFamily="34" charset="-122"/>
                <a:cs typeface="Arial" pitchFamily="34" charset="-120"/>
              </a:rPr>
              <a:t>A small FAQ may work well with standard chunking, while a long employee handbook may benefit from hierarchical or semantic chunking.</a:t>
            </a:r>
            <a:endParaRPr lang="en-US" sz="1100"/>
          </a:p>
          <a:p>
            <a:pPr marL="0" indent="0">
              <a:buNone/>
            </a:pPr>
            <a:r>
              <a:rPr lang="en-US" sz="1100">
                <a:latin typeface="Arial" pitchFamily="34" charset="0"/>
                <a:ea typeface="Arial" pitchFamily="34" charset="-122"/>
                <a:cs typeface="Arial" pitchFamily="34" charset="-120"/>
              </a:rPr>
              <a:t>The best strategy should be tested using real user queries rather than selected only because it sounds more advanced.</a:t>
            </a:r>
            <a:endParaRPr lang="en-US" sz="1100"/>
          </a:p>
        </p:txBody>
      </p:sp>
    </p:spTree>
    <p:extLst>
      <p:ext uri="{BB962C8B-B14F-4D97-AF65-F5344CB8AC3E}">
        <p14:creationId xmlns:p14="http://schemas.microsoft.com/office/powerpoint/2010/main" val="1359853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2D54B-CD8C-FC1D-C0BA-18ABEDDF73CE}"/>
              </a:ext>
            </a:extLst>
          </p:cNvPr>
          <p:cNvSpPr>
            <a:spLocks noGrp="1"/>
          </p:cNvSpPr>
          <p:nvPr>
            <p:ph type="title"/>
          </p:nvPr>
        </p:nvSpPr>
        <p:spPr/>
        <p:txBody>
          <a:bodyPr/>
          <a:lstStyle/>
          <a:p>
            <a:r>
              <a:rPr lang="en-US" b="1" dirty="0">
                <a:solidFill>
                  <a:srgbClr val="000000"/>
                </a:solidFill>
                <a:latin typeface="Arial" pitchFamily="34" charset="0"/>
                <a:ea typeface="Arial" pitchFamily="34" charset="-122"/>
                <a:cs typeface="Arial" pitchFamily="34" charset="-120"/>
              </a:rPr>
              <a:t>Optimizing Embedding Size</a:t>
            </a:r>
            <a:endParaRPr lang="en-IN" dirty="0"/>
          </a:p>
        </p:txBody>
      </p:sp>
      <p:graphicFrame>
        <p:nvGraphicFramePr>
          <p:cNvPr id="7" name="Content Placeholder 2">
            <a:extLst>
              <a:ext uri="{FF2B5EF4-FFF2-40B4-BE49-F238E27FC236}">
                <a16:creationId xmlns:a16="http://schemas.microsoft.com/office/drawing/2014/main" id="{29C29484-D1B9-A16C-4266-48E919048E9C}"/>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01581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6221079-E40C-BE22-CF84-3CFAC8941E7B}"/>
              </a:ext>
            </a:extLst>
          </p:cNvPr>
          <p:cNvSpPr>
            <a:spLocks noGrp="1"/>
          </p:cNvSpPr>
          <p:nvPr>
            <p:ph type="title"/>
          </p:nvPr>
        </p:nvSpPr>
        <p:spPr>
          <a:xfrm>
            <a:off x="1188069" y="381935"/>
            <a:ext cx="4008583" cy="5974414"/>
          </a:xfrm>
        </p:spPr>
        <p:txBody>
          <a:bodyPr anchor="ctr">
            <a:normAutofit/>
          </a:bodyPr>
          <a:lstStyle/>
          <a:p>
            <a:r>
              <a:rPr lang="en-US" sz="5000" b="1">
                <a:solidFill>
                  <a:srgbClr val="FFFFFF"/>
                </a:solidFill>
                <a:latin typeface="Arial" pitchFamily="34" charset="0"/>
                <a:ea typeface="Arial" pitchFamily="34" charset="-122"/>
                <a:cs typeface="Arial" pitchFamily="34" charset="-120"/>
              </a:rPr>
              <a:t>Sparse and Dense Embeddings</a:t>
            </a:r>
            <a:endParaRPr lang="en-IN" sz="5000">
              <a:solidFill>
                <a:srgbClr val="FFFFFF"/>
              </a:solidFill>
            </a:endParaRP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B2C58C31-8D8C-6CCE-DCBB-9BAB0F809103}"/>
              </a:ext>
            </a:extLst>
          </p:cNvPr>
          <p:cNvSpPr>
            <a:spLocks noGrp="1"/>
          </p:cNvSpPr>
          <p:nvPr>
            <p:ph idx="1"/>
          </p:nvPr>
        </p:nvSpPr>
        <p:spPr>
          <a:xfrm>
            <a:off x="6297233" y="518400"/>
            <a:ext cx="4771607" cy="5837949"/>
          </a:xfrm>
        </p:spPr>
        <p:txBody>
          <a:bodyPr anchor="ctr">
            <a:normAutofit/>
          </a:bodyPr>
          <a:lstStyle/>
          <a:p>
            <a:pPr marL="0" indent="0">
              <a:buNone/>
            </a:pPr>
            <a:r>
              <a:rPr lang="en-US" sz="1300">
                <a:solidFill>
                  <a:schemeClr val="tx1">
                    <a:alpha val="80000"/>
                  </a:schemeClr>
                </a:solidFill>
                <a:latin typeface="Arial" pitchFamily="34" charset="0"/>
                <a:ea typeface="Arial" pitchFamily="34" charset="-122"/>
                <a:cs typeface="Arial" pitchFamily="34" charset="-120"/>
              </a:rPr>
              <a:t>Sparse Embeddings</a:t>
            </a:r>
            <a:endParaRPr lang="en-US" sz="1300">
              <a:solidFill>
                <a:schemeClr val="tx1">
                  <a:alpha val="80000"/>
                </a:schemeClr>
              </a:solidFill>
            </a:endParaRPr>
          </a:p>
          <a:p>
            <a:pPr marL="0" indent="0">
              <a:buNone/>
            </a:pPr>
            <a:endParaRPr lang="en-US" sz="1300">
              <a:solidFill>
                <a:schemeClr val="tx1">
                  <a:alpha val="80000"/>
                </a:schemeClr>
              </a:solidFill>
            </a:endParaRPr>
          </a:p>
          <a:p>
            <a:r>
              <a:rPr lang="en-US" sz="1300">
                <a:solidFill>
                  <a:schemeClr val="tx1">
                    <a:alpha val="80000"/>
                  </a:schemeClr>
                </a:solidFill>
                <a:latin typeface="Arial" pitchFamily="34" charset="0"/>
                <a:ea typeface="Arial" pitchFamily="34" charset="-122"/>
                <a:cs typeface="Arial" pitchFamily="34" charset="-120"/>
              </a:rPr>
              <a:t>Usually contain many dimensions, but most values are zero.</a:t>
            </a:r>
            <a:endParaRPr lang="en-US" sz="1300">
              <a:solidFill>
                <a:schemeClr val="tx1">
                  <a:alpha val="80000"/>
                </a:schemeClr>
              </a:solidFill>
            </a:endParaRPr>
          </a:p>
          <a:p>
            <a:r>
              <a:rPr lang="en-US" sz="1300">
                <a:solidFill>
                  <a:schemeClr val="tx1">
                    <a:alpha val="80000"/>
                  </a:schemeClr>
                </a:solidFill>
                <a:latin typeface="Arial" pitchFamily="34" charset="0"/>
                <a:ea typeface="Arial" pitchFamily="34" charset="-122"/>
                <a:cs typeface="Arial" pitchFamily="34" charset="-120"/>
              </a:rPr>
              <a:t>One-hot encoding is a common simple example.</a:t>
            </a:r>
            <a:endParaRPr lang="en-US" sz="1300">
              <a:solidFill>
                <a:schemeClr val="tx1">
                  <a:alpha val="80000"/>
                </a:schemeClr>
              </a:solidFill>
            </a:endParaRPr>
          </a:p>
          <a:p>
            <a:r>
              <a:rPr lang="en-US" sz="1300">
                <a:solidFill>
                  <a:schemeClr val="tx1">
                    <a:alpha val="80000"/>
                  </a:schemeClr>
                </a:solidFill>
                <a:latin typeface="Arial" pitchFamily="34" charset="0"/>
                <a:ea typeface="Arial" pitchFamily="34" charset="-122"/>
                <a:cs typeface="Arial" pitchFamily="34" charset="-120"/>
              </a:rPr>
              <a:t>They may require more space even though much of the vector is empty.</a:t>
            </a:r>
            <a:endParaRPr lang="en-US" sz="1300">
              <a:solidFill>
                <a:schemeClr val="tx1">
                  <a:alpha val="80000"/>
                </a:schemeClr>
              </a:solidFill>
            </a:endParaRPr>
          </a:p>
          <a:p>
            <a:pPr marL="0" indent="0">
              <a:buNone/>
            </a:pPr>
            <a:endParaRPr lang="en-US" sz="1300">
              <a:solidFill>
                <a:schemeClr val="tx1">
                  <a:alpha val="80000"/>
                </a:schemeClr>
              </a:solidFill>
            </a:endParaRPr>
          </a:p>
          <a:p>
            <a:pPr marL="0" indent="0">
              <a:buNone/>
            </a:pPr>
            <a:r>
              <a:rPr lang="en-US" sz="1300">
                <a:solidFill>
                  <a:schemeClr val="tx1">
                    <a:alpha val="80000"/>
                  </a:schemeClr>
                </a:solidFill>
                <a:latin typeface="Arial" pitchFamily="34" charset="0"/>
                <a:ea typeface="Arial" pitchFamily="34" charset="-122"/>
                <a:cs typeface="Arial" pitchFamily="34" charset="-120"/>
              </a:rPr>
              <a:t>Dense Embeddings</a:t>
            </a:r>
            <a:endParaRPr lang="en-US" sz="1300">
              <a:solidFill>
                <a:schemeClr val="tx1">
                  <a:alpha val="80000"/>
                </a:schemeClr>
              </a:solidFill>
            </a:endParaRPr>
          </a:p>
          <a:p>
            <a:pPr marL="0" indent="0">
              <a:buNone/>
            </a:pPr>
            <a:endParaRPr lang="en-US" sz="1300">
              <a:solidFill>
                <a:schemeClr val="tx1">
                  <a:alpha val="80000"/>
                </a:schemeClr>
              </a:solidFill>
            </a:endParaRPr>
          </a:p>
          <a:p>
            <a:r>
              <a:rPr lang="en-US" sz="1300">
                <a:solidFill>
                  <a:schemeClr val="tx1">
                    <a:alpha val="80000"/>
                  </a:schemeClr>
                </a:solidFill>
                <a:latin typeface="Arial" pitchFamily="34" charset="0"/>
                <a:ea typeface="Arial" pitchFamily="34" charset="-122"/>
                <a:cs typeface="Arial" pitchFamily="34" charset="-120"/>
              </a:rPr>
              <a:t>Store meaningful numerical values across a smaller number of dimensions.</a:t>
            </a:r>
            <a:endParaRPr lang="en-US" sz="1300">
              <a:solidFill>
                <a:schemeClr val="tx1">
                  <a:alpha val="80000"/>
                </a:schemeClr>
              </a:solidFill>
            </a:endParaRPr>
          </a:p>
          <a:p>
            <a:r>
              <a:rPr lang="en-US" sz="1300">
                <a:solidFill>
                  <a:schemeClr val="tx1">
                    <a:alpha val="80000"/>
                  </a:schemeClr>
                </a:solidFill>
                <a:latin typeface="Arial" pitchFamily="34" charset="0"/>
                <a:ea typeface="Arial" pitchFamily="34" charset="-122"/>
                <a:cs typeface="Arial" pitchFamily="34" charset="-120"/>
              </a:rPr>
              <a:t>Better at representing semantic relationships between information.</a:t>
            </a:r>
            <a:endParaRPr lang="en-US" sz="1300">
              <a:solidFill>
                <a:schemeClr val="tx1">
                  <a:alpha val="80000"/>
                </a:schemeClr>
              </a:solidFill>
            </a:endParaRPr>
          </a:p>
          <a:p>
            <a:r>
              <a:rPr lang="en-US" sz="1300">
                <a:solidFill>
                  <a:schemeClr val="tx1">
                    <a:alpha val="80000"/>
                  </a:schemeClr>
                </a:solidFill>
                <a:latin typeface="Arial" pitchFamily="34" charset="0"/>
                <a:ea typeface="Arial" pitchFamily="34" charset="-122"/>
                <a:cs typeface="Arial" pitchFamily="34" charset="-120"/>
              </a:rPr>
              <a:t>Commonly used in modern RAG and semantic-search systems.</a:t>
            </a:r>
            <a:endParaRPr lang="en-US" sz="1300">
              <a:solidFill>
                <a:schemeClr val="tx1">
                  <a:alpha val="80000"/>
                </a:schemeClr>
              </a:solidFill>
            </a:endParaRPr>
          </a:p>
          <a:p>
            <a:endParaRPr lang="en-US" sz="1300">
              <a:solidFill>
                <a:schemeClr val="tx1">
                  <a:alpha val="80000"/>
                </a:schemeClr>
              </a:solidFill>
            </a:endParaRPr>
          </a:p>
          <a:p>
            <a:r>
              <a:rPr lang="en-US" sz="1300">
                <a:solidFill>
                  <a:schemeClr val="tx1">
                    <a:alpha val="80000"/>
                  </a:schemeClr>
                </a:solidFill>
                <a:latin typeface="Arial" pitchFamily="34" charset="0"/>
                <a:ea typeface="Arial" pitchFamily="34" charset="-122"/>
                <a:cs typeface="Arial" pitchFamily="34" charset="-120"/>
              </a:rPr>
              <a:t>Similarity between vectors can be measured using methods such as cosine similarity.</a:t>
            </a:r>
            <a:endParaRPr lang="en-US" sz="1300">
              <a:solidFill>
                <a:schemeClr val="tx1">
                  <a:alpha val="80000"/>
                </a:schemeClr>
              </a:solidFill>
            </a:endParaRPr>
          </a:p>
          <a:p>
            <a:endParaRPr lang="en-US" sz="1300">
              <a:solidFill>
                <a:schemeClr val="tx1">
                  <a:alpha val="80000"/>
                </a:schemeClr>
              </a:solidFill>
            </a:endParaRPr>
          </a:p>
          <a:p>
            <a:r>
              <a:rPr lang="en-US" sz="1300">
                <a:solidFill>
                  <a:schemeClr val="tx1">
                    <a:alpha val="80000"/>
                  </a:schemeClr>
                </a:solidFill>
                <a:latin typeface="Arial" pitchFamily="34" charset="0"/>
                <a:ea typeface="Arial" pitchFamily="34" charset="-122"/>
                <a:cs typeface="Arial" pitchFamily="34" charset="-120"/>
              </a:rPr>
              <a:t>If two vectors have high similarity, the corresponding information is likely to have similar meaning.</a:t>
            </a:r>
            <a:endParaRPr lang="en-US" sz="1300">
              <a:solidFill>
                <a:schemeClr val="tx1">
                  <a:alpha val="80000"/>
                </a:schemeClr>
              </a:solidFill>
            </a:endParaRPr>
          </a:p>
          <a:p>
            <a:endParaRPr lang="en-IN" sz="1300">
              <a:solidFill>
                <a:schemeClr val="tx1">
                  <a:alpha val="80000"/>
                </a:schemeClr>
              </a:solidFill>
            </a:endParaRP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2307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39A5B-EB13-AD02-B078-D56B7E0854B7}"/>
              </a:ext>
            </a:extLst>
          </p:cNvPr>
          <p:cNvSpPr>
            <a:spLocks noGrp="1"/>
          </p:cNvSpPr>
          <p:nvPr>
            <p:ph type="title"/>
          </p:nvPr>
        </p:nvSpPr>
        <p:spPr/>
        <p:txBody>
          <a:bodyPr/>
          <a:lstStyle/>
          <a:p>
            <a:r>
              <a:rPr lang="en-US" b="1">
                <a:solidFill>
                  <a:srgbClr val="000000"/>
                </a:solidFill>
                <a:latin typeface="Arial" pitchFamily="34" charset="0"/>
                <a:ea typeface="Arial" pitchFamily="34" charset="-122"/>
                <a:cs typeface="Arial" pitchFamily="34" charset="-120"/>
              </a:rPr>
              <a:t>Improving Retrieval with Metadata</a:t>
            </a:r>
            <a:endParaRPr lang="en-IN" dirty="0"/>
          </a:p>
        </p:txBody>
      </p:sp>
      <p:graphicFrame>
        <p:nvGraphicFramePr>
          <p:cNvPr id="5" name="Content Placeholder 2">
            <a:extLst>
              <a:ext uri="{FF2B5EF4-FFF2-40B4-BE49-F238E27FC236}">
                <a16:creationId xmlns:a16="http://schemas.microsoft.com/office/drawing/2014/main" id="{60EBFDE7-8C28-95B2-1CA0-1897DC67E52D}"/>
              </a:ext>
            </a:extLst>
          </p:cNvPr>
          <p:cNvGraphicFramePr>
            <a:graphicFrameLocks noGrp="1"/>
          </p:cNvGraphicFramePr>
          <p:nvPr>
            <p:ph idx="1"/>
          </p:nvPr>
        </p:nvGraphicFramePr>
        <p:xfrm>
          <a:off x="776377" y="1690688"/>
          <a:ext cx="10852031" cy="5101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0999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C33A2-6C01-6164-AC1E-EFB19D6EE763}"/>
              </a:ext>
            </a:extLst>
          </p:cNvPr>
          <p:cNvSpPr>
            <a:spLocks noGrp="1"/>
          </p:cNvSpPr>
          <p:nvPr>
            <p:ph type="title"/>
          </p:nvPr>
        </p:nvSpPr>
        <p:spPr/>
        <p:txBody>
          <a:bodyPr/>
          <a:lstStyle/>
          <a:p>
            <a:r>
              <a:rPr lang="en-US" b="1" dirty="0">
                <a:solidFill>
                  <a:srgbClr val="000000"/>
                </a:solidFill>
                <a:latin typeface="Arial" pitchFamily="34" charset="0"/>
                <a:ea typeface="Arial" pitchFamily="34" charset="-122"/>
                <a:cs typeface="Arial" pitchFamily="34" charset="-120"/>
              </a:rPr>
              <a:t>Keeping a Knowledge Base Current</a:t>
            </a:r>
            <a:endParaRPr lang="en-IN" dirty="0"/>
          </a:p>
        </p:txBody>
      </p:sp>
      <p:graphicFrame>
        <p:nvGraphicFramePr>
          <p:cNvPr id="5" name="Content Placeholder 2">
            <a:extLst>
              <a:ext uri="{FF2B5EF4-FFF2-40B4-BE49-F238E27FC236}">
                <a16:creationId xmlns:a16="http://schemas.microsoft.com/office/drawing/2014/main" id="{472F3CB4-1627-D5E2-A005-5016F773D7CA}"/>
              </a:ext>
            </a:extLst>
          </p:cNvPr>
          <p:cNvGraphicFramePr>
            <a:graphicFrameLocks noGrp="1"/>
          </p:cNvGraphicFramePr>
          <p:nvPr>
            <p:ph idx="1"/>
          </p:nvPr>
        </p:nvGraphicFramePr>
        <p:xfrm>
          <a:off x="759125" y="1825625"/>
          <a:ext cx="10594675" cy="47764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493121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AF25B-A18C-C8A6-9AEA-CD222B1AF693}"/>
              </a:ext>
            </a:extLst>
          </p:cNvPr>
          <p:cNvSpPr>
            <a:spLocks noGrp="1"/>
          </p:cNvSpPr>
          <p:nvPr>
            <p:ph type="title"/>
          </p:nvPr>
        </p:nvSpPr>
        <p:spPr/>
        <p:txBody>
          <a:bodyPr/>
          <a:lstStyle/>
          <a:p>
            <a:r>
              <a:rPr lang="en-US" b="1">
                <a:solidFill>
                  <a:srgbClr val="000000"/>
                </a:solidFill>
                <a:latin typeface="Arial" pitchFamily="34" charset="0"/>
                <a:ea typeface="Arial" pitchFamily="34" charset="-122"/>
                <a:cs typeface="Arial" pitchFamily="34" charset="-120"/>
              </a:rPr>
              <a:t>Measuring RAG Quality</a:t>
            </a:r>
            <a:endParaRPr lang="en-IN" dirty="0"/>
          </a:p>
        </p:txBody>
      </p:sp>
      <p:graphicFrame>
        <p:nvGraphicFramePr>
          <p:cNvPr id="5" name="Content Placeholder 2">
            <a:extLst>
              <a:ext uri="{FF2B5EF4-FFF2-40B4-BE49-F238E27FC236}">
                <a16:creationId xmlns:a16="http://schemas.microsoft.com/office/drawing/2014/main" id="{DB994976-E901-901E-B568-63C50D144B36}"/>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17782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1DAAF-1656-0A28-32D8-53076225B87B}"/>
              </a:ext>
            </a:extLst>
          </p:cNvPr>
          <p:cNvSpPr>
            <a:spLocks noGrp="1"/>
          </p:cNvSpPr>
          <p:nvPr>
            <p:ph type="title"/>
          </p:nvPr>
        </p:nvSpPr>
        <p:spPr/>
        <p:txBody>
          <a:bodyPr/>
          <a:lstStyle/>
          <a:p>
            <a:r>
              <a:rPr lang="en-US" b="1">
                <a:solidFill>
                  <a:srgbClr val="000000"/>
                </a:solidFill>
                <a:latin typeface="Arial" pitchFamily="34" charset="0"/>
                <a:ea typeface="Arial" pitchFamily="34" charset="-122"/>
                <a:cs typeface="Arial" pitchFamily="34" charset="-120"/>
              </a:rPr>
              <a:t>LLM as a Judge</a:t>
            </a:r>
            <a:endParaRPr lang="en-IN" dirty="0"/>
          </a:p>
        </p:txBody>
      </p:sp>
      <p:graphicFrame>
        <p:nvGraphicFramePr>
          <p:cNvPr id="5" name="Content Placeholder 2">
            <a:extLst>
              <a:ext uri="{FF2B5EF4-FFF2-40B4-BE49-F238E27FC236}">
                <a16:creationId xmlns:a16="http://schemas.microsoft.com/office/drawing/2014/main" id="{3246E1F2-1E17-1129-BE9F-BAB497FFFDCA}"/>
              </a:ext>
            </a:extLst>
          </p:cNvPr>
          <p:cNvGraphicFramePr>
            <a:graphicFrameLocks noGrp="1"/>
          </p:cNvGraphicFramePr>
          <p:nvPr>
            <p:ph idx="1"/>
          </p:nvPr>
        </p:nvGraphicFramePr>
        <p:xfrm>
          <a:off x="759125" y="1825624"/>
          <a:ext cx="10594675" cy="49029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27302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B78810-21D6-A7D0-98E5-36F3592253C9}"/>
              </a:ext>
            </a:extLst>
          </p:cNvPr>
          <p:cNvSpPr>
            <a:spLocks noGrp="1"/>
          </p:cNvSpPr>
          <p:nvPr>
            <p:ph type="title"/>
          </p:nvPr>
        </p:nvSpPr>
        <p:spPr>
          <a:xfrm>
            <a:off x="686834" y="1153572"/>
            <a:ext cx="3200400" cy="4461163"/>
          </a:xfrm>
        </p:spPr>
        <p:txBody>
          <a:bodyPr>
            <a:normAutofit/>
          </a:bodyPr>
          <a:lstStyle/>
          <a:p>
            <a:r>
              <a:rPr lang="en-US" b="1">
                <a:solidFill>
                  <a:srgbClr val="FFFFFF"/>
                </a:solidFill>
                <a:latin typeface="Arial" pitchFamily="34" charset="0"/>
                <a:ea typeface="Arial" pitchFamily="34" charset="-122"/>
                <a:cs typeface="Arial" pitchFamily="34" charset="-120"/>
              </a:rPr>
              <a:t>Multimodal Models and Retrieval</a:t>
            </a:r>
            <a:endParaRPr lang="en-IN">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A833C99-C034-14BC-4853-A10039A62FAC}"/>
              </a:ext>
            </a:extLst>
          </p:cNvPr>
          <p:cNvSpPr>
            <a:spLocks noGrp="1"/>
          </p:cNvSpPr>
          <p:nvPr>
            <p:ph idx="1"/>
          </p:nvPr>
        </p:nvSpPr>
        <p:spPr>
          <a:xfrm>
            <a:off x="4447308" y="591344"/>
            <a:ext cx="6906491" cy="5585619"/>
          </a:xfrm>
        </p:spPr>
        <p:txBody>
          <a:bodyPr anchor="ctr">
            <a:normAutofit/>
          </a:bodyPr>
          <a:lstStyle/>
          <a:p>
            <a:r>
              <a:rPr lang="en-US" sz="1100">
                <a:latin typeface="Arial" pitchFamily="34" charset="0"/>
                <a:ea typeface="Arial" pitchFamily="34" charset="-122"/>
                <a:cs typeface="Arial" pitchFamily="34" charset="-120"/>
              </a:rPr>
              <a:t>Multimodal models can work with different kinds of information instead of only text.</a:t>
            </a:r>
            <a:endParaRPr lang="en-US" sz="1100"/>
          </a:p>
          <a:p>
            <a:pPr marL="0" indent="0">
              <a:buNone/>
            </a:pPr>
            <a:endParaRPr lang="en-US" sz="1100">
              <a:latin typeface="Arial" pitchFamily="34" charset="0"/>
              <a:ea typeface="Arial" pitchFamily="34" charset="-122"/>
              <a:cs typeface="Arial" pitchFamily="34" charset="-120"/>
            </a:endParaRPr>
          </a:p>
          <a:p>
            <a:pPr marL="0" indent="0">
              <a:buNone/>
            </a:pPr>
            <a:r>
              <a:rPr lang="en-US" sz="1100">
                <a:latin typeface="Arial" pitchFamily="34" charset="0"/>
                <a:ea typeface="Arial" pitchFamily="34" charset="-122"/>
                <a:cs typeface="Arial" pitchFamily="34" charset="-120"/>
              </a:rPr>
              <a:t>Examples include:</a:t>
            </a:r>
            <a:endParaRPr lang="en-US" sz="1100"/>
          </a:p>
          <a:p>
            <a:r>
              <a:rPr lang="en-US" sz="1100">
                <a:latin typeface="Arial" pitchFamily="34" charset="0"/>
                <a:ea typeface="Arial" pitchFamily="34" charset="-122"/>
                <a:cs typeface="Arial" pitchFamily="34" charset="-120"/>
              </a:rPr>
              <a:t>Text</a:t>
            </a:r>
            <a:endParaRPr lang="en-US" sz="1100"/>
          </a:p>
          <a:p>
            <a:r>
              <a:rPr lang="en-US" sz="1100">
                <a:latin typeface="Arial" pitchFamily="34" charset="0"/>
                <a:ea typeface="Arial" pitchFamily="34" charset="-122"/>
                <a:cs typeface="Arial" pitchFamily="34" charset="-120"/>
              </a:rPr>
              <a:t>Images</a:t>
            </a:r>
            <a:endParaRPr lang="en-US" sz="1100"/>
          </a:p>
          <a:p>
            <a:r>
              <a:rPr lang="en-US" sz="1100">
                <a:latin typeface="Arial" pitchFamily="34" charset="0"/>
                <a:ea typeface="Arial" pitchFamily="34" charset="-122"/>
                <a:cs typeface="Arial" pitchFamily="34" charset="-120"/>
              </a:rPr>
              <a:t>Audio</a:t>
            </a:r>
            <a:endParaRPr lang="en-US" sz="1100"/>
          </a:p>
          <a:p>
            <a:r>
              <a:rPr lang="en-US" sz="1100">
                <a:latin typeface="Arial" pitchFamily="34" charset="0"/>
                <a:ea typeface="Arial" pitchFamily="34" charset="-122"/>
                <a:cs typeface="Arial" pitchFamily="34" charset="-120"/>
              </a:rPr>
              <a:t>Video</a:t>
            </a:r>
            <a:endParaRPr lang="en-US" sz="1100"/>
          </a:p>
          <a:p>
            <a:r>
              <a:rPr lang="en-US" sz="1100">
                <a:latin typeface="Arial" pitchFamily="34" charset="0"/>
                <a:ea typeface="Arial" pitchFamily="34" charset="-122"/>
                <a:cs typeface="Arial" pitchFamily="34" charset="-120"/>
              </a:rPr>
              <a:t>PDFs and other documents</a:t>
            </a:r>
            <a:br>
              <a:rPr lang="en-US" sz="1100">
                <a:latin typeface="Arial" pitchFamily="34" charset="0"/>
                <a:ea typeface="Arial" pitchFamily="34" charset="-122"/>
                <a:cs typeface="Arial" pitchFamily="34" charset="-120"/>
              </a:rPr>
            </a:br>
            <a:endParaRPr lang="en-US" sz="1100"/>
          </a:p>
          <a:p>
            <a:r>
              <a:rPr lang="en-US" sz="1100">
                <a:latin typeface="Arial" pitchFamily="34" charset="0"/>
                <a:ea typeface="Arial" pitchFamily="34" charset="-122"/>
                <a:cs typeface="Arial" pitchFamily="34" charset="-120"/>
              </a:rPr>
              <a:t>Multimodal embedding models can convert these different data types into compatible vectors.</a:t>
            </a:r>
            <a:endParaRPr lang="en-US" sz="1100"/>
          </a:p>
          <a:p>
            <a:r>
              <a:rPr lang="en-US" sz="1100">
                <a:latin typeface="Arial" pitchFamily="34" charset="0"/>
                <a:ea typeface="Arial" pitchFamily="34" charset="-122"/>
                <a:cs typeface="Arial" pitchFamily="34" charset="-120"/>
              </a:rPr>
              <a:t>This allows similarity search to work across different forms of content.\</a:t>
            </a:r>
          </a:p>
          <a:p>
            <a:pPr marL="0" indent="0">
              <a:buNone/>
            </a:pPr>
            <a:endParaRPr lang="en-US" sz="1100"/>
          </a:p>
          <a:p>
            <a:pPr marL="0" indent="0">
              <a:buNone/>
            </a:pPr>
            <a:r>
              <a:rPr lang="en-US" sz="1100">
                <a:latin typeface="Arial" pitchFamily="34" charset="0"/>
                <a:ea typeface="Arial" pitchFamily="34" charset="-122"/>
                <a:cs typeface="Arial" pitchFamily="34" charset="-120"/>
              </a:rPr>
              <a:t>Example:</a:t>
            </a:r>
            <a:endParaRPr lang="en-US" sz="1100"/>
          </a:p>
          <a:p>
            <a:pPr marL="0" indent="0">
              <a:buNone/>
            </a:pPr>
            <a:r>
              <a:rPr lang="en-US" sz="1100">
                <a:latin typeface="Arial" pitchFamily="34" charset="0"/>
                <a:ea typeface="Arial" pitchFamily="34" charset="-122"/>
                <a:cs typeface="Arial" pitchFamily="34" charset="-120"/>
              </a:rPr>
              <a:t>A company may store product descriptions, product photos, user manuals, and training videos.</a:t>
            </a:r>
            <a:endParaRPr lang="en-US" sz="1100"/>
          </a:p>
          <a:p>
            <a:pPr marL="0" indent="0">
              <a:buNone/>
            </a:pPr>
            <a:r>
              <a:rPr lang="en-US" sz="1100">
                <a:latin typeface="Arial" pitchFamily="34" charset="0"/>
                <a:ea typeface="Arial" pitchFamily="34" charset="-122"/>
                <a:cs typeface="Arial" pitchFamily="34" charset="-120"/>
              </a:rPr>
              <a:t>A user could search:</a:t>
            </a:r>
            <a:endParaRPr lang="en-US" sz="1100"/>
          </a:p>
          <a:p>
            <a:pPr marL="0" indent="0">
              <a:buNone/>
            </a:pPr>
            <a:r>
              <a:rPr lang="en-US" sz="1100">
                <a:latin typeface="Arial" pitchFamily="34" charset="0"/>
                <a:ea typeface="Arial" pitchFamily="34" charset="-122"/>
                <a:cs typeface="Arial" pitchFamily="34" charset="-120"/>
              </a:rPr>
              <a:t>“Show me the red machine used for packaging.”</a:t>
            </a:r>
            <a:endParaRPr lang="en-US" sz="1100"/>
          </a:p>
          <a:p>
            <a:pPr marL="0" indent="0">
              <a:buNone/>
            </a:pPr>
            <a:r>
              <a:rPr lang="en-US" sz="1100">
                <a:latin typeface="Arial" pitchFamily="34" charset="0"/>
                <a:ea typeface="Arial" pitchFamily="34" charset="-122"/>
                <a:cs typeface="Arial" pitchFamily="34" charset="-120"/>
              </a:rPr>
              <a:t>The system could compare the text query with embeddings created from images or other media.</a:t>
            </a:r>
            <a:endParaRPr lang="en-US" sz="1100"/>
          </a:p>
          <a:p>
            <a:pPr marL="0" indent="0">
              <a:buNone/>
            </a:pPr>
            <a:r>
              <a:rPr lang="en-US" sz="1100">
                <a:latin typeface="Arial" pitchFamily="34" charset="0"/>
                <a:ea typeface="Arial" pitchFamily="34" charset="-122"/>
                <a:cs typeface="Arial" pitchFamily="34" charset="-120"/>
              </a:rPr>
              <a:t>The AWS course mentions Bedrock models such as Claude, Nova, and Titan in multimodal workflows.</a:t>
            </a:r>
            <a:endParaRPr lang="en-US" sz="1100"/>
          </a:p>
        </p:txBody>
      </p:sp>
    </p:spTree>
    <p:extLst>
      <p:ext uri="{BB962C8B-B14F-4D97-AF65-F5344CB8AC3E}">
        <p14:creationId xmlns:p14="http://schemas.microsoft.com/office/powerpoint/2010/main" val="24976571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2DC35-997D-367B-E775-D6C32F0BF076}"/>
              </a:ext>
            </a:extLst>
          </p:cNvPr>
          <p:cNvSpPr>
            <a:spLocks noGrp="1"/>
          </p:cNvSpPr>
          <p:nvPr>
            <p:ph type="title"/>
          </p:nvPr>
        </p:nvSpPr>
        <p:spPr/>
        <p:txBody>
          <a:bodyPr/>
          <a:lstStyle/>
          <a:p>
            <a:r>
              <a:rPr lang="en-US" b="1">
                <a:solidFill>
                  <a:srgbClr val="000000"/>
                </a:solidFill>
                <a:latin typeface="Arial" pitchFamily="34" charset="0"/>
                <a:ea typeface="Arial" pitchFamily="34" charset="-122"/>
                <a:cs typeface="Arial" pitchFamily="34" charset="-120"/>
              </a:rPr>
              <a:t>Example of an Improved RAG System</a:t>
            </a:r>
            <a:endParaRPr lang="en-IN" dirty="0"/>
          </a:p>
        </p:txBody>
      </p:sp>
      <p:graphicFrame>
        <p:nvGraphicFramePr>
          <p:cNvPr id="5" name="Content Placeholder 2">
            <a:extLst>
              <a:ext uri="{FF2B5EF4-FFF2-40B4-BE49-F238E27FC236}">
                <a16:creationId xmlns:a16="http://schemas.microsoft.com/office/drawing/2014/main" id="{41CB2456-5DE6-CF35-E883-C7E39BC0A21C}"/>
              </a:ext>
            </a:extLst>
          </p:cNvPr>
          <p:cNvGraphicFramePr>
            <a:graphicFrameLocks noGrp="1"/>
          </p:cNvGraphicFramePr>
          <p:nvPr>
            <p:ph idx="1"/>
          </p:nvPr>
        </p:nvGraphicFramePr>
        <p:xfrm>
          <a:off x="838200" y="1575758"/>
          <a:ext cx="10515600" cy="51010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72303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041EB-602B-A30D-35FA-6C692390F63E}"/>
              </a:ext>
            </a:extLst>
          </p:cNvPr>
          <p:cNvSpPr>
            <a:spLocks noGrp="1"/>
          </p:cNvSpPr>
          <p:nvPr>
            <p:ph type="title"/>
          </p:nvPr>
        </p:nvSpPr>
        <p:spPr/>
        <p:txBody>
          <a:bodyPr/>
          <a:lstStyle/>
          <a:p>
            <a:r>
              <a:rPr lang="en-US" b="1">
                <a:solidFill>
                  <a:srgbClr val="000000"/>
                </a:solidFill>
                <a:latin typeface="Arial" pitchFamily="34" charset="0"/>
                <a:ea typeface="Arial" pitchFamily="34" charset="-122"/>
                <a:cs typeface="Arial" pitchFamily="34" charset="-120"/>
              </a:rPr>
              <a:t>Key Takeaways</a:t>
            </a:r>
            <a:endParaRPr lang="en-IN" dirty="0"/>
          </a:p>
        </p:txBody>
      </p:sp>
      <p:graphicFrame>
        <p:nvGraphicFramePr>
          <p:cNvPr id="5" name="Content Placeholder 2">
            <a:extLst>
              <a:ext uri="{FF2B5EF4-FFF2-40B4-BE49-F238E27FC236}">
                <a16:creationId xmlns:a16="http://schemas.microsoft.com/office/drawing/2014/main" id="{261DF732-64E3-19CC-FE3B-0B7BE8446933}"/>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6354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38F5530-DA31-4B62-8DF9-56A1A3B6B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AEFAF95-013F-4375-AAF4-033AC93F55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68735E28-7236-42D8-A5E1-A0F302FE87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3" name="Oval 12">
              <a:extLst>
                <a:ext uri="{FF2B5EF4-FFF2-40B4-BE49-F238E27FC236}">
                  <a16:creationId xmlns:a16="http://schemas.microsoft.com/office/drawing/2014/main" id="{F3642881-D4B2-4CC2-A287-0FA0006F3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01C50C6-CC43-4D9E-B2AB-F373712E43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26E7187D-0938-461D-BFC5-89EEF35062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34C951A-9754-438B-9D57-E6B93B6E4C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FCCC8FCE-0563-4147-B2A2-7C81702EBE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5E68FC26-41A9-4C82-BE7F-E9344CDC4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a:extLst>
              <a:ext uri="{FF2B5EF4-FFF2-40B4-BE49-F238E27FC236}">
                <a16:creationId xmlns:a16="http://schemas.microsoft.com/office/drawing/2014/main" id="{FBB336D1-2562-4680-B29B-E22C603C0E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9EED3885-4010-4FBE-A045-DC59CAE782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3" name="Straight Connector 22">
              <a:extLst>
                <a:ext uri="{FF2B5EF4-FFF2-40B4-BE49-F238E27FC236}">
                  <a16:creationId xmlns:a16="http://schemas.microsoft.com/office/drawing/2014/main" id="{C3D74F45-ED22-46E8-8A8C-85550ED981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F675583-78ED-4BEC-8424-37068227E8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9BD9726-207D-4725-AA6E-5147080D5B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1A43941-4783-4A0B-9385-1952F9F89D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8" name="Rectangle 27">
            <a:extLst>
              <a:ext uri="{FF2B5EF4-FFF2-40B4-BE49-F238E27FC236}">
                <a16:creationId xmlns:a16="http://schemas.microsoft.com/office/drawing/2014/main" id="{B4806F9C-3233-4FC3-B300-D5AA58A5CD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70E3F9FC-BB7B-433D-8A4F-1BCFA582E0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1" name="Straight Connector 30">
              <a:extLst>
                <a:ext uri="{FF2B5EF4-FFF2-40B4-BE49-F238E27FC236}">
                  <a16:creationId xmlns:a16="http://schemas.microsoft.com/office/drawing/2014/main" id="{1406F394-9D6F-4986-A3AF-6EF16DEDE62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4F98CF1-0C8F-435D-846B-D3C506378F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781ACDD-4A0F-4369-A468-3FEC355F8E2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BB34D61-E762-4862-9DA8-702D97A362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4772BAEC-5D3E-02A0-F1AA-9BFD0ED225AF}"/>
              </a:ext>
            </a:extLst>
          </p:cNvPr>
          <p:cNvSpPr>
            <a:spLocks noGrp="1"/>
          </p:cNvSpPr>
          <p:nvPr>
            <p:ph type="title"/>
          </p:nvPr>
        </p:nvSpPr>
        <p:spPr>
          <a:xfrm>
            <a:off x="630936" y="630936"/>
            <a:ext cx="5465064" cy="5626947"/>
          </a:xfrm>
          <a:noFill/>
        </p:spPr>
        <p:txBody>
          <a:bodyPr anchor="ctr">
            <a:normAutofit/>
          </a:bodyPr>
          <a:lstStyle/>
          <a:p>
            <a:r>
              <a:rPr lang="en-US" sz="4800" b="1">
                <a:solidFill>
                  <a:schemeClr val="bg1"/>
                </a:solidFill>
                <a:latin typeface="Arial" pitchFamily="34" charset="0"/>
                <a:ea typeface="Arial" pitchFamily="34" charset="-122"/>
                <a:cs typeface="Arial" pitchFamily="34" charset="-120"/>
              </a:rPr>
              <a:t>Thank You</a:t>
            </a:r>
            <a:endParaRPr lang="en-IN" sz="4800">
              <a:solidFill>
                <a:schemeClr val="bg1"/>
              </a:solidFill>
            </a:endParaRPr>
          </a:p>
        </p:txBody>
      </p:sp>
      <p:sp>
        <p:nvSpPr>
          <p:cNvPr id="3" name="Content Placeholder 2">
            <a:extLst>
              <a:ext uri="{FF2B5EF4-FFF2-40B4-BE49-F238E27FC236}">
                <a16:creationId xmlns:a16="http://schemas.microsoft.com/office/drawing/2014/main" id="{BA40892A-03FD-A64E-EF95-BAC8724E81C6}"/>
              </a:ext>
            </a:extLst>
          </p:cNvPr>
          <p:cNvSpPr>
            <a:spLocks noGrp="1"/>
          </p:cNvSpPr>
          <p:nvPr>
            <p:ph idx="1"/>
          </p:nvPr>
        </p:nvSpPr>
        <p:spPr>
          <a:xfrm>
            <a:off x="6502152" y="630936"/>
            <a:ext cx="4978592" cy="5626957"/>
          </a:xfrm>
          <a:noFill/>
        </p:spPr>
        <p:txBody>
          <a:bodyPr anchor="ctr">
            <a:normAutofit/>
          </a:bodyPr>
          <a:lstStyle/>
          <a:p>
            <a:pPr marL="0" indent="0">
              <a:buNone/>
            </a:pPr>
            <a:r>
              <a:rPr lang="en-US" sz="1400">
                <a:solidFill>
                  <a:schemeClr val="bg1"/>
                </a:solidFill>
                <a:latin typeface="Arial" pitchFamily="34" charset="0"/>
                <a:ea typeface="Arial" pitchFamily="34" charset="-122"/>
                <a:cs typeface="Arial" pitchFamily="34" charset="-120"/>
              </a:rPr>
              <a:t>Thank You for Watching</a:t>
            </a:r>
            <a:endParaRPr lang="en-US" sz="1400">
              <a:solidFill>
                <a:schemeClr val="bg1"/>
              </a:solidFill>
            </a:endParaRPr>
          </a:p>
          <a:p>
            <a:pPr marL="0" indent="0">
              <a:buNone/>
            </a:pPr>
            <a:r>
              <a:rPr lang="en-US" sz="1400">
                <a:solidFill>
                  <a:schemeClr val="bg1"/>
                </a:solidFill>
                <a:latin typeface="Arial" pitchFamily="34" charset="0"/>
                <a:ea typeface="Arial" pitchFamily="34" charset="-122"/>
                <a:cs typeface="Arial" pitchFamily="34" charset="-120"/>
              </a:rPr>
              <a:t>Thank you for watching this presentation on:</a:t>
            </a:r>
            <a:endParaRPr lang="en-US" sz="1400">
              <a:solidFill>
                <a:schemeClr val="bg1"/>
              </a:solidFill>
            </a:endParaRPr>
          </a:p>
          <a:p>
            <a:pPr marL="0" indent="0">
              <a:buNone/>
            </a:pPr>
            <a:r>
              <a:rPr lang="en-US" sz="1400">
                <a:solidFill>
                  <a:schemeClr val="bg1"/>
                </a:solidFill>
                <a:latin typeface="Arial" pitchFamily="34" charset="0"/>
                <a:ea typeface="Arial" pitchFamily="34" charset="-122"/>
                <a:cs typeface="Arial" pitchFamily="34" charset="-120"/>
              </a:rPr>
              <a:t>Improving RAG Systems through Chunking, Embedding Optimization, Metadata, Evaluation, and Multimodal Data.</a:t>
            </a:r>
            <a:endParaRPr lang="en-US" sz="1400">
              <a:solidFill>
                <a:schemeClr val="bg1"/>
              </a:solidFill>
            </a:endParaRPr>
          </a:p>
          <a:p>
            <a:pPr marL="0" indent="0">
              <a:buNone/>
            </a:pPr>
            <a:r>
              <a:rPr lang="en-US" sz="1400">
                <a:solidFill>
                  <a:schemeClr val="bg1"/>
                </a:solidFill>
                <a:latin typeface="Arial" pitchFamily="34" charset="0"/>
                <a:ea typeface="Arial" pitchFamily="34" charset="-122"/>
                <a:cs typeface="Arial" pitchFamily="34" charset="-120"/>
              </a:rPr>
              <a:t>I hope this presentation helped explain how the retrieval side of RAG can be improved to provide better context and more useful Generative AI responses.</a:t>
            </a:r>
            <a:endParaRPr lang="en-US" sz="1400">
              <a:solidFill>
                <a:schemeClr val="bg1"/>
              </a:solidFill>
            </a:endParaRPr>
          </a:p>
          <a:p>
            <a:pPr marL="0" indent="0">
              <a:buNone/>
            </a:pPr>
            <a:endParaRPr lang="en-US" sz="1400">
              <a:solidFill>
                <a:schemeClr val="bg1"/>
              </a:solidFill>
              <a:latin typeface="Arial" pitchFamily="34" charset="0"/>
              <a:ea typeface="Arial" pitchFamily="34" charset="-122"/>
              <a:cs typeface="Arial" pitchFamily="34" charset="-120"/>
            </a:endParaRPr>
          </a:p>
          <a:p>
            <a:pPr marL="0" indent="0">
              <a:buNone/>
            </a:pPr>
            <a:r>
              <a:rPr lang="en-US" sz="1400">
                <a:solidFill>
                  <a:schemeClr val="bg1"/>
                </a:solidFill>
                <a:latin typeface="Arial" pitchFamily="34" charset="0"/>
                <a:ea typeface="Arial" pitchFamily="34" charset="-122"/>
                <a:cs typeface="Arial" pitchFamily="34" charset="-120"/>
              </a:rPr>
              <a:t>Prepared by: Akash Patel</a:t>
            </a:r>
            <a:endParaRPr lang="en-US" sz="1400">
              <a:solidFill>
                <a:schemeClr val="bg1"/>
              </a:solidFill>
            </a:endParaRPr>
          </a:p>
          <a:p>
            <a:pPr marL="0" indent="0">
              <a:buNone/>
            </a:pPr>
            <a:r>
              <a:rPr lang="en-US" sz="1400">
                <a:solidFill>
                  <a:schemeClr val="bg1"/>
                </a:solidFill>
                <a:latin typeface="Arial" pitchFamily="34" charset="0"/>
                <a:ea typeface="Arial" pitchFamily="34" charset="-122"/>
                <a:cs typeface="Arial" pitchFamily="34" charset="-120"/>
              </a:rPr>
              <a:t>Concordia University Chicago</a:t>
            </a:r>
            <a:endParaRPr lang="en-US" sz="1400">
              <a:solidFill>
                <a:schemeClr val="bg1"/>
              </a:solidFill>
            </a:endParaRPr>
          </a:p>
          <a:p>
            <a:pPr marL="0" indent="0">
              <a:buNone/>
            </a:pPr>
            <a:endParaRPr lang="en-US" sz="1400">
              <a:solidFill>
                <a:schemeClr val="bg1"/>
              </a:solidFill>
            </a:endParaRPr>
          </a:p>
          <a:p>
            <a:pPr marL="0" indent="0">
              <a:buNone/>
            </a:pPr>
            <a:r>
              <a:rPr lang="en-US" sz="1400">
                <a:solidFill>
                  <a:schemeClr val="bg1"/>
                </a:solidFill>
                <a:latin typeface="Arial" pitchFamily="34" charset="0"/>
                <a:ea typeface="Arial" pitchFamily="34" charset="-122"/>
                <a:cs typeface="Arial" pitchFamily="34" charset="-120"/>
              </a:rPr>
              <a:t>Special thanks to Professor Dr. Victor Govindaswamy for his continued guidance, support, and encouragement. His teaching helps us understand AWS concepts beyond their basic definitions and encourages us to think about how these technologies can be used in practical cloud and Generative AI solutions. I truly appreciate his support throughout this learning journey.</a:t>
            </a:r>
            <a:endParaRPr lang="en-US" sz="1400">
              <a:solidFill>
                <a:schemeClr val="bg1"/>
              </a:solidFill>
            </a:endParaRPr>
          </a:p>
          <a:p>
            <a:pPr marL="0" indent="0">
              <a:buNone/>
            </a:pPr>
            <a:endParaRPr lang="en-US" sz="1400">
              <a:solidFill>
                <a:schemeClr val="bg1"/>
              </a:solidFill>
            </a:endParaRPr>
          </a:p>
          <a:p>
            <a:pPr marL="0" indent="0">
              <a:buNone/>
            </a:pPr>
            <a:r>
              <a:rPr lang="en-US" sz="1400">
                <a:solidFill>
                  <a:schemeClr val="bg1"/>
                </a:solidFill>
                <a:latin typeface="Arial" pitchFamily="34" charset="0"/>
                <a:ea typeface="Arial" pitchFamily="34" charset="-122"/>
                <a:cs typeface="Arial" pitchFamily="34" charset="-120"/>
              </a:rPr>
              <a:t>Please Like, Share, and Subscribe if this presentation was helpful.</a:t>
            </a:r>
            <a:endParaRPr lang="en-US" sz="1400">
              <a:solidFill>
                <a:schemeClr val="bg1"/>
              </a:solidFill>
            </a:endParaRPr>
          </a:p>
          <a:p>
            <a:endParaRPr lang="en-IN" sz="1400">
              <a:solidFill>
                <a:schemeClr val="bg1"/>
              </a:solidFill>
            </a:endParaRPr>
          </a:p>
        </p:txBody>
      </p:sp>
    </p:spTree>
    <p:extLst>
      <p:ext uri="{BB962C8B-B14F-4D97-AF65-F5344CB8AC3E}">
        <p14:creationId xmlns:p14="http://schemas.microsoft.com/office/powerpoint/2010/main" val="6065011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TotalTime>
  <Words>2164</Words>
  <Application>Microsoft Office PowerPoint</Application>
  <PresentationFormat>Widescreen</PresentationFormat>
  <Paragraphs>227</Paragraphs>
  <Slides>19</Slides>
  <Notes>5</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Calibri</vt:lpstr>
      <vt:lpstr>Office Theme</vt:lpstr>
      <vt:lpstr>Improving RAG Systems: Chunking, Retrieval Quality, and Multimodal Data</vt:lpstr>
      <vt:lpstr>Moving Beyond Basic RAG</vt:lpstr>
      <vt:lpstr>The Retrieval Process in RAG</vt:lpstr>
      <vt:lpstr>Why Data Granularity Matters</vt:lpstr>
      <vt:lpstr>What Is Chunking?</vt:lpstr>
      <vt:lpstr>Standard Chunking</vt:lpstr>
      <vt:lpstr>Hierarchical Chunking</vt:lpstr>
      <vt:lpstr>Semantic Chunking</vt:lpstr>
      <vt:lpstr>Choosing a Chunking Strategy</vt:lpstr>
      <vt:lpstr>Optimizing Embedding Size</vt:lpstr>
      <vt:lpstr>Sparse and Dense Embeddings</vt:lpstr>
      <vt:lpstr>Improving Retrieval with Metadata</vt:lpstr>
      <vt:lpstr>Keeping a Knowledge Base Current</vt:lpstr>
      <vt:lpstr>Measuring RAG Quality</vt:lpstr>
      <vt:lpstr>LLM as a Judge</vt:lpstr>
      <vt:lpstr>Multimodal Models and Retrieval</vt:lpstr>
      <vt:lpstr>Example of an Improved RAG System</vt:lpstr>
      <vt:lpstr>Key Takeaways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Akash Patel</dc:creator>
  <cp:lastModifiedBy>Akash Patel</cp:lastModifiedBy>
  <cp:revision>3</cp:revision>
  <dcterms:created xsi:type="dcterms:W3CDTF">2026-09-06T23:54:52Z</dcterms:created>
  <dcterms:modified xsi:type="dcterms:W3CDTF">2026-09-12T21:21:09Z</dcterms:modified>
</cp:coreProperties>
</file>