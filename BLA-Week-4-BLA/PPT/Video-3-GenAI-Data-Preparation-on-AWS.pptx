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6.svg"/></Relationships>
</file>

<file path=ppt/diagrams/_rels/data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_rels/data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9.svg"/><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5" Type="http://schemas.openxmlformats.org/officeDocument/2006/relationships/image" Target="../media/image7.svg"/><Relationship Id="rId4" Type="http://schemas.openxmlformats.org/officeDocument/2006/relationships/image" Target="../media/image6.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svg"/><Relationship Id="rId1" Type="http://schemas.openxmlformats.org/officeDocument/2006/relationships/image" Target="../media/image8.svg"/><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9.svg"/><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3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3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4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90B019-9E72-43EC-8A9E-45293864A3A1}" type="doc">
      <dgm:prSet loTypeId="urn:microsoft.com/office/officeart/2005/8/layout/vList2" loCatId="list" qsTypeId="urn:microsoft.com/office/officeart/2005/8/quickstyle/simple1#15" qsCatId="simple" csTypeId="urn:microsoft.com/office/officeart/2005/8/colors/accent1_2#13" csCatId="accent1"/>
      <dgm:spPr/>
      <dgm:t>
        <a:bodyPr/>
        <a:lstStyle/>
        <a:p>
          <a:endParaRPr lang="en-US"/>
        </a:p>
      </dgm:t>
    </dgm:pt>
    <dgm:pt modelId="{C1ACCA49-E88D-4B06-93D6-C140630F067D}">
      <dgm:prSet/>
      <dgm:spPr/>
      <dgm:t>
        <a:bodyPr/>
        <a:lstStyle/>
        <a:p>
          <a:r>
            <a:rPr lang="en-US"/>
            <a:t>Unstructured data does not always have a clean schema. Examples include PDFs, scanned documents, emails, reports, images containing text, and normal written documents.</a:t>
          </a:r>
        </a:p>
      </dgm:t>
    </dgm:pt>
    <dgm:pt modelId="{4C7E7C27-1F98-4112-828D-5A14CCF12140}" type="parTrans" cxnId="{75BEE161-B4B4-4069-AB0F-CD256AEDA2AE}">
      <dgm:prSet/>
      <dgm:spPr/>
      <dgm:t>
        <a:bodyPr/>
        <a:lstStyle/>
        <a:p>
          <a:endParaRPr lang="en-US"/>
        </a:p>
      </dgm:t>
    </dgm:pt>
    <dgm:pt modelId="{462EF70E-1D80-46AD-BEB3-3DA282E9C614}" type="sibTrans" cxnId="{75BEE161-B4B4-4069-AB0F-CD256AEDA2AE}">
      <dgm:prSet/>
      <dgm:spPr/>
      <dgm:t>
        <a:bodyPr/>
        <a:lstStyle/>
        <a:p>
          <a:endParaRPr lang="en-US"/>
        </a:p>
      </dgm:t>
    </dgm:pt>
    <dgm:pt modelId="{F90FF038-0C93-4879-A18B-EF2042308C5B}">
      <dgm:prSet/>
      <dgm:spPr/>
      <dgm:t>
        <a:bodyPr/>
        <a:lstStyle/>
        <a:p>
          <a:r>
            <a:rPr lang="en-US"/>
            <a:t>When a PDF is converted into raw text, important structure can disappear. Headings, sections, tables, lists, and metadata may all become mixed together.</a:t>
          </a:r>
        </a:p>
      </dgm:t>
    </dgm:pt>
    <dgm:pt modelId="{AC04DA0A-EC12-47EC-95D7-12F0194A3A55}" type="parTrans" cxnId="{3710CB56-CE3C-4A1C-8A23-157341B4C3F4}">
      <dgm:prSet/>
      <dgm:spPr/>
      <dgm:t>
        <a:bodyPr/>
        <a:lstStyle/>
        <a:p>
          <a:endParaRPr lang="en-US"/>
        </a:p>
      </dgm:t>
    </dgm:pt>
    <dgm:pt modelId="{6702A179-8FFF-4339-B50A-7A906FD86E3D}" type="sibTrans" cxnId="{3710CB56-CE3C-4A1C-8A23-157341B4C3F4}">
      <dgm:prSet/>
      <dgm:spPr/>
      <dgm:t>
        <a:bodyPr/>
        <a:lstStyle/>
        <a:p>
          <a:endParaRPr lang="en-US"/>
        </a:p>
      </dgm:t>
    </dgm:pt>
    <dgm:pt modelId="{A27E8E49-9E8A-4D97-BAC0-8B7B2D3FA322}">
      <dgm:prSet/>
      <dgm:spPr/>
      <dgm:t>
        <a:bodyPr/>
        <a:lstStyle/>
        <a:p>
          <a:r>
            <a:rPr lang="en-US"/>
            <a:t>This creates problems for Generative AI because the model may not clearly understand which information belongs to which section.</a:t>
          </a:r>
        </a:p>
      </dgm:t>
    </dgm:pt>
    <dgm:pt modelId="{DCE7DA6D-5FB0-4EE6-A957-345DDBE8F33B}" type="parTrans" cxnId="{8054088B-05DE-4195-877F-8D63C5D8FB85}">
      <dgm:prSet/>
      <dgm:spPr/>
      <dgm:t>
        <a:bodyPr/>
        <a:lstStyle/>
        <a:p>
          <a:endParaRPr lang="en-US"/>
        </a:p>
      </dgm:t>
    </dgm:pt>
    <dgm:pt modelId="{55DEFBBD-9FC5-4F70-A7D5-A0187C616481}" type="sibTrans" cxnId="{8054088B-05DE-4195-877F-8D63C5D8FB85}">
      <dgm:prSet/>
      <dgm:spPr/>
      <dgm:t>
        <a:bodyPr/>
        <a:lstStyle/>
        <a:p>
          <a:endParaRPr lang="en-US"/>
        </a:p>
      </dgm:t>
    </dgm:pt>
    <dgm:pt modelId="{14E5C38A-35EB-4535-BFED-BA47A4EBF5CB}">
      <dgm:prSet/>
      <dgm:spPr/>
      <dgm:t>
        <a:bodyPr/>
        <a:lstStyle/>
        <a:p>
          <a:r>
            <a:rPr lang="en-US"/>
            <a:t>One approach is to convert raw content into a more structured format such as HTML, where tags like headings, paragraphs, and tables preserve the organization of the original document.</a:t>
          </a:r>
        </a:p>
      </dgm:t>
    </dgm:pt>
    <dgm:pt modelId="{518E8EA4-554E-48C5-A964-11EA71572AF4}" type="parTrans" cxnId="{8D9AF5A5-1664-4928-99BD-A51F37BEAB0A}">
      <dgm:prSet/>
      <dgm:spPr/>
      <dgm:t>
        <a:bodyPr/>
        <a:lstStyle/>
        <a:p>
          <a:endParaRPr lang="en-US"/>
        </a:p>
      </dgm:t>
    </dgm:pt>
    <dgm:pt modelId="{B93156FE-5BD9-473C-B78E-AE8A9222FFD4}" type="sibTrans" cxnId="{8D9AF5A5-1664-4928-99BD-A51F37BEAB0A}">
      <dgm:prSet/>
      <dgm:spPr/>
      <dgm:t>
        <a:bodyPr/>
        <a:lstStyle/>
        <a:p>
          <a:endParaRPr lang="en-US"/>
        </a:p>
      </dgm:t>
    </dgm:pt>
    <dgm:pt modelId="{54960DB1-8FDA-46A6-B72A-FAD362D75F19}">
      <dgm:prSet/>
      <dgm:spPr/>
      <dgm:t>
        <a:bodyPr/>
        <a:lstStyle/>
        <a:p>
          <a:r>
            <a:rPr lang="en-US"/>
            <a:t>AWS services and tools such as Amazon Textract, Amazon Comprehend, AWS Glue, and Bedrock Data Automation can help extract or organize this information.</a:t>
          </a:r>
        </a:p>
      </dgm:t>
    </dgm:pt>
    <dgm:pt modelId="{40D7987A-68AA-41CE-B46D-DFDC30043174}" type="parTrans" cxnId="{ED6BF0C3-9EA0-4F53-AB92-31404BE78608}">
      <dgm:prSet/>
      <dgm:spPr/>
      <dgm:t>
        <a:bodyPr/>
        <a:lstStyle/>
        <a:p>
          <a:endParaRPr lang="en-US"/>
        </a:p>
      </dgm:t>
    </dgm:pt>
    <dgm:pt modelId="{FD318412-775C-4E08-9F2C-CD3C225A63F8}" type="sibTrans" cxnId="{ED6BF0C3-9EA0-4F53-AB92-31404BE78608}">
      <dgm:prSet/>
      <dgm:spPr/>
      <dgm:t>
        <a:bodyPr/>
        <a:lstStyle/>
        <a:p>
          <a:endParaRPr lang="en-US"/>
        </a:p>
      </dgm:t>
    </dgm:pt>
    <dgm:pt modelId="{40D1F352-2E18-4B2B-9DF1-945B9CFB4137}">
      <dgm:prSet/>
      <dgm:spPr/>
      <dgm:t>
        <a:bodyPr/>
        <a:lstStyle/>
        <a:p>
          <a:r>
            <a:rPr lang="en-US"/>
            <a:t>Example:</a:t>
          </a:r>
        </a:p>
      </dgm:t>
    </dgm:pt>
    <dgm:pt modelId="{296D8A25-F55C-4920-810C-7972B510C205}" type="parTrans" cxnId="{A06DFD1B-9488-4B20-9056-7AC8225462D2}">
      <dgm:prSet/>
      <dgm:spPr/>
      <dgm:t>
        <a:bodyPr/>
        <a:lstStyle/>
        <a:p>
          <a:endParaRPr lang="en-US"/>
        </a:p>
      </dgm:t>
    </dgm:pt>
    <dgm:pt modelId="{010380E7-BC5F-4E69-B808-A665E69B0E45}" type="sibTrans" cxnId="{A06DFD1B-9488-4B20-9056-7AC8225462D2}">
      <dgm:prSet/>
      <dgm:spPr/>
      <dgm:t>
        <a:bodyPr/>
        <a:lstStyle/>
        <a:p>
          <a:endParaRPr lang="en-US"/>
        </a:p>
      </dgm:t>
    </dgm:pt>
    <dgm:pt modelId="{AE894BA5-13DC-446F-BFA7-5970EA9BED92}">
      <dgm:prSet/>
      <dgm:spPr/>
      <dgm:t>
        <a:bodyPr/>
        <a:lstStyle/>
        <a:p>
          <a:r>
            <a:rPr lang="en-US"/>
            <a:t>A financial report is easier for a model to understand when the title, table, section headings, and paragraphs remain clearly separated instead of becoming one long block of text.</a:t>
          </a:r>
        </a:p>
      </dgm:t>
    </dgm:pt>
    <dgm:pt modelId="{87B6DB9F-0674-4808-BB98-02F24AF5A640}" type="parTrans" cxnId="{5AF5B58E-9C94-475B-98E6-C6312E5D991E}">
      <dgm:prSet/>
      <dgm:spPr/>
      <dgm:t>
        <a:bodyPr/>
        <a:lstStyle/>
        <a:p>
          <a:endParaRPr lang="en-US"/>
        </a:p>
      </dgm:t>
    </dgm:pt>
    <dgm:pt modelId="{3F1C4ECF-BC2C-41AE-9F99-B67F77711C81}" type="sibTrans" cxnId="{5AF5B58E-9C94-475B-98E6-C6312E5D991E}">
      <dgm:prSet/>
      <dgm:spPr/>
      <dgm:t>
        <a:bodyPr/>
        <a:lstStyle/>
        <a:p>
          <a:endParaRPr lang="en-US"/>
        </a:p>
      </dgm:t>
    </dgm:pt>
    <dgm:pt modelId="{3DDF2FE2-EBFA-4D0D-93B9-7109F4B4A0D5}" type="pres">
      <dgm:prSet presAssocID="{C790B019-9E72-43EC-8A9E-45293864A3A1}" presName="linear" presStyleCnt="0">
        <dgm:presLayoutVars>
          <dgm:animLvl val="lvl"/>
          <dgm:resizeHandles val="exact"/>
        </dgm:presLayoutVars>
      </dgm:prSet>
      <dgm:spPr/>
    </dgm:pt>
    <dgm:pt modelId="{6C21DB4D-FB99-4C45-8EC3-0117D2C7A936}" type="pres">
      <dgm:prSet presAssocID="{C1ACCA49-E88D-4B06-93D6-C140630F067D}" presName="parentText" presStyleLbl="node1" presStyleIdx="0" presStyleCnt="7">
        <dgm:presLayoutVars>
          <dgm:chMax val="0"/>
          <dgm:bulletEnabled val="1"/>
        </dgm:presLayoutVars>
      </dgm:prSet>
      <dgm:spPr/>
    </dgm:pt>
    <dgm:pt modelId="{47965276-2637-47FD-8FC3-D02EB57DEDD6}" type="pres">
      <dgm:prSet presAssocID="{462EF70E-1D80-46AD-BEB3-3DA282E9C614}" presName="spacer" presStyleCnt="0"/>
      <dgm:spPr/>
    </dgm:pt>
    <dgm:pt modelId="{7092A72E-46D4-43D6-BE4C-4F0297694F0A}" type="pres">
      <dgm:prSet presAssocID="{F90FF038-0C93-4879-A18B-EF2042308C5B}" presName="parentText" presStyleLbl="node1" presStyleIdx="1" presStyleCnt="7">
        <dgm:presLayoutVars>
          <dgm:chMax val="0"/>
          <dgm:bulletEnabled val="1"/>
        </dgm:presLayoutVars>
      </dgm:prSet>
      <dgm:spPr/>
    </dgm:pt>
    <dgm:pt modelId="{1984FE9F-435F-4104-A5D2-6755A3FE7952}" type="pres">
      <dgm:prSet presAssocID="{6702A179-8FFF-4339-B50A-7A906FD86E3D}" presName="spacer" presStyleCnt="0"/>
      <dgm:spPr/>
    </dgm:pt>
    <dgm:pt modelId="{B555C336-0BE1-47D9-938F-4308D5925408}" type="pres">
      <dgm:prSet presAssocID="{A27E8E49-9E8A-4D97-BAC0-8B7B2D3FA322}" presName="parentText" presStyleLbl="node1" presStyleIdx="2" presStyleCnt="7">
        <dgm:presLayoutVars>
          <dgm:chMax val="0"/>
          <dgm:bulletEnabled val="1"/>
        </dgm:presLayoutVars>
      </dgm:prSet>
      <dgm:spPr/>
    </dgm:pt>
    <dgm:pt modelId="{316F2EE8-B2D3-4001-9C32-FE3E8937808F}" type="pres">
      <dgm:prSet presAssocID="{55DEFBBD-9FC5-4F70-A7D5-A0187C616481}" presName="spacer" presStyleCnt="0"/>
      <dgm:spPr/>
    </dgm:pt>
    <dgm:pt modelId="{F6C98E79-FA4B-48DD-B84D-C3345FF817A1}" type="pres">
      <dgm:prSet presAssocID="{14E5C38A-35EB-4535-BFED-BA47A4EBF5CB}" presName="parentText" presStyleLbl="node1" presStyleIdx="3" presStyleCnt="7">
        <dgm:presLayoutVars>
          <dgm:chMax val="0"/>
          <dgm:bulletEnabled val="1"/>
        </dgm:presLayoutVars>
      </dgm:prSet>
      <dgm:spPr/>
    </dgm:pt>
    <dgm:pt modelId="{1BB397B2-8889-4E81-8A73-50A7EB6AF983}" type="pres">
      <dgm:prSet presAssocID="{B93156FE-5BD9-473C-B78E-AE8A9222FFD4}" presName="spacer" presStyleCnt="0"/>
      <dgm:spPr/>
    </dgm:pt>
    <dgm:pt modelId="{14CB9874-977D-4C45-8242-DE184E272DAB}" type="pres">
      <dgm:prSet presAssocID="{54960DB1-8FDA-46A6-B72A-FAD362D75F19}" presName="parentText" presStyleLbl="node1" presStyleIdx="4" presStyleCnt="7">
        <dgm:presLayoutVars>
          <dgm:chMax val="0"/>
          <dgm:bulletEnabled val="1"/>
        </dgm:presLayoutVars>
      </dgm:prSet>
      <dgm:spPr/>
    </dgm:pt>
    <dgm:pt modelId="{5ACE106C-F247-432D-8B42-C0493F492A99}" type="pres">
      <dgm:prSet presAssocID="{FD318412-775C-4E08-9F2C-CD3C225A63F8}" presName="spacer" presStyleCnt="0"/>
      <dgm:spPr/>
    </dgm:pt>
    <dgm:pt modelId="{CF0E0BDD-AC22-4961-92D7-BEFFD48EE3EB}" type="pres">
      <dgm:prSet presAssocID="{40D1F352-2E18-4B2B-9DF1-945B9CFB4137}" presName="parentText" presStyleLbl="node1" presStyleIdx="5" presStyleCnt="7">
        <dgm:presLayoutVars>
          <dgm:chMax val="0"/>
          <dgm:bulletEnabled val="1"/>
        </dgm:presLayoutVars>
      </dgm:prSet>
      <dgm:spPr/>
    </dgm:pt>
    <dgm:pt modelId="{57CA6948-935F-4390-8A41-9879E5D83D79}" type="pres">
      <dgm:prSet presAssocID="{010380E7-BC5F-4E69-B808-A665E69B0E45}" presName="spacer" presStyleCnt="0"/>
      <dgm:spPr/>
    </dgm:pt>
    <dgm:pt modelId="{4122D976-EA42-462B-8B24-6B064911C0E3}" type="pres">
      <dgm:prSet presAssocID="{AE894BA5-13DC-446F-BFA7-5970EA9BED92}" presName="parentText" presStyleLbl="node1" presStyleIdx="6" presStyleCnt="7">
        <dgm:presLayoutVars>
          <dgm:chMax val="0"/>
          <dgm:bulletEnabled val="1"/>
        </dgm:presLayoutVars>
      </dgm:prSet>
      <dgm:spPr/>
    </dgm:pt>
  </dgm:ptLst>
  <dgm:cxnLst>
    <dgm:cxn modelId="{A06DFD1B-9488-4B20-9056-7AC8225462D2}" srcId="{C790B019-9E72-43EC-8A9E-45293864A3A1}" destId="{40D1F352-2E18-4B2B-9DF1-945B9CFB4137}" srcOrd="5" destOrd="0" parTransId="{296D8A25-F55C-4920-810C-7972B510C205}" sibTransId="{010380E7-BC5F-4E69-B808-A665E69B0E45}"/>
    <dgm:cxn modelId="{18D7761E-877D-4748-865F-4047A9AFCB00}" type="presOf" srcId="{AE894BA5-13DC-446F-BFA7-5970EA9BED92}" destId="{4122D976-EA42-462B-8B24-6B064911C0E3}" srcOrd="0" destOrd="0" presId="urn:microsoft.com/office/officeart/2005/8/layout/vList2"/>
    <dgm:cxn modelId="{D0EEE236-5DD1-48C8-9818-5D13AC40B2F7}" type="presOf" srcId="{A27E8E49-9E8A-4D97-BAC0-8B7B2D3FA322}" destId="{B555C336-0BE1-47D9-938F-4308D5925408}" srcOrd="0" destOrd="0" presId="urn:microsoft.com/office/officeart/2005/8/layout/vList2"/>
    <dgm:cxn modelId="{405E115C-7445-4969-A699-20D7EC190FA6}" type="presOf" srcId="{40D1F352-2E18-4B2B-9DF1-945B9CFB4137}" destId="{CF0E0BDD-AC22-4961-92D7-BEFFD48EE3EB}" srcOrd="0" destOrd="0" presId="urn:microsoft.com/office/officeart/2005/8/layout/vList2"/>
    <dgm:cxn modelId="{75BEE161-B4B4-4069-AB0F-CD256AEDA2AE}" srcId="{C790B019-9E72-43EC-8A9E-45293864A3A1}" destId="{C1ACCA49-E88D-4B06-93D6-C140630F067D}" srcOrd="0" destOrd="0" parTransId="{4C7E7C27-1F98-4112-828D-5A14CCF12140}" sibTransId="{462EF70E-1D80-46AD-BEB3-3DA282E9C614}"/>
    <dgm:cxn modelId="{C25AA76F-5B83-43F6-BA45-2B94BF8EBD55}" type="presOf" srcId="{54960DB1-8FDA-46A6-B72A-FAD362D75F19}" destId="{14CB9874-977D-4C45-8242-DE184E272DAB}" srcOrd="0" destOrd="0" presId="urn:microsoft.com/office/officeart/2005/8/layout/vList2"/>
    <dgm:cxn modelId="{3EC07D75-4F95-4700-B11D-1062A1C34271}" type="presOf" srcId="{14E5C38A-35EB-4535-BFED-BA47A4EBF5CB}" destId="{F6C98E79-FA4B-48DD-B84D-C3345FF817A1}" srcOrd="0" destOrd="0" presId="urn:microsoft.com/office/officeart/2005/8/layout/vList2"/>
    <dgm:cxn modelId="{3710CB56-CE3C-4A1C-8A23-157341B4C3F4}" srcId="{C790B019-9E72-43EC-8A9E-45293864A3A1}" destId="{F90FF038-0C93-4879-A18B-EF2042308C5B}" srcOrd="1" destOrd="0" parTransId="{AC04DA0A-EC12-47EC-95D7-12F0194A3A55}" sibTransId="{6702A179-8FFF-4339-B50A-7A906FD86E3D}"/>
    <dgm:cxn modelId="{8054088B-05DE-4195-877F-8D63C5D8FB85}" srcId="{C790B019-9E72-43EC-8A9E-45293864A3A1}" destId="{A27E8E49-9E8A-4D97-BAC0-8B7B2D3FA322}" srcOrd="2" destOrd="0" parTransId="{DCE7DA6D-5FB0-4EE6-A957-345DDBE8F33B}" sibTransId="{55DEFBBD-9FC5-4F70-A7D5-A0187C616481}"/>
    <dgm:cxn modelId="{5AF5B58E-9C94-475B-98E6-C6312E5D991E}" srcId="{C790B019-9E72-43EC-8A9E-45293864A3A1}" destId="{AE894BA5-13DC-446F-BFA7-5970EA9BED92}" srcOrd="6" destOrd="0" parTransId="{87B6DB9F-0674-4808-BB98-02F24AF5A640}" sibTransId="{3F1C4ECF-BC2C-41AE-9F99-B67F77711C81}"/>
    <dgm:cxn modelId="{0EC87DA2-9D6E-4ABB-9E61-26AE73AA56E5}" type="presOf" srcId="{F90FF038-0C93-4879-A18B-EF2042308C5B}" destId="{7092A72E-46D4-43D6-BE4C-4F0297694F0A}" srcOrd="0" destOrd="0" presId="urn:microsoft.com/office/officeart/2005/8/layout/vList2"/>
    <dgm:cxn modelId="{8D9AF5A5-1664-4928-99BD-A51F37BEAB0A}" srcId="{C790B019-9E72-43EC-8A9E-45293864A3A1}" destId="{14E5C38A-35EB-4535-BFED-BA47A4EBF5CB}" srcOrd="3" destOrd="0" parTransId="{518E8EA4-554E-48C5-A964-11EA71572AF4}" sibTransId="{B93156FE-5BD9-473C-B78E-AE8A9222FFD4}"/>
    <dgm:cxn modelId="{D4856FC3-402B-4EEF-A457-E5AED28C2F6E}" type="presOf" srcId="{C1ACCA49-E88D-4B06-93D6-C140630F067D}" destId="{6C21DB4D-FB99-4C45-8EC3-0117D2C7A936}" srcOrd="0" destOrd="0" presId="urn:microsoft.com/office/officeart/2005/8/layout/vList2"/>
    <dgm:cxn modelId="{ED6BF0C3-9EA0-4F53-AB92-31404BE78608}" srcId="{C790B019-9E72-43EC-8A9E-45293864A3A1}" destId="{54960DB1-8FDA-46A6-B72A-FAD362D75F19}" srcOrd="4" destOrd="0" parTransId="{40D7987A-68AA-41CE-B46D-DFDC30043174}" sibTransId="{FD318412-775C-4E08-9F2C-CD3C225A63F8}"/>
    <dgm:cxn modelId="{42AD88C7-58D4-46B5-BCE5-8D3C01162A1E}" type="presOf" srcId="{C790B019-9E72-43EC-8A9E-45293864A3A1}" destId="{3DDF2FE2-EBFA-4D0D-93B9-7109F4B4A0D5}" srcOrd="0" destOrd="0" presId="urn:microsoft.com/office/officeart/2005/8/layout/vList2"/>
    <dgm:cxn modelId="{167224D1-3CBA-48F6-87B3-25041942137E}" type="presParOf" srcId="{3DDF2FE2-EBFA-4D0D-93B9-7109F4B4A0D5}" destId="{6C21DB4D-FB99-4C45-8EC3-0117D2C7A936}" srcOrd="0" destOrd="0" presId="urn:microsoft.com/office/officeart/2005/8/layout/vList2"/>
    <dgm:cxn modelId="{18BB3628-EE0A-4DA2-865A-AF3157360037}" type="presParOf" srcId="{3DDF2FE2-EBFA-4D0D-93B9-7109F4B4A0D5}" destId="{47965276-2637-47FD-8FC3-D02EB57DEDD6}" srcOrd="1" destOrd="0" presId="urn:microsoft.com/office/officeart/2005/8/layout/vList2"/>
    <dgm:cxn modelId="{CC3E05AF-2919-4489-AFEB-CEA82BB4E24E}" type="presParOf" srcId="{3DDF2FE2-EBFA-4D0D-93B9-7109F4B4A0D5}" destId="{7092A72E-46D4-43D6-BE4C-4F0297694F0A}" srcOrd="2" destOrd="0" presId="urn:microsoft.com/office/officeart/2005/8/layout/vList2"/>
    <dgm:cxn modelId="{1D790504-5410-41A9-A7E4-DCC329090214}" type="presParOf" srcId="{3DDF2FE2-EBFA-4D0D-93B9-7109F4B4A0D5}" destId="{1984FE9F-435F-4104-A5D2-6755A3FE7952}" srcOrd="3" destOrd="0" presId="urn:microsoft.com/office/officeart/2005/8/layout/vList2"/>
    <dgm:cxn modelId="{12E29A39-704D-42E2-9374-41CFCABB22ED}" type="presParOf" srcId="{3DDF2FE2-EBFA-4D0D-93B9-7109F4B4A0D5}" destId="{B555C336-0BE1-47D9-938F-4308D5925408}" srcOrd="4" destOrd="0" presId="urn:microsoft.com/office/officeart/2005/8/layout/vList2"/>
    <dgm:cxn modelId="{DD8E1B81-F429-4067-ACEF-D5C56C1C20BF}" type="presParOf" srcId="{3DDF2FE2-EBFA-4D0D-93B9-7109F4B4A0D5}" destId="{316F2EE8-B2D3-4001-9C32-FE3E8937808F}" srcOrd="5" destOrd="0" presId="urn:microsoft.com/office/officeart/2005/8/layout/vList2"/>
    <dgm:cxn modelId="{0CA61700-1CDD-4EEA-963B-F3B9298F064E}" type="presParOf" srcId="{3DDF2FE2-EBFA-4D0D-93B9-7109F4B4A0D5}" destId="{F6C98E79-FA4B-48DD-B84D-C3345FF817A1}" srcOrd="6" destOrd="0" presId="urn:microsoft.com/office/officeart/2005/8/layout/vList2"/>
    <dgm:cxn modelId="{3CDB3CE1-B50A-47BC-AD96-FF97D86D190B}" type="presParOf" srcId="{3DDF2FE2-EBFA-4D0D-93B9-7109F4B4A0D5}" destId="{1BB397B2-8889-4E81-8A73-50A7EB6AF983}" srcOrd="7" destOrd="0" presId="urn:microsoft.com/office/officeart/2005/8/layout/vList2"/>
    <dgm:cxn modelId="{D58E21F3-44E1-4E60-A873-EC464C9ACFB4}" type="presParOf" srcId="{3DDF2FE2-EBFA-4D0D-93B9-7109F4B4A0D5}" destId="{14CB9874-977D-4C45-8242-DE184E272DAB}" srcOrd="8" destOrd="0" presId="urn:microsoft.com/office/officeart/2005/8/layout/vList2"/>
    <dgm:cxn modelId="{2752A58B-5564-4253-BAB4-1711924E1532}" type="presParOf" srcId="{3DDF2FE2-EBFA-4D0D-93B9-7109F4B4A0D5}" destId="{5ACE106C-F247-432D-8B42-C0493F492A99}" srcOrd="9" destOrd="0" presId="urn:microsoft.com/office/officeart/2005/8/layout/vList2"/>
    <dgm:cxn modelId="{BF18051A-CDC2-4C50-9B14-79E999EBEEE1}" type="presParOf" srcId="{3DDF2FE2-EBFA-4D0D-93B9-7109F4B4A0D5}" destId="{CF0E0BDD-AC22-4961-92D7-BEFFD48EE3EB}" srcOrd="10" destOrd="0" presId="urn:microsoft.com/office/officeart/2005/8/layout/vList2"/>
    <dgm:cxn modelId="{7984F875-E578-43E0-8A37-5945522E5495}" type="presParOf" srcId="{3DDF2FE2-EBFA-4D0D-93B9-7109F4B4A0D5}" destId="{57CA6948-935F-4390-8A41-9879E5D83D79}" srcOrd="11" destOrd="0" presId="urn:microsoft.com/office/officeart/2005/8/layout/vList2"/>
    <dgm:cxn modelId="{4C1D9107-3BFB-4ED9-8783-FA17FE9FDCB4}" type="presParOf" srcId="{3DDF2FE2-EBFA-4D0D-93B9-7109F4B4A0D5}" destId="{4122D976-EA42-462B-8B24-6B064911C0E3}"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42E28E-13D2-447C-AA59-0E07F8F637A3}" type="doc">
      <dgm:prSet loTypeId="urn:microsoft.com/office/officeart/2018/2/layout/IconVerticalSolidList" loCatId="icon" qsTypeId="urn:microsoft.com/office/officeart/2005/8/quickstyle/simple1#17" qsCatId="simple" csTypeId="urn:microsoft.com/office/officeart/2018/5/colors/Iconchunking_neutralicontext_colorful1" csCatId="colorful" phldr="1"/>
      <dgm:spPr/>
      <dgm:t>
        <a:bodyPr/>
        <a:lstStyle/>
        <a:p>
          <a:endParaRPr lang="en-US"/>
        </a:p>
      </dgm:t>
    </dgm:pt>
    <dgm:pt modelId="{D446FD2D-7474-4265-8B3C-5C0796FD9B6D}">
      <dgm:prSet/>
      <dgm:spPr/>
      <dgm:t>
        <a:bodyPr/>
        <a:lstStyle/>
        <a:p>
          <a:r>
            <a:rPr lang="en-US"/>
            <a:t>Documents: BDA accepts formats such as PDF, TIFF, JPEG, PNG, and DOCX. It can return JSON, extracted text, tables, CSV files, markdown, and other structured output.</a:t>
          </a:r>
        </a:p>
      </dgm:t>
    </dgm:pt>
    <dgm:pt modelId="{82EFA34C-9282-4AFC-93D3-F97247EB9460}" type="parTrans" cxnId="{AA3B0431-F056-4654-8906-2479BB6D2B0C}">
      <dgm:prSet/>
      <dgm:spPr/>
      <dgm:t>
        <a:bodyPr/>
        <a:lstStyle/>
        <a:p>
          <a:endParaRPr lang="en-US"/>
        </a:p>
      </dgm:t>
    </dgm:pt>
    <dgm:pt modelId="{B253D504-48C5-4BAD-AE2A-0F2D2BAD6B81}" type="sibTrans" cxnId="{AA3B0431-F056-4654-8906-2479BB6D2B0C}">
      <dgm:prSet/>
      <dgm:spPr/>
      <dgm:t>
        <a:bodyPr/>
        <a:lstStyle/>
        <a:p>
          <a:endParaRPr lang="en-US"/>
        </a:p>
      </dgm:t>
    </dgm:pt>
    <dgm:pt modelId="{9EC57798-B5B5-4502-81D6-024B5F524AEF}">
      <dgm:prSet/>
      <dgm:spPr/>
      <dgm:t>
        <a:bodyPr/>
        <a:lstStyle/>
        <a:p>
          <a:r>
            <a:rPr lang="en-US"/>
            <a:t>Images: It can generate image captions or summaries, recognize text and logos, classify content, and support content moderation.</a:t>
          </a:r>
        </a:p>
      </dgm:t>
    </dgm:pt>
    <dgm:pt modelId="{D5E96DA6-3C27-4BC0-AC0E-967630719D40}" type="parTrans" cxnId="{DD80D34B-B9CC-4C3F-9540-F2A1B6FCA30D}">
      <dgm:prSet/>
      <dgm:spPr/>
      <dgm:t>
        <a:bodyPr/>
        <a:lstStyle/>
        <a:p>
          <a:endParaRPr lang="en-US"/>
        </a:p>
      </dgm:t>
    </dgm:pt>
    <dgm:pt modelId="{50031475-18BF-47B7-9627-BFF1EFECEABB}" type="sibTrans" cxnId="{DD80D34B-B9CC-4C3F-9540-F2A1B6FCA30D}">
      <dgm:prSet/>
      <dgm:spPr/>
      <dgm:t>
        <a:bodyPr/>
        <a:lstStyle/>
        <a:p>
          <a:endParaRPr lang="en-US"/>
        </a:p>
      </dgm:t>
    </dgm:pt>
    <dgm:pt modelId="{D4578BDF-6B23-493A-95CB-623834141E78}">
      <dgm:prSet/>
      <dgm:spPr/>
      <dgm:t>
        <a:bodyPr/>
        <a:lstStyle/>
        <a:p>
          <a:r>
            <a:rPr lang="en-US"/>
            <a:t>Video: BDA can generate full-video summaries, chapter summaries, transcripts, text found inside the video, logo detection, and moderation results.</a:t>
          </a:r>
        </a:p>
      </dgm:t>
    </dgm:pt>
    <dgm:pt modelId="{BE4DDF9F-D51F-4A02-B5DA-C5D1AAD5EB53}" type="parTrans" cxnId="{7207B0C0-8C6A-4690-B853-05C5A3AED488}">
      <dgm:prSet/>
      <dgm:spPr/>
      <dgm:t>
        <a:bodyPr/>
        <a:lstStyle/>
        <a:p>
          <a:endParaRPr lang="en-US"/>
        </a:p>
      </dgm:t>
    </dgm:pt>
    <dgm:pt modelId="{C5089355-3331-4940-94F7-F9F0AC076F01}" type="sibTrans" cxnId="{7207B0C0-8C6A-4690-B853-05C5A3AED488}">
      <dgm:prSet/>
      <dgm:spPr/>
      <dgm:t>
        <a:bodyPr/>
        <a:lstStyle/>
        <a:p>
          <a:endParaRPr lang="en-US"/>
        </a:p>
      </dgm:t>
    </dgm:pt>
    <dgm:pt modelId="{D8A43BCB-1A08-43CA-9EC4-C7B22A0FDF1B}">
      <dgm:prSet/>
      <dgm:spPr/>
      <dgm:t>
        <a:bodyPr/>
        <a:lstStyle/>
        <a:p>
          <a:r>
            <a:rPr lang="en-US"/>
            <a:t>Audio: It can produce a full transcript, summarize the recording, identify speakers or channels, separate topics, and perform content moderation.</a:t>
          </a:r>
        </a:p>
      </dgm:t>
    </dgm:pt>
    <dgm:pt modelId="{CD9E206B-E066-4DFA-BCA9-3AB816B4CC75}" type="parTrans" cxnId="{3B15C8CA-F1CA-4C69-A055-1AFE2C6A0925}">
      <dgm:prSet/>
      <dgm:spPr/>
      <dgm:t>
        <a:bodyPr/>
        <a:lstStyle/>
        <a:p>
          <a:endParaRPr lang="en-US"/>
        </a:p>
      </dgm:t>
    </dgm:pt>
    <dgm:pt modelId="{670D27AB-78DB-47BB-BFE9-6F0F1DB8CA5E}" type="sibTrans" cxnId="{3B15C8CA-F1CA-4C69-A055-1AFE2C6A0925}">
      <dgm:prSet/>
      <dgm:spPr/>
      <dgm:t>
        <a:bodyPr/>
        <a:lstStyle/>
        <a:p>
          <a:endParaRPr lang="en-US"/>
        </a:p>
      </dgm:t>
    </dgm:pt>
    <dgm:pt modelId="{32F79391-8C42-4079-999A-1892B30BA709}">
      <dgm:prSet/>
      <dgm:spPr/>
      <dgm:t>
        <a:bodyPr/>
        <a:lstStyle/>
        <a:p>
          <a:r>
            <a:rPr lang="en-US"/>
            <a:t>This is useful because many Generative AI applications need to work with information that exists outside normal text documents.</a:t>
          </a:r>
        </a:p>
      </dgm:t>
    </dgm:pt>
    <dgm:pt modelId="{AD4217F0-42E5-4054-AAF7-FF0C420B876A}" type="parTrans" cxnId="{82EC60CC-4240-4FC9-A956-698AAE89F878}">
      <dgm:prSet/>
      <dgm:spPr/>
      <dgm:t>
        <a:bodyPr/>
        <a:lstStyle/>
        <a:p>
          <a:endParaRPr lang="en-US"/>
        </a:p>
      </dgm:t>
    </dgm:pt>
    <dgm:pt modelId="{85E0A89A-15C2-4642-891F-E406FA020272}" type="sibTrans" cxnId="{82EC60CC-4240-4FC9-A956-698AAE89F878}">
      <dgm:prSet/>
      <dgm:spPr/>
      <dgm:t>
        <a:bodyPr/>
        <a:lstStyle/>
        <a:p>
          <a:endParaRPr lang="en-US"/>
        </a:p>
      </dgm:t>
    </dgm:pt>
    <dgm:pt modelId="{8D633B21-996A-486B-8CCC-AB73814669DD}" type="pres">
      <dgm:prSet presAssocID="{7242E28E-13D2-447C-AA59-0E07F8F637A3}" presName="root" presStyleCnt="0">
        <dgm:presLayoutVars>
          <dgm:dir/>
          <dgm:resizeHandles val="exact"/>
        </dgm:presLayoutVars>
      </dgm:prSet>
      <dgm:spPr/>
    </dgm:pt>
    <dgm:pt modelId="{C3FAA53F-ABAA-4FB1-A004-DA6F204C9A27}" type="pres">
      <dgm:prSet presAssocID="{D446FD2D-7474-4265-8B3C-5C0796FD9B6D}" presName="compNode" presStyleCnt="0"/>
      <dgm:spPr/>
    </dgm:pt>
    <dgm:pt modelId="{FE0C4C8A-9330-40E6-8666-1F974FD3C72A}" type="pres">
      <dgm:prSet presAssocID="{D446FD2D-7474-4265-8B3C-5C0796FD9B6D}" presName="bgRect" presStyleLbl="bgShp" presStyleIdx="0" presStyleCnt="5"/>
      <dgm:spPr/>
    </dgm:pt>
    <dgm:pt modelId="{D54E930D-127A-4D75-950E-0D3F3748CF76}" type="pres">
      <dgm:prSet presAssocID="{D446FD2D-7474-4265-8B3C-5C0796FD9B6D}"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hotocopier"/>
        </a:ext>
      </dgm:extLst>
    </dgm:pt>
    <dgm:pt modelId="{531F19CA-B9DC-459F-9A42-2090BAE16CD7}" type="pres">
      <dgm:prSet presAssocID="{D446FD2D-7474-4265-8B3C-5C0796FD9B6D}" presName="spaceRect" presStyleCnt="0"/>
      <dgm:spPr/>
    </dgm:pt>
    <dgm:pt modelId="{E2F7817E-C858-48B3-96C2-280B56315DB1}" type="pres">
      <dgm:prSet presAssocID="{D446FD2D-7474-4265-8B3C-5C0796FD9B6D}" presName="parTx" presStyleLbl="revTx" presStyleIdx="0" presStyleCnt="5">
        <dgm:presLayoutVars>
          <dgm:chMax val="0"/>
          <dgm:chPref val="0"/>
        </dgm:presLayoutVars>
      </dgm:prSet>
      <dgm:spPr/>
    </dgm:pt>
    <dgm:pt modelId="{498DDCA6-96A5-4CCC-9DA4-1ADF744A0AF9}" type="pres">
      <dgm:prSet presAssocID="{B253D504-48C5-4BAD-AE2A-0F2D2BAD6B81}" presName="sibTrans" presStyleCnt="0"/>
      <dgm:spPr/>
    </dgm:pt>
    <dgm:pt modelId="{2A05B5E2-4970-4F7E-9524-B5E1F1C5A95D}" type="pres">
      <dgm:prSet presAssocID="{9EC57798-B5B5-4502-81D6-024B5F524AEF}" presName="compNode" presStyleCnt="0"/>
      <dgm:spPr/>
    </dgm:pt>
    <dgm:pt modelId="{FEF234F3-4CCB-4E36-BD6D-AF80FE41F4C9}" type="pres">
      <dgm:prSet presAssocID="{9EC57798-B5B5-4502-81D6-024B5F524AEF}" presName="bgRect" presStyleLbl="bgShp" presStyleIdx="1" presStyleCnt="5"/>
      <dgm:spPr/>
    </dgm:pt>
    <dgm:pt modelId="{D13CA66D-6195-4923-95C0-D5A0DC7FDBCD}" type="pres">
      <dgm:prSet presAssocID="{9EC57798-B5B5-4502-81D6-024B5F524AEF}"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73BC128B-C593-44A3-AAE6-B404C0CCDAF8}" type="pres">
      <dgm:prSet presAssocID="{9EC57798-B5B5-4502-81D6-024B5F524AEF}" presName="spaceRect" presStyleCnt="0"/>
      <dgm:spPr/>
    </dgm:pt>
    <dgm:pt modelId="{EE593855-D4EE-44E7-91B6-A58195124AC2}" type="pres">
      <dgm:prSet presAssocID="{9EC57798-B5B5-4502-81D6-024B5F524AEF}" presName="parTx" presStyleLbl="revTx" presStyleIdx="1" presStyleCnt="5">
        <dgm:presLayoutVars>
          <dgm:chMax val="0"/>
          <dgm:chPref val="0"/>
        </dgm:presLayoutVars>
      </dgm:prSet>
      <dgm:spPr/>
    </dgm:pt>
    <dgm:pt modelId="{E2C430BE-4918-4A20-8733-223306579D4C}" type="pres">
      <dgm:prSet presAssocID="{50031475-18BF-47B7-9627-BFF1EFECEABB}" presName="sibTrans" presStyleCnt="0"/>
      <dgm:spPr/>
    </dgm:pt>
    <dgm:pt modelId="{81E84FB5-A080-4613-A7B8-B7164FCFDB5E}" type="pres">
      <dgm:prSet presAssocID="{D4578BDF-6B23-493A-95CB-623834141E78}" presName="compNode" presStyleCnt="0"/>
      <dgm:spPr/>
    </dgm:pt>
    <dgm:pt modelId="{74C2226F-F30E-4C05-97F0-AE86AE5A8A3B}" type="pres">
      <dgm:prSet presAssocID="{D4578BDF-6B23-493A-95CB-623834141E78}" presName="bgRect" presStyleLbl="bgShp" presStyleIdx="2" presStyleCnt="5"/>
      <dgm:spPr/>
    </dgm:pt>
    <dgm:pt modelId="{317FEDB4-66F1-4505-93D8-75F7A12B913E}" type="pres">
      <dgm:prSet presAssocID="{D4578BDF-6B23-493A-95CB-623834141E78}"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odcast"/>
        </a:ext>
      </dgm:extLst>
    </dgm:pt>
    <dgm:pt modelId="{13539B27-F615-46B9-9C3C-4560C13C9325}" type="pres">
      <dgm:prSet presAssocID="{D4578BDF-6B23-493A-95CB-623834141E78}" presName="spaceRect" presStyleCnt="0"/>
      <dgm:spPr/>
    </dgm:pt>
    <dgm:pt modelId="{78398A68-5045-4E18-90BD-24ADFD370E50}" type="pres">
      <dgm:prSet presAssocID="{D4578BDF-6B23-493A-95CB-623834141E78}" presName="parTx" presStyleLbl="revTx" presStyleIdx="2" presStyleCnt="5">
        <dgm:presLayoutVars>
          <dgm:chMax val="0"/>
          <dgm:chPref val="0"/>
        </dgm:presLayoutVars>
      </dgm:prSet>
      <dgm:spPr/>
    </dgm:pt>
    <dgm:pt modelId="{17915810-AF11-4E98-9160-82B6F63F3128}" type="pres">
      <dgm:prSet presAssocID="{C5089355-3331-4940-94F7-F9F0AC076F01}" presName="sibTrans" presStyleCnt="0"/>
      <dgm:spPr/>
    </dgm:pt>
    <dgm:pt modelId="{ED545E3F-B43B-4EF9-A4C4-CE1E3F33032E}" type="pres">
      <dgm:prSet presAssocID="{D8A43BCB-1A08-43CA-9EC4-C7B22A0FDF1B}" presName="compNode" presStyleCnt="0"/>
      <dgm:spPr/>
    </dgm:pt>
    <dgm:pt modelId="{B25FA798-DB4F-4D6A-BAB4-1062C3B5EDCF}" type="pres">
      <dgm:prSet presAssocID="{D8A43BCB-1A08-43CA-9EC4-C7B22A0FDF1B}" presName="bgRect" presStyleLbl="bgShp" presStyleIdx="3" presStyleCnt="5"/>
      <dgm:spPr/>
    </dgm:pt>
    <dgm:pt modelId="{2D85B4D8-8AEE-4586-96E9-5404A5F31AC1}" type="pres">
      <dgm:prSet presAssocID="{D8A43BCB-1A08-43CA-9EC4-C7B22A0FDF1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rketing"/>
        </a:ext>
      </dgm:extLst>
    </dgm:pt>
    <dgm:pt modelId="{3C21D43C-36A4-4C51-8875-AA590B8E833D}" type="pres">
      <dgm:prSet presAssocID="{D8A43BCB-1A08-43CA-9EC4-C7B22A0FDF1B}" presName="spaceRect" presStyleCnt="0"/>
      <dgm:spPr/>
    </dgm:pt>
    <dgm:pt modelId="{EC810C72-D71B-403E-AF0A-695D70CBABA1}" type="pres">
      <dgm:prSet presAssocID="{D8A43BCB-1A08-43CA-9EC4-C7B22A0FDF1B}" presName="parTx" presStyleLbl="revTx" presStyleIdx="3" presStyleCnt="5">
        <dgm:presLayoutVars>
          <dgm:chMax val="0"/>
          <dgm:chPref val="0"/>
        </dgm:presLayoutVars>
      </dgm:prSet>
      <dgm:spPr/>
    </dgm:pt>
    <dgm:pt modelId="{52896E83-7E29-48DB-8175-81912275EED3}" type="pres">
      <dgm:prSet presAssocID="{670D27AB-78DB-47BB-BFE9-6F0F1DB8CA5E}" presName="sibTrans" presStyleCnt="0"/>
      <dgm:spPr/>
    </dgm:pt>
    <dgm:pt modelId="{7E723267-FAA3-4F01-8C74-C1E4F92BF62D}" type="pres">
      <dgm:prSet presAssocID="{32F79391-8C42-4079-999A-1892B30BA709}" presName="compNode" presStyleCnt="0"/>
      <dgm:spPr/>
    </dgm:pt>
    <dgm:pt modelId="{F19A4E8F-5EE9-4D8F-9A7B-7D42E7C54490}" type="pres">
      <dgm:prSet presAssocID="{32F79391-8C42-4079-999A-1892B30BA709}" presName="bgRect" presStyleLbl="bgShp" presStyleIdx="4" presStyleCnt="5"/>
      <dgm:spPr/>
    </dgm:pt>
    <dgm:pt modelId="{C337A49A-39AE-4038-AA72-F7D46B8DD22A}" type="pres">
      <dgm:prSet presAssocID="{32F79391-8C42-4079-999A-1892B30BA709}"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atabase"/>
        </a:ext>
      </dgm:extLst>
    </dgm:pt>
    <dgm:pt modelId="{51CEC17B-724A-4884-8186-FBAB3611EB8D}" type="pres">
      <dgm:prSet presAssocID="{32F79391-8C42-4079-999A-1892B30BA709}" presName="spaceRect" presStyleCnt="0"/>
      <dgm:spPr/>
    </dgm:pt>
    <dgm:pt modelId="{EEEC1D71-84E1-482C-AE67-02C9A6C2850F}" type="pres">
      <dgm:prSet presAssocID="{32F79391-8C42-4079-999A-1892B30BA709}" presName="parTx" presStyleLbl="revTx" presStyleIdx="4" presStyleCnt="5">
        <dgm:presLayoutVars>
          <dgm:chMax val="0"/>
          <dgm:chPref val="0"/>
        </dgm:presLayoutVars>
      </dgm:prSet>
      <dgm:spPr/>
    </dgm:pt>
  </dgm:ptLst>
  <dgm:cxnLst>
    <dgm:cxn modelId="{C0C4D722-4C2A-4571-A54B-A0F968DA40A1}" type="presOf" srcId="{D446FD2D-7474-4265-8B3C-5C0796FD9B6D}" destId="{E2F7817E-C858-48B3-96C2-280B56315DB1}" srcOrd="0" destOrd="0" presId="urn:microsoft.com/office/officeart/2018/2/layout/IconVerticalSolidList"/>
    <dgm:cxn modelId="{AA3B0431-F056-4654-8906-2479BB6D2B0C}" srcId="{7242E28E-13D2-447C-AA59-0E07F8F637A3}" destId="{D446FD2D-7474-4265-8B3C-5C0796FD9B6D}" srcOrd="0" destOrd="0" parTransId="{82EFA34C-9282-4AFC-93D3-F97247EB9460}" sibTransId="{B253D504-48C5-4BAD-AE2A-0F2D2BAD6B81}"/>
    <dgm:cxn modelId="{DD80D34B-B9CC-4C3F-9540-F2A1B6FCA30D}" srcId="{7242E28E-13D2-447C-AA59-0E07F8F637A3}" destId="{9EC57798-B5B5-4502-81D6-024B5F524AEF}" srcOrd="1" destOrd="0" parTransId="{D5E96DA6-3C27-4BC0-AC0E-967630719D40}" sibTransId="{50031475-18BF-47B7-9627-BFF1EFECEABB}"/>
    <dgm:cxn modelId="{2BFD2C73-E4A9-4D9F-9F82-C696171853CA}" type="presOf" srcId="{9EC57798-B5B5-4502-81D6-024B5F524AEF}" destId="{EE593855-D4EE-44E7-91B6-A58195124AC2}" srcOrd="0" destOrd="0" presId="urn:microsoft.com/office/officeart/2018/2/layout/IconVerticalSolidList"/>
    <dgm:cxn modelId="{F96E8B9F-E117-44E9-9A81-53705194F0D9}" type="presOf" srcId="{32F79391-8C42-4079-999A-1892B30BA709}" destId="{EEEC1D71-84E1-482C-AE67-02C9A6C2850F}" srcOrd="0" destOrd="0" presId="urn:microsoft.com/office/officeart/2018/2/layout/IconVerticalSolidList"/>
    <dgm:cxn modelId="{5F141ABB-D2D4-4D48-88C0-E7F3CD644E0C}" type="presOf" srcId="{D4578BDF-6B23-493A-95CB-623834141E78}" destId="{78398A68-5045-4E18-90BD-24ADFD370E50}" srcOrd="0" destOrd="0" presId="urn:microsoft.com/office/officeart/2018/2/layout/IconVerticalSolidList"/>
    <dgm:cxn modelId="{7207B0C0-8C6A-4690-B853-05C5A3AED488}" srcId="{7242E28E-13D2-447C-AA59-0E07F8F637A3}" destId="{D4578BDF-6B23-493A-95CB-623834141E78}" srcOrd="2" destOrd="0" parTransId="{BE4DDF9F-D51F-4A02-B5DA-C5D1AAD5EB53}" sibTransId="{C5089355-3331-4940-94F7-F9F0AC076F01}"/>
    <dgm:cxn modelId="{3B15C8CA-F1CA-4C69-A055-1AFE2C6A0925}" srcId="{7242E28E-13D2-447C-AA59-0E07F8F637A3}" destId="{D8A43BCB-1A08-43CA-9EC4-C7B22A0FDF1B}" srcOrd="3" destOrd="0" parTransId="{CD9E206B-E066-4DFA-BCA9-3AB816B4CC75}" sibTransId="{670D27AB-78DB-47BB-BFE9-6F0F1DB8CA5E}"/>
    <dgm:cxn modelId="{82EC60CC-4240-4FC9-A956-698AAE89F878}" srcId="{7242E28E-13D2-447C-AA59-0E07F8F637A3}" destId="{32F79391-8C42-4079-999A-1892B30BA709}" srcOrd="4" destOrd="0" parTransId="{AD4217F0-42E5-4054-AAF7-FF0C420B876A}" sibTransId="{85E0A89A-15C2-4642-891F-E406FA020272}"/>
    <dgm:cxn modelId="{D2A13CEB-1D99-4C1E-BF1E-49885E81A9FA}" type="presOf" srcId="{D8A43BCB-1A08-43CA-9EC4-C7B22A0FDF1B}" destId="{EC810C72-D71B-403E-AF0A-695D70CBABA1}" srcOrd="0" destOrd="0" presId="urn:microsoft.com/office/officeart/2018/2/layout/IconVerticalSolidList"/>
    <dgm:cxn modelId="{3EBE6EFC-D9F3-43FE-B677-AA53CEF9EEDB}" type="presOf" srcId="{7242E28E-13D2-447C-AA59-0E07F8F637A3}" destId="{8D633B21-996A-486B-8CCC-AB73814669DD}" srcOrd="0" destOrd="0" presId="urn:microsoft.com/office/officeart/2018/2/layout/IconVerticalSolidList"/>
    <dgm:cxn modelId="{F2956E78-2B6F-40AA-851F-71359C2658F5}" type="presParOf" srcId="{8D633B21-996A-486B-8CCC-AB73814669DD}" destId="{C3FAA53F-ABAA-4FB1-A004-DA6F204C9A27}" srcOrd="0" destOrd="0" presId="urn:microsoft.com/office/officeart/2018/2/layout/IconVerticalSolidList"/>
    <dgm:cxn modelId="{581AD79D-7566-45E2-9D0E-C161F0EC818C}" type="presParOf" srcId="{C3FAA53F-ABAA-4FB1-A004-DA6F204C9A27}" destId="{FE0C4C8A-9330-40E6-8666-1F974FD3C72A}" srcOrd="0" destOrd="0" presId="urn:microsoft.com/office/officeart/2018/2/layout/IconVerticalSolidList"/>
    <dgm:cxn modelId="{151DCDE0-BA61-4417-A9BC-8FAEC63FA7E4}" type="presParOf" srcId="{C3FAA53F-ABAA-4FB1-A004-DA6F204C9A27}" destId="{D54E930D-127A-4D75-950E-0D3F3748CF76}" srcOrd="1" destOrd="0" presId="urn:microsoft.com/office/officeart/2018/2/layout/IconVerticalSolidList"/>
    <dgm:cxn modelId="{2C925145-0563-4D68-AB87-E4FBCB2A784A}" type="presParOf" srcId="{C3FAA53F-ABAA-4FB1-A004-DA6F204C9A27}" destId="{531F19CA-B9DC-459F-9A42-2090BAE16CD7}" srcOrd="2" destOrd="0" presId="urn:microsoft.com/office/officeart/2018/2/layout/IconVerticalSolidList"/>
    <dgm:cxn modelId="{8813DD05-7575-42DA-9EC2-48D5502B3FAD}" type="presParOf" srcId="{C3FAA53F-ABAA-4FB1-A004-DA6F204C9A27}" destId="{E2F7817E-C858-48B3-96C2-280B56315DB1}" srcOrd="3" destOrd="0" presId="urn:microsoft.com/office/officeart/2018/2/layout/IconVerticalSolidList"/>
    <dgm:cxn modelId="{0D864612-5706-46AE-9382-4E3E492A6E34}" type="presParOf" srcId="{8D633B21-996A-486B-8CCC-AB73814669DD}" destId="{498DDCA6-96A5-4CCC-9DA4-1ADF744A0AF9}" srcOrd="1" destOrd="0" presId="urn:microsoft.com/office/officeart/2018/2/layout/IconVerticalSolidList"/>
    <dgm:cxn modelId="{49088290-B745-4479-91D3-8743D22C8FF7}" type="presParOf" srcId="{8D633B21-996A-486B-8CCC-AB73814669DD}" destId="{2A05B5E2-4970-4F7E-9524-B5E1F1C5A95D}" srcOrd="2" destOrd="0" presId="urn:microsoft.com/office/officeart/2018/2/layout/IconVerticalSolidList"/>
    <dgm:cxn modelId="{D3618AC5-7293-412E-8790-1D05B507BBBC}" type="presParOf" srcId="{2A05B5E2-4970-4F7E-9524-B5E1F1C5A95D}" destId="{FEF234F3-4CCB-4E36-BD6D-AF80FE41F4C9}" srcOrd="0" destOrd="0" presId="urn:microsoft.com/office/officeart/2018/2/layout/IconVerticalSolidList"/>
    <dgm:cxn modelId="{8B0347E8-9077-4525-8C5C-7FB006DF45D9}" type="presParOf" srcId="{2A05B5E2-4970-4F7E-9524-B5E1F1C5A95D}" destId="{D13CA66D-6195-4923-95C0-D5A0DC7FDBCD}" srcOrd="1" destOrd="0" presId="urn:microsoft.com/office/officeart/2018/2/layout/IconVerticalSolidList"/>
    <dgm:cxn modelId="{29CFFEF2-ACCD-40BD-B94E-68E3692B6EB8}" type="presParOf" srcId="{2A05B5E2-4970-4F7E-9524-B5E1F1C5A95D}" destId="{73BC128B-C593-44A3-AAE6-B404C0CCDAF8}" srcOrd="2" destOrd="0" presId="urn:microsoft.com/office/officeart/2018/2/layout/IconVerticalSolidList"/>
    <dgm:cxn modelId="{4218B2BF-DA34-490A-A345-02CF3C5FF6C9}" type="presParOf" srcId="{2A05B5E2-4970-4F7E-9524-B5E1F1C5A95D}" destId="{EE593855-D4EE-44E7-91B6-A58195124AC2}" srcOrd="3" destOrd="0" presId="urn:microsoft.com/office/officeart/2018/2/layout/IconVerticalSolidList"/>
    <dgm:cxn modelId="{094FA9F2-D7E4-4F12-AC63-02CBC28A05BB}" type="presParOf" srcId="{8D633B21-996A-486B-8CCC-AB73814669DD}" destId="{E2C430BE-4918-4A20-8733-223306579D4C}" srcOrd="3" destOrd="0" presId="urn:microsoft.com/office/officeart/2018/2/layout/IconVerticalSolidList"/>
    <dgm:cxn modelId="{8C063251-760C-4977-86A6-A695831F7A2C}" type="presParOf" srcId="{8D633B21-996A-486B-8CCC-AB73814669DD}" destId="{81E84FB5-A080-4613-A7B8-B7164FCFDB5E}" srcOrd="4" destOrd="0" presId="urn:microsoft.com/office/officeart/2018/2/layout/IconVerticalSolidList"/>
    <dgm:cxn modelId="{63BA4FF5-7C32-4F53-B583-968A90EA6FBF}" type="presParOf" srcId="{81E84FB5-A080-4613-A7B8-B7164FCFDB5E}" destId="{74C2226F-F30E-4C05-97F0-AE86AE5A8A3B}" srcOrd="0" destOrd="0" presId="urn:microsoft.com/office/officeart/2018/2/layout/IconVerticalSolidList"/>
    <dgm:cxn modelId="{D4CE3764-65EC-47C3-8BFB-AE28E107DB3A}" type="presParOf" srcId="{81E84FB5-A080-4613-A7B8-B7164FCFDB5E}" destId="{317FEDB4-66F1-4505-93D8-75F7A12B913E}" srcOrd="1" destOrd="0" presId="urn:microsoft.com/office/officeart/2018/2/layout/IconVerticalSolidList"/>
    <dgm:cxn modelId="{CE4B640A-D8BE-46C8-906E-ADBC11542820}" type="presParOf" srcId="{81E84FB5-A080-4613-A7B8-B7164FCFDB5E}" destId="{13539B27-F615-46B9-9C3C-4560C13C9325}" srcOrd="2" destOrd="0" presId="urn:microsoft.com/office/officeart/2018/2/layout/IconVerticalSolidList"/>
    <dgm:cxn modelId="{B3F62C65-90A5-4959-B6A8-3BFDFC79413C}" type="presParOf" srcId="{81E84FB5-A080-4613-A7B8-B7164FCFDB5E}" destId="{78398A68-5045-4E18-90BD-24ADFD370E50}" srcOrd="3" destOrd="0" presId="urn:microsoft.com/office/officeart/2018/2/layout/IconVerticalSolidList"/>
    <dgm:cxn modelId="{9F6B75E6-4E6A-4F52-BB7B-562DAEFF75C2}" type="presParOf" srcId="{8D633B21-996A-486B-8CCC-AB73814669DD}" destId="{17915810-AF11-4E98-9160-82B6F63F3128}" srcOrd="5" destOrd="0" presId="urn:microsoft.com/office/officeart/2018/2/layout/IconVerticalSolidList"/>
    <dgm:cxn modelId="{B4D7F138-DC2F-4644-8FF1-C33D387D60BD}" type="presParOf" srcId="{8D633B21-996A-486B-8CCC-AB73814669DD}" destId="{ED545E3F-B43B-4EF9-A4C4-CE1E3F33032E}" srcOrd="6" destOrd="0" presId="urn:microsoft.com/office/officeart/2018/2/layout/IconVerticalSolidList"/>
    <dgm:cxn modelId="{9BEF98F5-0CD7-49D5-9783-6B0CF82CB061}" type="presParOf" srcId="{ED545E3F-B43B-4EF9-A4C4-CE1E3F33032E}" destId="{B25FA798-DB4F-4D6A-BAB4-1062C3B5EDCF}" srcOrd="0" destOrd="0" presId="urn:microsoft.com/office/officeart/2018/2/layout/IconVerticalSolidList"/>
    <dgm:cxn modelId="{B53F607C-1898-49C6-8F54-60582288B976}" type="presParOf" srcId="{ED545E3F-B43B-4EF9-A4C4-CE1E3F33032E}" destId="{2D85B4D8-8AEE-4586-96E9-5404A5F31AC1}" srcOrd="1" destOrd="0" presId="urn:microsoft.com/office/officeart/2018/2/layout/IconVerticalSolidList"/>
    <dgm:cxn modelId="{021F475C-7BC5-4BEF-AE47-1D27A5E37090}" type="presParOf" srcId="{ED545E3F-B43B-4EF9-A4C4-CE1E3F33032E}" destId="{3C21D43C-36A4-4C51-8875-AA590B8E833D}" srcOrd="2" destOrd="0" presId="urn:microsoft.com/office/officeart/2018/2/layout/IconVerticalSolidList"/>
    <dgm:cxn modelId="{C55FE7F3-33E5-45B4-8C58-E1213157FA47}" type="presParOf" srcId="{ED545E3F-B43B-4EF9-A4C4-CE1E3F33032E}" destId="{EC810C72-D71B-403E-AF0A-695D70CBABA1}" srcOrd="3" destOrd="0" presId="urn:microsoft.com/office/officeart/2018/2/layout/IconVerticalSolidList"/>
    <dgm:cxn modelId="{12B91A6F-4EC2-4218-AA40-723D0379703E}" type="presParOf" srcId="{8D633B21-996A-486B-8CCC-AB73814669DD}" destId="{52896E83-7E29-48DB-8175-81912275EED3}" srcOrd="7" destOrd="0" presId="urn:microsoft.com/office/officeart/2018/2/layout/IconVerticalSolidList"/>
    <dgm:cxn modelId="{61B1D7E7-4C47-45FB-9A4C-AA076504C6C0}" type="presParOf" srcId="{8D633B21-996A-486B-8CCC-AB73814669DD}" destId="{7E723267-FAA3-4F01-8C74-C1E4F92BF62D}" srcOrd="8" destOrd="0" presId="urn:microsoft.com/office/officeart/2018/2/layout/IconVerticalSolidList"/>
    <dgm:cxn modelId="{B68EC70B-6620-4DE5-9F04-DD82D1BC85E7}" type="presParOf" srcId="{7E723267-FAA3-4F01-8C74-C1E4F92BF62D}" destId="{F19A4E8F-5EE9-4D8F-9A7B-7D42E7C54490}" srcOrd="0" destOrd="0" presId="urn:microsoft.com/office/officeart/2018/2/layout/IconVerticalSolidList"/>
    <dgm:cxn modelId="{D4CA2973-2226-461B-8EDE-810046073BA4}" type="presParOf" srcId="{7E723267-FAA3-4F01-8C74-C1E4F92BF62D}" destId="{C337A49A-39AE-4038-AA72-F7D46B8DD22A}" srcOrd="1" destOrd="0" presId="urn:microsoft.com/office/officeart/2018/2/layout/IconVerticalSolidList"/>
    <dgm:cxn modelId="{EFF7B1D3-701A-4492-BFA2-AA408E13720A}" type="presParOf" srcId="{7E723267-FAA3-4F01-8C74-C1E4F92BF62D}" destId="{51CEC17B-724A-4884-8186-FBAB3611EB8D}" srcOrd="2" destOrd="0" presId="urn:microsoft.com/office/officeart/2018/2/layout/IconVerticalSolidList"/>
    <dgm:cxn modelId="{93C1CB42-4C4A-4047-A568-36BE8974C3CA}" type="presParOf" srcId="{7E723267-FAA3-4F01-8C74-C1E4F92BF62D}" destId="{EEEC1D71-84E1-482C-AE67-02C9A6C2850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25364D-2204-499F-A5B4-F553AFEFA200}" type="doc">
      <dgm:prSet loTypeId="urn:microsoft.com/office/officeart/2005/8/layout/default" loCatId="list" qsTypeId="urn:microsoft.com/office/officeart/2005/8/quickstyle/simple1#28" qsCatId="simple" csTypeId="urn:microsoft.com/office/officeart/2005/8/colors/accent1_2#24" csCatId="accent1"/>
      <dgm:spPr/>
      <dgm:t>
        <a:bodyPr/>
        <a:lstStyle/>
        <a:p>
          <a:endParaRPr lang="en-US"/>
        </a:p>
      </dgm:t>
    </dgm:pt>
    <dgm:pt modelId="{45F21C8B-8BB7-4C7B-807B-93D1DE70CAF3}">
      <dgm:prSet/>
      <dgm:spPr/>
      <dgm:t>
        <a:bodyPr/>
        <a:lstStyle/>
        <a:p>
          <a:r>
            <a:rPr lang="en-US"/>
            <a:t>Data Wrangler can receive data from several AWS and external sources.</a:t>
          </a:r>
        </a:p>
      </dgm:t>
    </dgm:pt>
    <dgm:pt modelId="{ADC0EA3C-7738-48A4-B9FA-F68260DE2EF5}" type="parTrans" cxnId="{757D94E5-B97F-40D2-85CD-6355B0906144}">
      <dgm:prSet/>
      <dgm:spPr/>
      <dgm:t>
        <a:bodyPr/>
        <a:lstStyle/>
        <a:p>
          <a:endParaRPr lang="en-US"/>
        </a:p>
      </dgm:t>
    </dgm:pt>
    <dgm:pt modelId="{140B5293-54B0-40CD-B957-23ABA2FB4CDA}" type="sibTrans" cxnId="{757D94E5-B97F-40D2-85CD-6355B0906144}">
      <dgm:prSet/>
      <dgm:spPr/>
      <dgm:t>
        <a:bodyPr/>
        <a:lstStyle/>
        <a:p>
          <a:endParaRPr lang="en-US"/>
        </a:p>
      </dgm:t>
    </dgm:pt>
    <dgm:pt modelId="{0F0EF2E9-6050-4287-8575-17FC1EEEB829}">
      <dgm:prSet/>
      <dgm:spPr/>
      <dgm:t>
        <a:bodyPr/>
        <a:lstStyle/>
        <a:p>
          <a:r>
            <a:rPr lang="en-US"/>
            <a:t>Examples include:</a:t>
          </a:r>
        </a:p>
      </dgm:t>
    </dgm:pt>
    <dgm:pt modelId="{7DA83D30-8006-4823-BC05-8BEF9E719452}" type="parTrans" cxnId="{BFF3017F-4387-473B-9861-3735FB6696A6}">
      <dgm:prSet/>
      <dgm:spPr/>
      <dgm:t>
        <a:bodyPr/>
        <a:lstStyle/>
        <a:p>
          <a:endParaRPr lang="en-US"/>
        </a:p>
      </dgm:t>
    </dgm:pt>
    <dgm:pt modelId="{2936A2D0-D036-41FF-B91F-2863699313E6}" type="sibTrans" cxnId="{BFF3017F-4387-473B-9861-3735FB6696A6}">
      <dgm:prSet/>
      <dgm:spPr/>
      <dgm:t>
        <a:bodyPr/>
        <a:lstStyle/>
        <a:p>
          <a:endParaRPr lang="en-US"/>
        </a:p>
      </dgm:t>
    </dgm:pt>
    <dgm:pt modelId="{454F67B0-A847-4F00-A463-B95AA9DCF24A}">
      <dgm:prSet/>
      <dgm:spPr/>
      <dgm:t>
        <a:bodyPr/>
        <a:lstStyle/>
        <a:p>
          <a:r>
            <a:rPr lang="en-US"/>
            <a:t>Amazon S3</a:t>
          </a:r>
        </a:p>
      </dgm:t>
    </dgm:pt>
    <dgm:pt modelId="{84745DE8-A6AB-4108-AB52-59AD5FA6000F}" type="parTrans" cxnId="{9E5B1D3E-86E3-4399-986E-533E2BAE81A2}">
      <dgm:prSet/>
      <dgm:spPr/>
      <dgm:t>
        <a:bodyPr/>
        <a:lstStyle/>
        <a:p>
          <a:endParaRPr lang="en-US"/>
        </a:p>
      </dgm:t>
    </dgm:pt>
    <dgm:pt modelId="{8828FF0A-995D-4792-8EA0-EE543E010FAE}" type="sibTrans" cxnId="{9E5B1D3E-86E3-4399-986E-533E2BAE81A2}">
      <dgm:prSet/>
      <dgm:spPr/>
      <dgm:t>
        <a:bodyPr/>
        <a:lstStyle/>
        <a:p>
          <a:endParaRPr lang="en-US"/>
        </a:p>
      </dgm:t>
    </dgm:pt>
    <dgm:pt modelId="{97D0131B-40DF-4168-BAD7-148CA3F7B76A}">
      <dgm:prSet/>
      <dgm:spPr/>
      <dgm:t>
        <a:bodyPr/>
        <a:lstStyle/>
        <a:p>
          <a:r>
            <a:rPr lang="en-US"/>
            <a:t>Amazon Athena</a:t>
          </a:r>
        </a:p>
      </dgm:t>
    </dgm:pt>
    <dgm:pt modelId="{2FB64752-0D7D-4979-A176-C320BCC55C98}" type="parTrans" cxnId="{39FD7C9D-7974-4577-8A98-D330317F49E3}">
      <dgm:prSet/>
      <dgm:spPr/>
      <dgm:t>
        <a:bodyPr/>
        <a:lstStyle/>
        <a:p>
          <a:endParaRPr lang="en-US"/>
        </a:p>
      </dgm:t>
    </dgm:pt>
    <dgm:pt modelId="{15014E1E-E507-4AEB-856E-98362EDF9912}" type="sibTrans" cxnId="{39FD7C9D-7974-4577-8A98-D330317F49E3}">
      <dgm:prSet/>
      <dgm:spPr/>
      <dgm:t>
        <a:bodyPr/>
        <a:lstStyle/>
        <a:p>
          <a:endParaRPr lang="en-US"/>
        </a:p>
      </dgm:t>
    </dgm:pt>
    <dgm:pt modelId="{752F096A-A92A-489D-8A1B-6221BD5893DC}">
      <dgm:prSet/>
      <dgm:spPr/>
      <dgm:t>
        <a:bodyPr/>
        <a:lstStyle/>
        <a:p>
          <a:r>
            <a:rPr lang="en-US"/>
            <a:t>Amazon Redshift</a:t>
          </a:r>
        </a:p>
      </dgm:t>
    </dgm:pt>
    <dgm:pt modelId="{A31C3D00-56E5-49D2-99A8-9A0876FE12A6}" type="parTrans" cxnId="{CA5929D1-D617-4B54-9B2B-883A097ACF87}">
      <dgm:prSet/>
      <dgm:spPr/>
      <dgm:t>
        <a:bodyPr/>
        <a:lstStyle/>
        <a:p>
          <a:endParaRPr lang="en-US"/>
        </a:p>
      </dgm:t>
    </dgm:pt>
    <dgm:pt modelId="{85FE0BFA-4733-4498-9D65-9E8F2C5061D6}" type="sibTrans" cxnId="{CA5929D1-D617-4B54-9B2B-883A097ACF87}">
      <dgm:prSet/>
      <dgm:spPr/>
      <dgm:t>
        <a:bodyPr/>
        <a:lstStyle/>
        <a:p>
          <a:endParaRPr lang="en-US"/>
        </a:p>
      </dgm:t>
    </dgm:pt>
    <dgm:pt modelId="{5055E5FC-5416-4F27-A977-14FB181362B1}">
      <dgm:prSet/>
      <dgm:spPr/>
      <dgm:t>
        <a:bodyPr/>
        <a:lstStyle/>
        <a:p>
          <a:r>
            <a:rPr lang="en-US"/>
            <a:t>AWS Lake Formation</a:t>
          </a:r>
        </a:p>
      </dgm:t>
    </dgm:pt>
    <dgm:pt modelId="{ED968FBC-58D6-4F89-B673-F2AEF013C82E}" type="parTrans" cxnId="{D8E8FDED-EBC5-49BB-9EC5-43570E8FB7BD}">
      <dgm:prSet/>
      <dgm:spPr/>
      <dgm:t>
        <a:bodyPr/>
        <a:lstStyle/>
        <a:p>
          <a:endParaRPr lang="en-US"/>
        </a:p>
      </dgm:t>
    </dgm:pt>
    <dgm:pt modelId="{4597C524-78EC-414D-AB7D-9B1689EC69E8}" type="sibTrans" cxnId="{D8E8FDED-EBC5-49BB-9EC5-43570E8FB7BD}">
      <dgm:prSet/>
      <dgm:spPr/>
      <dgm:t>
        <a:bodyPr/>
        <a:lstStyle/>
        <a:p>
          <a:endParaRPr lang="en-US"/>
        </a:p>
      </dgm:t>
    </dgm:pt>
    <dgm:pt modelId="{5089D3FE-193E-44E3-9C3F-9AB2A6BA109A}">
      <dgm:prSet/>
      <dgm:spPr/>
      <dgm:t>
        <a:bodyPr/>
        <a:lstStyle/>
        <a:p>
          <a:r>
            <a:rPr lang="en-US"/>
            <a:t>SageMaker Feature Store</a:t>
          </a:r>
        </a:p>
      </dgm:t>
    </dgm:pt>
    <dgm:pt modelId="{CB6A7E8B-731E-4369-B7E9-13115120DB01}" type="parTrans" cxnId="{276519C1-F694-4835-855D-FF720FDE2E5F}">
      <dgm:prSet/>
      <dgm:spPr/>
      <dgm:t>
        <a:bodyPr/>
        <a:lstStyle/>
        <a:p>
          <a:endParaRPr lang="en-US"/>
        </a:p>
      </dgm:t>
    </dgm:pt>
    <dgm:pt modelId="{6D77732D-D137-43E0-8783-0CA9BD67D9BC}" type="sibTrans" cxnId="{276519C1-F694-4835-855D-FF720FDE2E5F}">
      <dgm:prSet/>
      <dgm:spPr/>
      <dgm:t>
        <a:bodyPr/>
        <a:lstStyle/>
        <a:p>
          <a:endParaRPr lang="en-US"/>
        </a:p>
      </dgm:t>
    </dgm:pt>
    <dgm:pt modelId="{8CBD410F-A1F3-48FA-A73D-3FFE5F3726B1}">
      <dgm:prSet/>
      <dgm:spPr/>
      <dgm:t>
        <a:bodyPr/>
        <a:lstStyle/>
        <a:p>
          <a:r>
            <a:rPr lang="en-US"/>
            <a:t>JDBC-connected systems</a:t>
          </a:r>
        </a:p>
      </dgm:t>
    </dgm:pt>
    <dgm:pt modelId="{E6A413C5-B637-466A-80B3-97E77D6E6874}" type="parTrans" cxnId="{D4D64CFF-26AD-448F-850B-B754F4F3DADC}">
      <dgm:prSet/>
      <dgm:spPr/>
      <dgm:t>
        <a:bodyPr/>
        <a:lstStyle/>
        <a:p>
          <a:endParaRPr lang="en-US"/>
        </a:p>
      </dgm:t>
    </dgm:pt>
    <dgm:pt modelId="{09C83D93-7540-406C-8D27-EF4C3D201D8A}" type="sibTrans" cxnId="{D4D64CFF-26AD-448F-850B-B754F4F3DADC}">
      <dgm:prSet/>
      <dgm:spPr/>
      <dgm:t>
        <a:bodyPr/>
        <a:lstStyle/>
        <a:p>
          <a:endParaRPr lang="en-US"/>
        </a:p>
      </dgm:t>
    </dgm:pt>
    <dgm:pt modelId="{AD01A8C1-834E-4B69-AF9A-4DDBEF0619FC}">
      <dgm:prSet/>
      <dgm:spPr/>
      <dgm:t>
        <a:bodyPr/>
        <a:lstStyle/>
        <a:p>
          <a:r>
            <a:rPr lang="en-US"/>
            <a:t>After the data is prepared, the flow can connect with services such as:</a:t>
          </a:r>
        </a:p>
      </dgm:t>
    </dgm:pt>
    <dgm:pt modelId="{F2DD5D08-04EA-4E6B-A38A-8844FDA58430}" type="parTrans" cxnId="{18F30B15-A7C0-4523-9F98-66B5D5542D06}">
      <dgm:prSet/>
      <dgm:spPr/>
      <dgm:t>
        <a:bodyPr/>
        <a:lstStyle/>
        <a:p>
          <a:endParaRPr lang="en-US"/>
        </a:p>
      </dgm:t>
    </dgm:pt>
    <dgm:pt modelId="{8D3B6184-64FC-4915-A355-F19A12FFF6FA}" type="sibTrans" cxnId="{18F30B15-A7C0-4523-9F98-66B5D5542D06}">
      <dgm:prSet/>
      <dgm:spPr/>
      <dgm:t>
        <a:bodyPr/>
        <a:lstStyle/>
        <a:p>
          <a:endParaRPr lang="en-US"/>
        </a:p>
      </dgm:t>
    </dgm:pt>
    <dgm:pt modelId="{B0367A66-57F8-4492-8944-8FAE5F21AD9C}">
      <dgm:prSet/>
      <dgm:spPr/>
      <dgm:t>
        <a:bodyPr/>
        <a:lstStyle/>
        <a:p>
          <a:r>
            <a:rPr lang="en-US"/>
            <a:t>SageMaker Processing</a:t>
          </a:r>
        </a:p>
      </dgm:t>
    </dgm:pt>
    <dgm:pt modelId="{C259B06E-5F2B-4514-B99E-234194E008F8}" type="parTrans" cxnId="{8197F6BE-990B-4A8E-9EDB-7E94319809DC}">
      <dgm:prSet/>
      <dgm:spPr/>
      <dgm:t>
        <a:bodyPr/>
        <a:lstStyle/>
        <a:p>
          <a:endParaRPr lang="en-US"/>
        </a:p>
      </dgm:t>
    </dgm:pt>
    <dgm:pt modelId="{22A4247E-5C79-49A5-9E38-210BC2FFE7E7}" type="sibTrans" cxnId="{8197F6BE-990B-4A8E-9EDB-7E94319809DC}">
      <dgm:prSet/>
      <dgm:spPr/>
      <dgm:t>
        <a:bodyPr/>
        <a:lstStyle/>
        <a:p>
          <a:endParaRPr lang="en-US"/>
        </a:p>
      </dgm:t>
    </dgm:pt>
    <dgm:pt modelId="{318A9B97-1F82-4DCE-B6ED-B7703A220739}">
      <dgm:prSet/>
      <dgm:spPr/>
      <dgm:t>
        <a:bodyPr/>
        <a:lstStyle/>
        <a:p>
          <a:r>
            <a:rPr lang="en-US"/>
            <a:t>SageMaker Pipelines</a:t>
          </a:r>
        </a:p>
      </dgm:t>
    </dgm:pt>
    <dgm:pt modelId="{FC1C4F8E-18BC-46B2-8165-57E45C29A3E1}" type="parTrans" cxnId="{E22D316D-F83E-474C-A801-745FEA389C0F}">
      <dgm:prSet/>
      <dgm:spPr/>
      <dgm:t>
        <a:bodyPr/>
        <a:lstStyle/>
        <a:p>
          <a:endParaRPr lang="en-US"/>
        </a:p>
      </dgm:t>
    </dgm:pt>
    <dgm:pt modelId="{0FC48072-D18E-4802-9476-EA9CB2E5F572}" type="sibTrans" cxnId="{E22D316D-F83E-474C-A801-745FEA389C0F}">
      <dgm:prSet/>
      <dgm:spPr/>
      <dgm:t>
        <a:bodyPr/>
        <a:lstStyle/>
        <a:p>
          <a:endParaRPr lang="en-US"/>
        </a:p>
      </dgm:t>
    </dgm:pt>
    <dgm:pt modelId="{9823841E-20F4-4306-B32C-201D4AF3ABA2}">
      <dgm:prSet/>
      <dgm:spPr/>
      <dgm:t>
        <a:bodyPr/>
        <a:lstStyle/>
        <a:p>
          <a:r>
            <a:rPr lang="en-US"/>
            <a:t>SageMaker Feature Store</a:t>
          </a:r>
        </a:p>
      </dgm:t>
    </dgm:pt>
    <dgm:pt modelId="{6A8A4487-579B-4AAB-A50F-D2F2E0ADCC9D}" type="parTrans" cxnId="{022C5605-0DBD-40F6-92C8-94F77780AD9D}">
      <dgm:prSet/>
      <dgm:spPr/>
      <dgm:t>
        <a:bodyPr/>
        <a:lstStyle/>
        <a:p>
          <a:endParaRPr lang="en-US"/>
        </a:p>
      </dgm:t>
    </dgm:pt>
    <dgm:pt modelId="{E867CF0E-64D9-4C7C-A9D4-0B13C35AB116}" type="sibTrans" cxnId="{022C5605-0DBD-40F6-92C8-94F77780AD9D}">
      <dgm:prSet/>
      <dgm:spPr/>
      <dgm:t>
        <a:bodyPr/>
        <a:lstStyle/>
        <a:p>
          <a:endParaRPr lang="en-US"/>
        </a:p>
      </dgm:t>
    </dgm:pt>
    <dgm:pt modelId="{14FC0F0C-210F-4A30-8141-1194CA02D4D7}">
      <dgm:prSet/>
      <dgm:spPr/>
      <dgm:t>
        <a:bodyPr/>
        <a:lstStyle/>
        <a:p>
          <a:r>
            <a:rPr lang="en-US"/>
            <a:t>Notebooks</a:t>
          </a:r>
        </a:p>
      </dgm:t>
    </dgm:pt>
    <dgm:pt modelId="{768693B0-3F5A-44DC-AE87-52A4AFDCDE07}" type="parTrans" cxnId="{D73F9F9C-BD5E-4ADA-9CFD-CADC0158CD95}">
      <dgm:prSet/>
      <dgm:spPr/>
      <dgm:t>
        <a:bodyPr/>
        <a:lstStyle/>
        <a:p>
          <a:endParaRPr lang="en-US"/>
        </a:p>
      </dgm:t>
    </dgm:pt>
    <dgm:pt modelId="{E994A995-96FB-4F4F-A334-8BF4ECF12C65}" type="sibTrans" cxnId="{D73F9F9C-BD5E-4ADA-9CFD-CADC0158CD95}">
      <dgm:prSet/>
      <dgm:spPr/>
      <dgm:t>
        <a:bodyPr/>
        <a:lstStyle/>
        <a:p>
          <a:endParaRPr lang="en-US"/>
        </a:p>
      </dgm:t>
    </dgm:pt>
    <dgm:pt modelId="{6F44B6ED-66EE-4264-BE18-D71F8E1831D9}">
      <dgm:prSet/>
      <dgm:spPr/>
      <dgm:t>
        <a:bodyPr/>
        <a:lstStyle/>
        <a:p>
          <a:r>
            <a:rPr lang="en-US"/>
            <a:t>Typical workflow</a:t>
          </a:r>
        </a:p>
      </dgm:t>
    </dgm:pt>
    <dgm:pt modelId="{CE970864-A756-499A-B5EE-D16B3F1E65EC}" type="parTrans" cxnId="{95C9E427-1297-446F-985B-CFC353248C26}">
      <dgm:prSet/>
      <dgm:spPr/>
      <dgm:t>
        <a:bodyPr/>
        <a:lstStyle/>
        <a:p>
          <a:endParaRPr lang="en-US"/>
        </a:p>
      </dgm:t>
    </dgm:pt>
    <dgm:pt modelId="{7F510639-5CAA-4C81-A3C1-C0E3D1B6CE61}" type="sibTrans" cxnId="{95C9E427-1297-446F-985B-CFC353248C26}">
      <dgm:prSet/>
      <dgm:spPr/>
      <dgm:t>
        <a:bodyPr/>
        <a:lstStyle/>
        <a:p>
          <a:endParaRPr lang="en-US"/>
        </a:p>
      </dgm:t>
    </dgm:pt>
    <dgm:pt modelId="{06FC90EA-68BF-4FDE-A4F0-D2F17D661BCE}">
      <dgm:prSet/>
      <dgm:spPr/>
      <dgm:t>
        <a:bodyPr/>
        <a:lstStyle/>
        <a:p>
          <a:r>
            <a:rPr lang="en-US"/>
            <a:t>Import → Preview → Visualize → Transform → Test → Export</a:t>
          </a:r>
        </a:p>
      </dgm:t>
    </dgm:pt>
    <dgm:pt modelId="{6E1B4B1E-5CA4-4535-BCC2-28F082139EF4}" type="parTrans" cxnId="{87E175D0-4B76-4C10-BD11-BD622FAB51A9}">
      <dgm:prSet/>
      <dgm:spPr/>
      <dgm:t>
        <a:bodyPr/>
        <a:lstStyle/>
        <a:p>
          <a:endParaRPr lang="en-US"/>
        </a:p>
      </dgm:t>
    </dgm:pt>
    <dgm:pt modelId="{59D2B33C-BDC6-4833-98A4-71F35A8CB259}" type="sibTrans" cxnId="{87E175D0-4B76-4C10-BD11-BD622FAB51A9}">
      <dgm:prSet/>
      <dgm:spPr/>
      <dgm:t>
        <a:bodyPr/>
        <a:lstStyle/>
        <a:p>
          <a:endParaRPr lang="en-US"/>
        </a:p>
      </dgm:t>
    </dgm:pt>
    <dgm:pt modelId="{5CF103EB-F392-470B-B18F-A335CB07FC54}">
      <dgm:prSet/>
      <dgm:spPr/>
      <dgm:t>
        <a:bodyPr/>
        <a:lstStyle/>
        <a:p>
          <a:r>
            <a:rPr lang="en-US"/>
            <a:t>This visual workflow makes it easier to understand how each transformation changes the dataset before the final data is used by a machine learning system.</a:t>
          </a:r>
        </a:p>
      </dgm:t>
    </dgm:pt>
    <dgm:pt modelId="{A115C238-2C8F-40C4-B35B-81B37117A6DC}" type="parTrans" cxnId="{5AA55DDB-0472-4C6E-9563-C9614CF756AC}">
      <dgm:prSet/>
      <dgm:spPr/>
      <dgm:t>
        <a:bodyPr/>
        <a:lstStyle/>
        <a:p>
          <a:endParaRPr lang="en-US"/>
        </a:p>
      </dgm:t>
    </dgm:pt>
    <dgm:pt modelId="{C0643D6D-8F21-4A69-B1E4-EA50A97DF62A}" type="sibTrans" cxnId="{5AA55DDB-0472-4C6E-9563-C9614CF756AC}">
      <dgm:prSet/>
      <dgm:spPr/>
      <dgm:t>
        <a:bodyPr/>
        <a:lstStyle/>
        <a:p>
          <a:endParaRPr lang="en-US"/>
        </a:p>
      </dgm:t>
    </dgm:pt>
    <dgm:pt modelId="{2F958490-B202-4353-97B2-41E66191F687}" type="pres">
      <dgm:prSet presAssocID="{E725364D-2204-499F-A5B4-F553AFEFA200}" presName="diagram" presStyleCnt="0">
        <dgm:presLayoutVars>
          <dgm:dir/>
          <dgm:resizeHandles val="exact"/>
        </dgm:presLayoutVars>
      </dgm:prSet>
      <dgm:spPr/>
    </dgm:pt>
    <dgm:pt modelId="{32DCDDE0-C5F3-48F3-A33C-6C78133CEE14}" type="pres">
      <dgm:prSet presAssocID="{45F21C8B-8BB7-4C7B-807B-93D1DE70CAF3}" presName="node" presStyleLbl="node1" presStyleIdx="0" presStyleCnt="6">
        <dgm:presLayoutVars>
          <dgm:bulletEnabled val="1"/>
        </dgm:presLayoutVars>
      </dgm:prSet>
      <dgm:spPr/>
    </dgm:pt>
    <dgm:pt modelId="{1553ACA8-6555-4F40-9808-9CF0DE17E971}" type="pres">
      <dgm:prSet presAssocID="{140B5293-54B0-40CD-B957-23ABA2FB4CDA}" presName="sibTrans" presStyleCnt="0"/>
      <dgm:spPr/>
    </dgm:pt>
    <dgm:pt modelId="{8F67FEBA-9FA7-4D5F-9F3E-AD12E55D45FB}" type="pres">
      <dgm:prSet presAssocID="{0F0EF2E9-6050-4287-8575-17FC1EEEB829}" presName="node" presStyleLbl="node1" presStyleIdx="1" presStyleCnt="6">
        <dgm:presLayoutVars>
          <dgm:bulletEnabled val="1"/>
        </dgm:presLayoutVars>
      </dgm:prSet>
      <dgm:spPr/>
    </dgm:pt>
    <dgm:pt modelId="{17FAFFA3-54B5-427C-881B-5ECACE023127}" type="pres">
      <dgm:prSet presAssocID="{2936A2D0-D036-41FF-B91F-2863699313E6}" presName="sibTrans" presStyleCnt="0"/>
      <dgm:spPr/>
    </dgm:pt>
    <dgm:pt modelId="{0E12B381-06EF-4DC0-8171-48705433FBEA}" type="pres">
      <dgm:prSet presAssocID="{AD01A8C1-834E-4B69-AF9A-4DDBEF0619FC}" presName="node" presStyleLbl="node1" presStyleIdx="2" presStyleCnt="6">
        <dgm:presLayoutVars>
          <dgm:bulletEnabled val="1"/>
        </dgm:presLayoutVars>
      </dgm:prSet>
      <dgm:spPr/>
    </dgm:pt>
    <dgm:pt modelId="{CA864716-1BF9-422F-AC58-5A033CC28509}" type="pres">
      <dgm:prSet presAssocID="{8D3B6184-64FC-4915-A355-F19A12FFF6FA}" presName="sibTrans" presStyleCnt="0"/>
      <dgm:spPr/>
    </dgm:pt>
    <dgm:pt modelId="{7C086F96-EEB0-4E55-B149-99311377EFE9}" type="pres">
      <dgm:prSet presAssocID="{6F44B6ED-66EE-4264-BE18-D71F8E1831D9}" presName="node" presStyleLbl="node1" presStyleIdx="3" presStyleCnt="6">
        <dgm:presLayoutVars>
          <dgm:bulletEnabled val="1"/>
        </dgm:presLayoutVars>
      </dgm:prSet>
      <dgm:spPr/>
    </dgm:pt>
    <dgm:pt modelId="{8C480195-C36C-4DB6-8490-66EFD076FC2C}" type="pres">
      <dgm:prSet presAssocID="{7F510639-5CAA-4C81-A3C1-C0E3D1B6CE61}" presName="sibTrans" presStyleCnt="0"/>
      <dgm:spPr/>
    </dgm:pt>
    <dgm:pt modelId="{5E1C4276-FB41-440B-B642-87D0E34754AD}" type="pres">
      <dgm:prSet presAssocID="{06FC90EA-68BF-4FDE-A4F0-D2F17D661BCE}" presName="node" presStyleLbl="node1" presStyleIdx="4" presStyleCnt="6">
        <dgm:presLayoutVars>
          <dgm:bulletEnabled val="1"/>
        </dgm:presLayoutVars>
      </dgm:prSet>
      <dgm:spPr/>
    </dgm:pt>
    <dgm:pt modelId="{98F295A0-7242-4E45-8741-AC75B7EEC443}" type="pres">
      <dgm:prSet presAssocID="{59D2B33C-BDC6-4833-98A4-71F35A8CB259}" presName="sibTrans" presStyleCnt="0"/>
      <dgm:spPr/>
    </dgm:pt>
    <dgm:pt modelId="{144F8B1D-FC3D-4B3A-8FF4-7979B98C1A06}" type="pres">
      <dgm:prSet presAssocID="{5CF103EB-F392-470B-B18F-A335CB07FC54}" presName="node" presStyleLbl="node1" presStyleIdx="5" presStyleCnt="6">
        <dgm:presLayoutVars>
          <dgm:bulletEnabled val="1"/>
        </dgm:presLayoutVars>
      </dgm:prSet>
      <dgm:spPr/>
    </dgm:pt>
  </dgm:ptLst>
  <dgm:cxnLst>
    <dgm:cxn modelId="{022C5605-0DBD-40F6-92C8-94F77780AD9D}" srcId="{AD01A8C1-834E-4B69-AF9A-4DDBEF0619FC}" destId="{9823841E-20F4-4306-B32C-201D4AF3ABA2}" srcOrd="2" destOrd="0" parTransId="{6A8A4487-579B-4AAB-A50F-D2F2E0ADCC9D}" sibTransId="{E867CF0E-64D9-4C7C-A9D4-0B13C35AB116}"/>
    <dgm:cxn modelId="{6DAB8110-5481-459A-B034-0B03ED036A48}" type="presOf" srcId="{E725364D-2204-499F-A5B4-F553AFEFA200}" destId="{2F958490-B202-4353-97B2-41E66191F687}" srcOrd="0" destOrd="0" presId="urn:microsoft.com/office/officeart/2005/8/layout/default"/>
    <dgm:cxn modelId="{18F30B15-A7C0-4523-9F98-66B5D5542D06}" srcId="{E725364D-2204-499F-A5B4-F553AFEFA200}" destId="{AD01A8C1-834E-4B69-AF9A-4DDBEF0619FC}" srcOrd="2" destOrd="0" parTransId="{F2DD5D08-04EA-4E6B-A38A-8844FDA58430}" sibTransId="{8D3B6184-64FC-4915-A355-F19A12FFF6FA}"/>
    <dgm:cxn modelId="{95C9E427-1297-446F-985B-CFC353248C26}" srcId="{E725364D-2204-499F-A5B4-F553AFEFA200}" destId="{6F44B6ED-66EE-4264-BE18-D71F8E1831D9}" srcOrd="3" destOrd="0" parTransId="{CE970864-A756-499A-B5EE-D16B3F1E65EC}" sibTransId="{7F510639-5CAA-4C81-A3C1-C0E3D1B6CE61}"/>
    <dgm:cxn modelId="{CD37872B-B2E8-45FE-A341-F336A1041706}" type="presOf" srcId="{AD01A8C1-834E-4B69-AF9A-4DDBEF0619FC}" destId="{0E12B381-06EF-4DC0-8171-48705433FBEA}" srcOrd="0" destOrd="0" presId="urn:microsoft.com/office/officeart/2005/8/layout/default"/>
    <dgm:cxn modelId="{ABA69C31-0BA4-4049-85E6-C1B38FD01709}" type="presOf" srcId="{45F21C8B-8BB7-4C7B-807B-93D1DE70CAF3}" destId="{32DCDDE0-C5F3-48F3-A33C-6C78133CEE14}" srcOrd="0" destOrd="0" presId="urn:microsoft.com/office/officeart/2005/8/layout/default"/>
    <dgm:cxn modelId="{B70E4934-D5B5-48F4-BBD4-06FD216774B2}" type="presOf" srcId="{06FC90EA-68BF-4FDE-A4F0-D2F17D661BCE}" destId="{5E1C4276-FB41-440B-B642-87D0E34754AD}" srcOrd="0" destOrd="0" presId="urn:microsoft.com/office/officeart/2005/8/layout/default"/>
    <dgm:cxn modelId="{9E5B1D3E-86E3-4399-986E-533E2BAE81A2}" srcId="{0F0EF2E9-6050-4287-8575-17FC1EEEB829}" destId="{454F67B0-A847-4F00-A463-B95AA9DCF24A}" srcOrd="0" destOrd="0" parTransId="{84745DE8-A6AB-4108-AB52-59AD5FA6000F}" sibTransId="{8828FF0A-995D-4792-8EA0-EE543E010FAE}"/>
    <dgm:cxn modelId="{CF780845-6FAA-48E2-9F8E-A0FEEF6B6C50}" type="presOf" srcId="{0F0EF2E9-6050-4287-8575-17FC1EEEB829}" destId="{8F67FEBA-9FA7-4D5F-9F3E-AD12E55D45FB}" srcOrd="0" destOrd="0" presId="urn:microsoft.com/office/officeart/2005/8/layout/default"/>
    <dgm:cxn modelId="{569B6D69-D8FF-4F82-8B1C-0CDE96A553BF}" type="presOf" srcId="{5CF103EB-F392-470B-B18F-A335CB07FC54}" destId="{144F8B1D-FC3D-4B3A-8FF4-7979B98C1A06}" srcOrd="0" destOrd="0" presId="urn:microsoft.com/office/officeart/2005/8/layout/default"/>
    <dgm:cxn modelId="{E51CF269-0FF4-41EB-A8A0-58B6080320DE}" type="presOf" srcId="{14FC0F0C-210F-4A30-8141-1194CA02D4D7}" destId="{0E12B381-06EF-4DC0-8171-48705433FBEA}" srcOrd="0" destOrd="4" presId="urn:microsoft.com/office/officeart/2005/8/layout/default"/>
    <dgm:cxn modelId="{E22D316D-F83E-474C-A801-745FEA389C0F}" srcId="{AD01A8C1-834E-4B69-AF9A-4DDBEF0619FC}" destId="{318A9B97-1F82-4DCE-B6ED-B7703A220739}" srcOrd="1" destOrd="0" parTransId="{FC1C4F8E-18BC-46B2-8165-57E45C29A3E1}" sibTransId="{0FC48072-D18E-4802-9476-EA9CB2E5F572}"/>
    <dgm:cxn modelId="{7DA03C77-2E56-4E8E-A580-3FF68DA4272E}" type="presOf" srcId="{6F44B6ED-66EE-4264-BE18-D71F8E1831D9}" destId="{7C086F96-EEB0-4E55-B149-99311377EFE9}" srcOrd="0" destOrd="0" presId="urn:microsoft.com/office/officeart/2005/8/layout/default"/>
    <dgm:cxn modelId="{3C123858-AA67-478E-96F9-0D641A8AF440}" type="presOf" srcId="{B0367A66-57F8-4492-8944-8FAE5F21AD9C}" destId="{0E12B381-06EF-4DC0-8171-48705433FBEA}" srcOrd="0" destOrd="1" presId="urn:microsoft.com/office/officeart/2005/8/layout/default"/>
    <dgm:cxn modelId="{BFF3017F-4387-473B-9861-3735FB6696A6}" srcId="{E725364D-2204-499F-A5B4-F553AFEFA200}" destId="{0F0EF2E9-6050-4287-8575-17FC1EEEB829}" srcOrd="1" destOrd="0" parTransId="{7DA83D30-8006-4823-BC05-8BEF9E719452}" sibTransId="{2936A2D0-D036-41FF-B91F-2863699313E6}"/>
    <dgm:cxn modelId="{232CDD81-915B-4EAC-83D8-5BFE08982611}" type="presOf" srcId="{97D0131B-40DF-4168-BAD7-148CA3F7B76A}" destId="{8F67FEBA-9FA7-4D5F-9F3E-AD12E55D45FB}" srcOrd="0" destOrd="2" presId="urn:microsoft.com/office/officeart/2005/8/layout/default"/>
    <dgm:cxn modelId="{E500C285-DB8A-40DD-90E3-28D1DDD4CC24}" type="presOf" srcId="{318A9B97-1F82-4DCE-B6ED-B7703A220739}" destId="{0E12B381-06EF-4DC0-8171-48705433FBEA}" srcOrd="0" destOrd="2" presId="urn:microsoft.com/office/officeart/2005/8/layout/default"/>
    <dgm:cxn modelId="{D73F9F9C-BD5E-4ADA-9CFD-CADC0158CD95}" srcId="{AD01A8C1-834E-4B69-AF9A-4DDBEF0619FC}" destId="{14FC0F0C-210F-4A30-8141-1194CA02D4D7}" srcOrd="3" destOrd="0" parTransId="{768693B0-3F5A-44DC-AE87-52A4AFDCDE07}" sibTransId="{E994A995-96FB-4F4F-A334-8BF4ECF12C65}"/>
    <dgm:cxn modelId="{39FD7C9D-7974-4577-8A98-D330317F49E3}" srcId="{0F0EF2E9-6050-4287-8575-17FC1EEEB829}" destId="{97D0131B-40DF-4168-BAD7-148CA3F7B76A}" srcOrd="1" destOrd="0" parTransId="{2FB64752-0D7D-4979-A176-C320BCC55C98}" sibTransId="{15014E1E-E507-4AEB-856E-98362EDF9912}"/>
    <dgm:cxn modelId="{E62979A2-655F-49F8-81B5-13C9BFBF7985}" type="presOf" srcId="{752F096A-A92A-489D-8A1B-6221BD5893DC}" destId="{8F67FEBA-9FA7-4D5F-9F3E-AD12E55D45FB}" srcOrd="0" destOrd="3" presId="urn:microsoft.com/office/officeart/2005/8/layout/default"/>
    <dgm:cxn modelId="{DAA6B1AC-88F3-40B5-9271-336BD870C14A}" type="presOf" srcId="{454F67B0-A847-4F00-A463-B95AA9DCF24A}" destId="{8F67FEBA-9FA7-4D5F-9F3E-AD12E55D45FB}" srcOrd="0" destOrd="1" presId="urn:microsoft.com/office/officeart/2005/8/layout/default"/>
    <dgm:cxn modelId="{8197F6BE-990B-4A8E-9EDB-7E94319809DC}" srcId="{AD01A8C1-834E-4B69-AF9A-4DDBEF0619FC}" destId="{B0367A66-57F8-4492-8944-8FAE5F21AD9C}" srcOrd="0" destOrd="0" parTransId="{C259B06E-5F2B-4514-B99E-234194E008F8}" sibTransId="{22A4247E-5C79-49A5-9E38-210BC2FFE7E7}"/>
    <dgm:cxn modelId="{276519C1-F694-4835-855D-FF720FDE2E5F}" srcId="{0F0EF2E9-6050-4287-8575-17FC1EEEB829}" destId="{5089D3FE-193E-44E3-9C3F-9AB2A6BA109A}" srcOrd="4" destOrd="0" parTransId="{CB6A7E8B-731E-4369-B7E9-13115120DB01}" sibTransId="{6D77732D-D137-43E0-8783-0CA9BD67D9BC}"/>
    <dgm:cxn modelId="{87E175D0-4B76-4C10-BD11-BD622FAB51A9}" srcId="{E725364D-2204-499F-A5B4-F553AFEFA200}" destId="{06FC90EA-68BF-4FDE-A4F0-D2F17D661BCE}" srcOrd="4" destOrd="0" parTransId="{6E1B4B1E-5CA4-4535-BCC2-28F082139EF4}" sibTransId="{59D2B33C-BDC6-4833-98A4-71F35A8CB259}"/>
    <dgm:cxn modelId="{CA5929D1-D617-4B54-9B2B-883A097ACF87}" srcId="{0F0EF2E9-6050-4287-8575-17FC1EEEB829}" destId="{752F096A-A92A-489D-8A1B-6221BD5893DC}" srcOrd="2" destOrd="0" parTransId="{A31C3D00-56E5-49D2-99A8-9A0876FE12A6}" sibTransId="{85FE0BFA-4733-4498-9D65-9E8F2C5061D6}"/>
    <dgm:cxn modelId="{CD0CF3D4-BE87-4E5D-AA56-6E2CF8053FD2}" type="presOf" srcId="{5055E5FC-5416-4F27-A977-14FB181362B1}" destId="{8F67FEBA-9FA7-4D5F-9F3E-AD12E55D45FB}" srcOrd="0" destOrd="4" presId="urn:microsoft.com/office/officeart/2005/8/layout/default"/>
    <dgm:cxn modelId="{1E106BD6-C3A3-4B29-8A15-F03F85BA4F7D}" type="presOf" srcId="{9823841E-20F4-4306-B32C-201D4AF3ABA2}" destId="{0E12B381-06EF-4DC0-8171-48705433FBEA}" srcOrd="0" destOrd="3" presId="urn:microsoft.com/office/officeart/2005/8/layout/default"/>
    <dgm:cxn modelId="{5AA55DDB-0472-4C6E-9563-C9614CF756AC}" srcId="{E725364D-2204-499F-A5B4-F553AFEFA200}" destId="{5CF103EB-F392-470B-B18F-A335CB07FC54}" srcOrd="5" destOrd="0" parTransId="{A115C238-2C8F-40C4-B35B-81B37117A6DC}" sibTransId="{C0643D6D-8F21-4A69-B1E4-EA50A97DF62A}"/>
    <dgm:cxn modelId="{757D94E5-B97F-40D2-85CD-6355B0906144}" srcId="{E725364D-2204-499F-A5B4-F553AFEFA200}" destId="{45F21C8B-8BB7-4C7B-807B-93D1DE70CAF3}" srcOrd="0" destOrd="0" parTransId="{ADC0EA3C-7738-48A4-B9FA-F68260DE2EF5}" sibTransId="{140B5293-54B0-40CD-B957-23ABA2FB4CDA}"/>
    <dgm:cxn modelId="{A49381E7-14FF-4B20-AD52-AA88C13AF210}" type="presOf" srcId="{8CBD410F-A1F3-48FA-A73D-3FFE5F3726B1}" destId="{8F67FEBA-9FA7-4D5F-9F3E-AD12E55D45FB}" srcOrd="0" destOrd="6" presId="urn:microsoft.com/office/officeart/2005/8/layout/default"/>
    <dgm:cxn modelId="{D8E8FDED-EBC5-49BB-9EC5-43570E8FB7BD}" srcId="{0F0EF2E9-6050-4287-8575-17FC1EEEB829}" destId="{5055E5FC-5416-4F27-A977-14FB181362B1}" srcOrd="3" destOrd="0" parTransId="{ED968FBC-58D6-4F89-B673-F2AEF013C82E}" sibTransId="{4597C524-78EC-414D-AB7D-9B1689EC69E8}"/>
    <dgm:cxn modelId="{D4CEAAFA-D601-4903-926B-F7AC630DCC29}" type="presOf" srcId="{5089D3FE-193E-44E3-9C3F-9AB2A6BA109A}" destId="{8F67FEBA-9FA7-4D5F-9F3E-AD12E55D45FB}" srcOrd="0" destOrd="5" presId="urn:microsoft.com/office/officeart/2005/8/layout/default"/>
    <dgm:cxn modelId="{D4D64CFF-26AD-448F-850B-B754F4F3DADC}" srcId="{0F0EF2E9-6050-4287-8575-17FC1EEEB829}" destId="{8CBD410F-A1F3-48FA-A73D-3FFE5F3726B1}" srcOrd="5" destOrd="0" parTransId="{E6A413C5-B637-466A-80B3-97E77D6E6874}" sibTransId="{09C83D93-7540-406C-8D27-EF4C3D201D8A}"/>
    <dgm:cxn modelId="{266A6B15-C7A6-46E8-B7F0-D6C1A1560C51}" type="presParOf" srcId="{2F958490-B202-4353-97B2-41E66191F687}" destId="{32DCDDE0-C5F3-48F3-A33C-6C78133CEE14}" srcOrd="0" destOrd="0" presId="urn:microsoft.com/office/officeart/2005/8/layout/default"/>
    <dgm:cxn modelId="{BDD3AA06-1E78-40DD-BB06-9510A0B0510E}" type="presParOf" srcId="{2F958490-B202-4353-97B2-41E66191F687}" destId="{1553ACA8-6555-4F40-9808-9CF0DE17E971}" srcOrd="1" destOrd="0" presId="urn:microsoft.com/office/officeart/2005/8/layout/default"/>
    <dgm:cxn modelId="{088D4DE9-BA33-4729-A75A-231B294172B5}" type="presParOf" srcId="{2F958490-B202-4353-97B2-41E66191F687}" destId="{8F67FEBA-9FA7-4D5F-9F3E-AD12E55D45FB}" srcOrd="2" destOrd="0" presId="urn:microsoft.com/office/officeart/2005/8/layout/default"/>
    <dgm:cxn modelId="{47BA135A-CDDF-469C-A9A9-F7C47F8789B5}" type="presParOf" srcId="{2F958490-B202-4353-97B2-41E66191F687}" destId="{17FAFFA3-54B5-427C-881B-5ECACE023127}" srcOrd="3" destOrd="0" presId="urn:microsoft.com/office/officeart/2005/8/layout/default"/>
    <dgm:cxn modelId="{524B9B45-525C-45CF-A352-7A2823B95A94}" type="presParOf" srcId="{2F958490-B202-4353-97B2-41E66191F687}" destId="{0E12B381-06EF-4DC0-8171-48705433FBEA}" srcOrd="4" destOrd="0" presId="urn:microsoft.com/office/officeart/2005/8/layout/default"/>
    <dgm:cxn modelId="{61A26476-EA54-4F11-9410-D64588523EC8}" type="presParOf" srcId="{2F958490-B202-4353-97B2-41E66191F687}" destId="{CA864716-1BF9-422F-AC58-5A033CC28509}" srcOrd="5" destOrd="0" presId="urn:microsoft.com/office/officeart/2005/8/layout/default"/>
    <dgm:cxn modelId="{9B293150-4D91-4ACB-81AF-D868D7E27D41}" type="presParOf" srcId="{2F958490-B202-4353-97B2-41E66191F687}" destId="{7C086F96-EEB0-4E55-B149-99311377EFE9}" srcOrd="6" destOrd="0" presId="urn:microsoft.com/office/officeart/2005/8/layout/default"/>
    <dgm:cxn modelId="{D16889D0-7F0B-480D-8714-D5D760C8ED91}" type="presParOf" srcId="{2F958490-B202-4353-97B2-41E66191F687}" destId="{8C480195-C36C-4DB6-8490-66EFD076FC2C}" srcOrd="7" destOrd="0" presId="urn:microsoft.com/office/officeart/2005/8/layout/default"/>
    <dgm:cxn modelId="{2BD40681-5733-4EFC-B511-87720D6F7630}" type="presParOf" srcId="{2F958490-B202-4353-97B2-41E66191F687}" destId="{5E1C4276-FB41-440B-B642-87D0E34754AD}" srcOrd="8" destOrd="0" presId="urn:microsoft.com/office/officeart/2005/8/layout/default"/>
    <dgm:cxn modelId="{3E0A61CE-4EEC-4CA2-8C3B-480581D04AB1}" type="presParOf" srcId="{2F958490-B202-4353-97B2-41E66191F687}" destId="{98F295A0-7242-4E45-8741-AC75B7EEC443}" srcOrd="9" destOrd="0" presId="urn:microsoft.com/office/officeart/2005/8/layout/default"/>
    <dgm:cxn modelId="{AE2D8DE3-1018-49DB-826E-2362602D8348}" type="presParOf" srcId="{2F958490-B202-4353-97B2-41E66191F687}" destId="{144F8B1D-FC3D-4B3A-8FF4-7979B98C1A06}"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B0206B-EB59-43AE-8A10-F52A13FE7489}" type="doc">
      <dgm:prSet loTypeId="urn:microsoft.com/office/officeart/2005/8/layout/vList2" loCatId="list" qsTypeId="urn:microsoft.com/office/officeart/2005/8/quickstyle/simple1#33" qsCatId="simple" csTypeId="urn:microsoft.com/office/officeart/2005/8/colors/accent1_2#30" csCatId="accent1"/>
      <dgm:spPr/>
      <dgm:t>
        <a:bodyPr/>
        <a:lstStyle/>
        <a:p>
          <a:endParaRPr lang="en-US"/>
        </a:p>
      </dgm:t>
    </dgm:pt>
    <dgm:pt modelId="{C2F49778-7272-44FD-8BDB-4256CEA43896}">
      <dgm:prSet/>
      <dgm:spPr/>
      <dgm:t>
        <a:bodyPr/>
        <a:lstStyle/>
        <a:p>
          <a:r>
            <a:rPr lang="en-US"/>
            <a:t>AWS Glue is a fully managed and serverless data integration service. It is commonly used to discover data structures and perform ETL tasks.</a:t>
          </a:r>
        </a:p>
      </dgm:t>
    </dgm:pt>
    <dgm:pt modelId="{7DFB167B-F69B-41A0-ABC6-CE7C1071C71D}" type="parTrans" cxnId="{87383B47-416B-42AE-B8D6-4946355D9D7E}">
      <dgm:prSet/>
      <dgm:spPr/>
      <dgm:t>
        <a:bodyPr/>
        <a:lstStyle/>
        <a:p>
          <a:endParaRPr lang="en-US"/>
        </a:p>
      </dgm:t>
    </dgm:pt>
    <dgm:pt modelId="{943F8A0C-F86B-4AB0-BD0A-9168B1100416}" type="sibTrans" cxnId="{87383B47-416B-42AE-B8D6-4946355D9D7E}">
      <dgm:prSet/>
      <dgm:spPr/>
      <dgm:t>
        <a:bodyPr/>
        <a:lstStyle/>
        <a:p>
          <a:endParaRPr lang="en-US"/>
        </a:p>
      </dgm:t>
    </dgm:pt>
    <dgm:pt modelId="{3A0599FF-5371-4156-B86E-C952D4F67216}">
      <dgm:prSet/>
      <dgm:spPr/>
      <dgm:t>
        <a:bodyPr/>
        <a:lstStyle/>
        <a:p>
          <a:r>
            <a:rPr lang="en-US"/>
            <a:t>ETL stands for Extract, Transform, and Load. This means collecting data from a source, changing or cleaning it, and then sending the prepared result to another location.</a:t>
          </a:r>
        </a:p>
      </dgm:t>
    </dgm:pt>
    <dgm:pt modelId="{278BB582-66FC-4C8F-A819-69D07DF60D48}" type="parTrans" cxnId="{89BACCED-74F6-418C-BF2B-1E7EC3727291}">
      <dgm:prSet/>
      <dgm:spPr/>
      <dgm:t>
        <a:bodyPr/>
        <a:lstStyle/>
        <a:p>
          <a:endParaRPr lang="en-US"/>
        </a:p>
      </dgm:t>
    </dgm:pt>
    <dgm:pt modelId="{1E027883-834F-46F7-854D-9D5DD850D4BD}" type="sibTrans" cxnId="{89BACCED-74F6-418C-BF2B-1E7EC3727291}">
      <dgm:prSet/>
      <dgm:spPr/>
      <dgm:t>
        <a:bodyPr/>
        <a:lstStyle/>
        <a:p>
          <a:endParaRPr lang="en-US"/>
        </a:p>
      </dgm:t>
    </dgm:pt>
    <dgm:pt modelId="{12F17181-FBFB-4950-8FFC-E559EE671CE1}">
      <dgm:prSet/>
      <dgm:spPr/>
      <dgm:t>
        <a:bodyPr/>
        <a:lstStyle/>
        <a:p>
          <a:r>
            <a:rPr lang="en-US"/>
            <a:t>A Glue Crawler can scan data in Amazon S3, recognize its structure, and create a schema.</a:t>
          </a:r>
        </a:p>
      </dgm:t>
    </dgm:pt>
    <dgm:pt modelId="{437B8AD1-1B29-493E-8A06-53DBBA34D0EF}" type="parTrans" cxnId="{0D8B1D5D-5666-4AE9-A70D-CA3B858578D0}">
      <dgm:prSet/>
      <dgm:spPr/>
      <dgm:t>
        <a:bodyPr/>
        <a:lstStyle/>
        <a:p>
          <a:endParaRPr lang="en-US"/>
        </a:p>
      </dgm:t>
    </dgm:pt>
    <dgm:pt modelId="{F02369A1-CDB5-4AE8-BCEF-E3F9A24E1077}" type="sibTrans" cxnId="{0D8B1D5D-5666-4AE9-A70D-CA3B858578D0}">
      <dgm:prSet/>
      <dgm:spPr/>
      <dgm:t>
        <a:bodyPr/>
        <a:lstStyle/>
        <a:p>
          <a:endParaRPr lang="en-US"/>
        </a:p>
      </dgm:t>
    </dgm:pt>
    <dgm:pt modelId="{23281FEE-64DF-4E60-8B02-0D3DE195041D}">
      <dgm:prSet/>
      <dgm:spPr/>
      <dgm:t>
        <a:bodyPr/>
        <a:lstStyle/>
        <a:p>
          <a:r>
            <a:rPr lang="en-US"/>
            <a:t>That schema is stored in the Glue Data Catalog, while the original data remains in S3.</a:t>
          </a:r>
        </a:p>
      </dgm:t>
    </dgm:pt>
    <dgm:pt modelId="{75CE0362-9BA4-4B52-B3B1-E1CF1AFD502D}" type="parTrans" cxnId="{24A078E8-923D-42A4-B36E-52B38D01ABA8}">
      <dgm:prSet/>
      <dgm:spPr/>
      <dgm:t>
        <a:bodyPr/>
        <a:lstStyle/>
        <a:p>
          <a:endParaRPr lang="en-US"/>
        </a:p>
      </dgm:t>
    </dgm:pt>
    <dgm:pt modelId="{C661B4FA-01A3-4BAD-B1A4-090A517AF39C}" type="sibTrans" cxnId="{24A078E8-923D-42A4-B36E-52B38D01ABA8}">
      <dgm:prSet/>
      <dgm:spPr/>
      <dgm:t>
        <a:bodyPr/>
        <a:lstStyle/>
        <a:p>
          <a:endParaRPr lang="en-US"/>
        </a:p>
      </dgm:t>
    </dgm:pt>
    <dgm:pt modelId="{E9D97DEE-C1DE-4978-BBB8-6DA99FB7B59C}">
      <dgm:prSet/>
      <dgm:spPr/>
      <dgm:t>
        <a:bodyPr/>
        <a:lstStyle/>
        <a:p>
          <a:r>
            <a:rPr lang="en-US"/>
            <a:t>Once the data is cataloged, other AWS analytics services can understand its structure more easily.</a:t>
          </a:r>
        </a:p>
      </dgm:t>
    </dgm:pt>
    <dgm:pt modelId="{FEF1BFF1-F46A-4E8F-877E-0B23EB9998F5}" type="parTrans" cxnId="{592AEAED-26B7-41F0-A196-1FD9AF2E2B06}">
      <dgm:prSet/>
      <dgm:spPr/>
      <dgm:t>
        <a:bodyPr/>
        <a:lstStyle/>
        <a:p>
          <a:endParaRPr lang="en-US"/>
        </a:p>
      </dgm:t>
    </dgm:pt>
    <dgm:pt modelId="{BD5D312A-CBC4-47F4-A286-19718AB8C2F1}" type="sibTrans" cxnId="{592AEAED-26B7-41F0-A196-1FD9AF2E2B06}">
      <dgm:prSet/>
      <dgm:spPr/>
      <dgm:t>
        <a:bodyPr/>
        <a:lstStyle/>
        <a:p>
          <a:endParaRPr lang="en-US"/>
        </a:p>
      </dgm:t>
    </dgm:pt>
    <dgm:pt modelId="{5C248436-2E6E-4143-89D9-D6F332D36C7E}">
      <dgm:prSet/>
      <dgm:spPr/>
      <dgm:t>
        <a:bodyPr/>
        <a:lstStyle/>
        <a:p>
          <a:r>
            <a:rPr lang="en-US"/>
            <a:t>Services such as Athena, Redshift Spectrum, EMR, and QuickSight can use cataloged information.</a:t>
          </a:r>
        </a:p>
      </dgm:t>
    </dgm:pt>
    <dgm:pt modelId="{A7138632-0640-4DB4-8D0C-06F7FD6C7C04}" type="parTrans" cxnId="{0A8D096C-6F9A-456D-BB0C-AC3FC320F691}">
      <dgm:prSet/>
      <dgm:spPr/>
      <dgm:t>
        <a:bodyPr/>
        <a:lstStyle/>
        <a:p>
          <a:endParaRPr lang="en-US"/>
        </a:p>
      </dgm:t>
    </dgm:pt>
    <dgm:pt modelId="{EE8DF756-0232-4613-B0A3-5D9E661F37C4}" type="sibTrans" cxnId="{0A8D096C-6F9A-456D-BB0C-AC3FC320F691}">
      <dgm:prSet/>
      <dgm:spPr/>
      <dgm:t>
        <a:bodyPr/>
        <a:lstStyle/>
        <a:p>
          <a:endParaRPr lang="en-US"/>
        </a:p>
      </dgm:t>
    </dgm:pt>
    <dgm:pt modelId="{3AE6D4EE-FA36-4032-9AB1-1BB32F3F65EE}">
      <dgm:prSet/>
      <dgm:spPr/>
      <dgm:t>
        <a:bodyPr/>
        <a:lstStyle/>
        <a:p>
          <a:r>
            <a:rPr lang="en-US"/>
            <a:t>This makes Glue useful when large amounts of data need to be discovered and organized before they are used by analytics or AI systems.</a:t>
          </a:r>
        </a:p>
      </dgm:t>
    </dgm:pt>
    <dgm:pt modelId="{8816BAB6-3E4F-43D7-81BB-3C7BF95487D0}" type="parTrans" cxnId="{A8365C6B-986F-4E81-B81C-F822777D8C24}">
      <dgm:prSet/>
      <dgm:spPr/>
      <dgm:t>
        <a:bodyPr/>
        <a:lstStyle/>
        <a:p>
          <a:endParaRPr lang="en-US"/>
        </a:p>
      </dgm:t>
    </dgm:pt>
    <dgm:pt modelId="{8ECE312A-FB17-4FE3-B573-5BBC1F4E9349}" type="sibTrans" cxnId="{A8365C6B-986F-4E81-B81C-F822777D8C24}">
      <dgm:prSet/>
      <dgm:spPr/>
      <dgm:t>
        <a:bodyPr/>
        <a:lstStyle/>
        <a:p>
          <a:endParaRPr lang="en-US"/>
        </a:p>
      </dgm:t>
    </dgm:pt>
    <dgm:pt modelId="{115B17B1-3ABA-45A3-AFD7-5F9824108189}" type="pres">
      <dgm:prSet presAssocID="{9BB0206B-EB59-43AE-8A10-F52A13FE7489}" presName="linear" presStyleCnt="0">
        <dgm:presLayoutVars>
          <dgm:animLvl val="lvl"/>
          <dgm:resizeHandles val="exact"/>
        </dgm:presLayoutVars>
      </dgm:prSet>
      <dgm:spPr/>
    </dgm:pt>
    <dgm:pt modelId="{31C4FE7D-7289-40CE-9FB7-22CC979F4009}" type="pres">
      <dgm:prSet presAssocID="{C2F49778-7272-44FD-8BDB-4256CEA43896}" presName="parentText" presStyleLbl="node1" presStyleIdx="0" presStyleCnt="7">
        <dgm:presLayoutVars>
          <dgm:chMax val="0"/>
          <dgm:bulletEnabled val="1"/>
        </dgm:presLayoutVars>
      </dgm:prSet>
      <dgm:spPr/>
    </dgm:pt>
    <dgm:pt modelId="{EEF714CD-0E54-467A-9821-46259ADBDBF8}" type="pres">
      <dgm:prSet presAssocID="{943F8A0C-F86B-4AB0-BD0A-9168B1100416}" presName="spacer" presStyleCnt="0"/>
      <dgm:spPr/>
    </dgm:pt>
    <dgm:pt modelId="{0F4018D8-A467-493E-894C-A2FC1F1A5C33}" type="pres">
      <dgm:prSet presAssocID="{3A0599FF-5371-4156-B86E-C952D4F67216}" presName="parentText" presStyleLbl="node1" presStyleIdx="1" presStyleCnt="7">
        <dgm:presLayoutVars>
          <dgm:chMax val="0"/>
          <dgm:bulletEnabled val="1"/>
        </dgm:presLayoutVars>
      </dgm:prSet>
      <dgm:spPr/>
    </dgm:pt>
    <dgm:pt modelId="{D55EEAD8-711C-4AD1-A378-896C6B31D987}" type="pres">
      <dgm:prSet presAssocID="{1E027883-834F-46F7-854D-9D5DD850D4BD}" presName="spacer" presStyleCnt="0"/>
      <dgm:spPr/>
    </dgm:pt>
    <dgm:pt modelId="{ED0BBDA8-0343-4F13-9D62-764539FC4F74}" type="pres">
      <dgm:prSet presAssocID="{12F17181-FBFB-4950-8FFC-E559EE671CE1}" presName="parentText" presStyleLbl="node1" presStyleIdx="2" presStyleCnt="7">
        <dgm:presLayoutVars>
          <dgm:chMax val="0"/>
          <dgm:bulletEnabled val="1"/>
        </dgm:presLayoutVars>
      </dgm:prSet>
      <dgm:spPr/>
    </dgm:pt>
    <dgm:pt modelId="{73E2681D-8864-4762-AF7F-BF1082723132}" type="pres">
      <dgm:prSet presAssocID="{F02369A1-CDB5-4AE8-BCEF-E3F9A24E1077}" presName="spacer" presStyleCnt="0"/>
      <dgm:spPr/>
    </dgm:pt>
    <dgm:pt modelId="{BD8417C9-D33F-4F28-A0E6-A437CCBFDFE7}" type="pres">
      <dgm:prSet presAssocID="{23281FEE-64DF-4E60-8B02-0D3DE195041D}" presName="parentText" presStyleLbl="node1" presStyleIdx="3" presStyleCnt="7">
        <dgm:presLayoutVars>
          <dgm:chMax val="0"/>
          <dgm:bulletEnabled val="1"/>
        </dgm:presLayoutVars>
      </dgm:prSet>
      <dgm:spPr/>
    </dgm:pt>
    <dgm:pt modelId="{304DC2F5-773C-4BFC-BA67-E5EC5C37FDA8}" type="pres">
      <dgm:prSet presAssocID="{C661B4FA-01A3-4BAD-B1A4-090A517AF39C}" presName="spacer" presStyleCnt="0"/>
      <dgm:spPr/>
    </dgm:pt>
    <dgm:pt modelId="{552AE421-961F-4B26-89F4-DE8169790EF2}" type="pres">
      <dgm:prSet presAssocID="{E9D97DEE-C1DE-4978-BBB8-6DA99FB7B59C}" presName="parentText" presStyleLbl="node1" presStyleIdx="4" presStyleCnt="7">
        <dgm:presLayoutVars>
          <dgm:chMax val="0"/>
          <dgm:bulletEnabled val="1"/>
        </dgm:presLayoutVars>
      </dgm:prSet>
      <dgm:spPr/>
    </dgm:pt>
    <dgm:pt modelId="{90548F70-A5C4-46F4-93EB-D48B61CDDD53}" type="pres">
      <dgm:prSet presAssocID="{BD5D312A-CBC4-47F4-A286-19718AB8C2F1}" presName="spacer" presStyleCnt="0"/>
      <dgm:spPr/>
    </dgm:pt>
    <dgm:pt modelId="{DFB6426A-CFCB-460E-8695-A47D38003486}" type="pres">
      <dgm:prSet presAssocID="{5C248436-2E6E-4143-89D9-D6F332D36C7E}" presName="parentText" presStyleLbl="node1" presStyleIdx="5" presStyleCnt="7">
        <dgm:presLayoutVars>
          <dgm:chMax val="0"/>
          <dgm:bulletEnabled val="1"/>
        </dgm:presLayoutVars>
      </dgm:prSet>
      <dgm:spPr/>
    </dgm:pt>
    <dgm:pt modelId="{A8F1CDC7-7C8A-45F1-979D-2A9AAED9A5EC}" type="pres">
      <dgm:prSet presAssocID="{EE8DF756-0232-4613-B0A3-5D9E661F37C4}" presName="spacer" presStyleCnt="0"/>
      <dgm:spPr/>
    </dgm:pt>
    <dgm:pt modelId="{CBDDA265-6493-4136-ABEE-3895F5C8B52F}" type="pres">
      <dgm:prSet presAssocID="{3AE6D4EE-FA36-4032-9AB1-1BB32F3F65EE}" presName="parentText" presStyleLbl="node1" presStyleIdx="6" presStyleCnt="7">
        <dgm:presLayoutVars>
          <dgm:chMax val="0"/>
          <dgm:bulletEnabled val="1"/>
        </dgm:presLayoutVars>
      </dgm:prSet>
      <dgm:spPr/>
    </dgm:pt>
  </dgm:ptLst>
  <dgm:cxnLst>
    <dgm:cxn modelId="{3F089524-9482-455F-8C68-F75F8F051F3A}" type="presOf" srcId="{3AE6D4EE-FA36-4032-9AB1-1BB32F3F65EE}" destId="{CBDDA265-6493-4136-ABEE-3895F5C8B52F}" srcOrd="0" destOrd="0" presId="urn:microsoft.com/office/officeart/2005/8/layout/vList2"/>
    <dgm:cxn modelId="{006B4831-FC5E-4874-A595-42AFC29B9E59}" type="presOf" srcId="{E9D97DEE-C1DE-4978-BBB8-6DA99FB7B59C}" destId="{552AE421-961F-4B26-89F4-DE8169790EF2}" srcOrd="0" destOrd="0" presId="urn:microsoft.com/office/officeart/2005/8/layout/vList2"/>
    <dgm:cxn modelId="{0D8B1D5D-5666-4AE9-A70D-CA3B858578D0}" srcId="{9BB0206B-EB59-43AE-8A10-F52A13FE7489}" destId="{12F17181-FBFB-4950-8FFC-E559EE671CE1}" srcOrd="2" destOrd="0" parTransId="{437B8AD1-1B29-493E-8A06-53DBBA34D0EF}" sibTransId="{F02369A1-CDB5-4AE8-BCEF-E3F9A24E1077}"/>
    <dgm:cxn modelId="{87383B47-416B-42AE-B8D6-4946355D9D7E}" srcId="{9BB0206B-EB59-43AE-8A10-F52A13FE7489}" destId="{C2F49778-7272-44FD-8BDB-4256CEA43896}" srcOrd="0" destOrd="0" parTransId="{7DFB167B-F69B-41A0-ABC6-CE7C1071C71D}" sibTransId="{943F8A0C-F86B-4AB0-BD0A-9168B1100416}"/>
    <dgm:cxn modelId="{A8365C6B-986F-4E81-B81C-F822777D8C24}" srcId="{9BB0206B-EB59-43AE-8A10-F52A13FE7489}" destId="{3AE6D4EE-FA36-4032-9AB1-1BB32F3F65EE}" srcOrd="6" destOrd="0" parTransId="{8816BAB6-3E4F-43D7-81BB-3C7BF95487D0}" sibTransId="{8ECE312A-FB17-4FE3-B573-5BBC1F4E9349}"/>
    <dgm:cxn modelId="{0A8D096C-6F9A-456D-BB0C-AC3FC320F691}" srcId="{9BB0206B-EB59-43AE-8A10-F52A13FE7489}" destId="{5C248436-2E6E-4143-89D9-D6F332D36C7E}" srcOrd="5" destOrd="0" parTransId="{A7138632-0640-4DB4-8D0C-06F7FD6C7C04}" sibTransId="{EE8DF756-0232-4613-B0A3-5D9E661F37C4}"/>
    <dgm:cxn modelId="{107F6581-E229-4DF1-B77A-27DA4A468C23}" type="presOf" srcId="{C2F49778-7272-44FD-8BDB-4256CEA43896}" destId="{31C4FE7D-7289-40CE-9FB7-22CC979F4009}" srcOrd="0" destOrd="0" presId="urn:microsoft.com/office/officeart/2005/8/layout/vList2"/>
    <dgm:cxn modelId="{2AB30294-6E99-4454-A477-B9671B073062}" type="presOf" srcId="{12F17181-FBFB-4950-8FFC-E559EE671CE1}" destId="{ED0BBDA8-0343-4F13-9D62-764539FC4F74}" srcOrd="0" destOrd="0" presId="urn:microsoft.com/office/officeart/2005/8/layout/vList2"/>
    <dgm:cxn modelId="{3349AAAF-38C5-4D1E-9CE0-BE3B17EB37F9}" type="presOf" srcId="{3A0599FF-5371-4156-B86E-C952D4F67216}" destId="{0F4018D8-A467-493E-894C-A2FC1F1A5C33}" srcOrd="0" destOrd="0" presId="urn:microsoft.com/office/officeart/2005/8/layout/vList2"/>
    <dgm:cxn modelId="{8DA4F5DF-0D22-41DF-8651-9D5C51ABD17D}" type="presOf" srcId="{5C248436-2E6E-4143-89D9-D6F332D36C7E}" destId="{DFB6426A-CFCB-460E-8695-A47D38003486}" srcOrd="0" destOrd="0" presId="urn:microsoft.com/office/officeart/2005/8/layout/vList2"/>
    <dgm:cxn modelId="{834246E0-B6C7-41FC-BCB8-1206CF23A44B}" type="presOf" srcId="{9BB0206B-EB59-43AE-8A10-F52A13FE7489}" destId="{115B17B1-3ABA-45A3-AFD7-5F9824108189}" srcOrd="0" destOrd="0" presId="urn:microsoft.com/office/officeart/2005/8/layout/vList2"/>
    <dgm:cxn modelId="{DB2A88E6-3068-4C93-859F-2E900EB52907}" type="presOf" srcId="{23281FEE-64DF-4E60-8B02-0D3DE195041D}" destId="{BD8417C9-D33F-4F28-A0E6-A437CCBFDFE7}" srcOrd="0" destOrd="0" presId="urn:microsoft.com/office/officeart/2005/8/layout/vList2"/>
    <dgm:cxn modelId="{24A078E8-923D-42A4-B36E-52B38D01ABA8}" srcId="{9BB0206B-EB59-43AE-8A10-F52A13FE7489}" destId="{23281FEE-64DF-4E60-8B02-0D3DE195041D}" srcOrd="3" destOrd="0" parTransId="{75CE0362-9BA4-4B52-B3B1-E1CF1AFD502D}" sibTransId="{C661B4FA-01A3-4BAD-B1A4-090A517AF39C}"/>
    <dgm:cxn modelId="{89BACCED-74F6-418C-BF2B-1E7EC3727291}" srcId="{9BB0206B-EB59-43AE-8A10-F52A13FE7489}" destId="{3A0599FF-5371-4156-B86E-C952D4F67216}" srcOrd="1" destOrd="0" parTransId="{278BB582-66FC-4C8F-A819-69D07DF60D48}" sibTransId="{1E027883-834F-46F7-854D-9D5DD850D4BD}"/>
    <dgm:cxn modelId="{592AEAED-26B7-41F0-A196-1FD9AF2E2B06}" srcId="{9BB0206B-EB59-43AE-8A10-F52A13FE7489}" destId="{E9D97DEE-C1DE-4978-BBB8-6DA99FB7B59C}" srcOrd="4" destOrd="0" parTransId="{FEF1BFF1-F46A-4E8F-877E-0B23EB9998F5}" sibTransId="{BD5D312A-CBC4-47F4-A286-19718AB8C2F1}"/>
    <dgm:cxn modelId="{2D2F87EF-82C0-4DE7-BD2E-0229B337D156}" type="presParOf" srcId="{115B17B1-3ABA-45A3-AFD7-5F9824108189}" destId="{31C4FE7D-7289-40CE-9FB7-22CC979F4009}" srcOrd="0" destOrd="0" presId="urn:microsoft.com/office/officeart/2005/8/layout/vList2"/>
    <dgm:cxn modelId="{5F5EFD94-F525-4C15-9C62-DDDAF76BE4A3}" type="presParOf" srcId="{115B17B1-3ABA-45A3-AFD7-5F9824108189}" destId="{EEF714CD-0E54-467A-9821-46259ADBDBF8}" srcOrd="1" destOrd="0" presId="urn:microsoft.com/office/officeart/2005/8/layout/vList2"/>
    <dgm:cxn modelId="{15BA69A5-E55A-4E18-89A2-35B026F7A5F9}" type="presParOf" srcId="{115B17B1-3ABA-45A3-AFD7-5F9824108189}" destId="{0F4018D8-A467-493E-894C-A2FC1F1A5C33}" srcOrd="2" destOrd="0" presId="urn:microsoft.com/office/officeart/2005/8/layout/vList2"/>
    <dgm:cxn modelId="{5B9754EB-6C5B-44C9-A2CC-E140253211DE}" type="presParOf" srcId="{115B17B1-3ABA-45A3-AFD7-5F9824108189}" destId="{D55EEAD8-711C-4AD1-A378-896C6B31D987}" srcOrd="3" destOrd="0" presId="urn:microsoft.com/office/officeart/2005/8/layout/vList2"/>
    <dgm:cxn modelId="{C6043960-A618-47D7-97FF-481B864F41E2}" type="presParOf" srcId="{115B17B1-3ABA-45A3-AFD7-5F9824108189}" destId="{ED0BBDA8-0343-4F13-9D62-764539FC4F74}" srcOrd="4" destOrd="0" presId="urn:microsoft.com/office/officeart/2005/8/layout/vList2"/>
    <dgm:cxn modelId="{6A141AAC-B6A5-420D-AB37-9B81C09C3256}" type="presParOf" srcId="{115B17B1-3ABA-45A3-AFD7-5F9824108189}" destId="{73E2681D-8864-4762-AF7F-BF1082723132}" srcOrd="5" destOrd="0" presId="urn:microsoft.com/office/officeart/2005/8/layout/vList2"/>
    <dgm:cxn modelId="{BB4E2DE3-A597-4782-923E-D79B24B06158}" type="presParOf" srcId="{115B17B1-3ABA-45A3-AFD7-5F9824108189}" destId="{BD8417C9-D33F-4F28-A0E6-A437CCBFDFE7}" srcOrd="6" destOrd="0" presId="urn:microsoft.com/office/officeart/2005/8/layout/vList2"/>
    <dgm:cxn modelId="{D325A2D0-442B-4F32-A6E0-980B903224A6}" type="presParOf" srcId="{115B17B1-3ABA-45A3-AFD7-5F9824108189}" destId="{304DC2F5-773C-4BFC-BA67-E5EC5C37FDA8}" srcOrd="7" destOrd="0" presId="urn:microsoft.com/office/officeart/2005/8/layout/vList2"/>
    <dgm:cxn modelId="{872388B0-5A1D-4E22-AC60-88F8476F23D2}" type="presParOf" srcId="{115B17B1-3ABA-45A3-AFD7-5F9824108189}" destId="{552AE421-961F-4B26-89F4-DE8169790EF2}" srcOrd="8" destOrd="0" presId="urn:microsoft.com/office/officeart/2005/8/layout/vList2"/>
    <dgm:cxn modelId="{72AA5F8D-0538-42D5-BF10-BBB130E4831C}" type="presParOf" srcId="{115B17B1-3ABA-45A3-AFD7-5F9824108189}" destId="{90548F70-A5C4-46F4-93EB-D48B61CDDD53}" srcOrd="9" destOrd="0" presId="urn:microsoft.com/office/officeart/2005/8/layout/vList2"/>
    <dgm:cxn modelId="{7FFB2115-176C-4159-A4C3-F68AD01150F5}" type="presParOf" srcId="{115B17B1-3ABA-45A3-AFD7-5F9824108189}" destId="{DFB6426A-CFCB-460E-8695-A47D38003486}" srcOrd="10" destOrd="0" presId="urn:microsoft.com/office/officeart/2005/8/layout/vList2"/>
    <dgm:cxn modelId="{7C440F0A-54F8-43F8-BF55-FCB61F13CCAB}" type="presParOf" srcId="{115B17B1-3ABA-45A3-AFD7-5F9824108189}" destId="{A8F1CDC7-7C8A-45F1-979D-2A9AAED9A5EC}" srcOrd="11" destOrd="0" presId="urn:microsoft.com/office/officeart/2005/8/layout/vList2"/>
    <dgm:cxn modelId="{D26CDB8B-E705-4847-9E34-EFAD8901DA60}" type="presParOf" srcId="{115B17B1-3ABA-45A3-AFD7-5F9824108189}" destId="{CBDDA265-6493-4136-ABEE-3895F5C8B52F}"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62C2E6A-8148-45EA-9BA7-73666E128CBD}" type="doc">
      <dgm:prSet loTypeId="urn:microsoft.com/office/officeart/2018/2/layout/IconVerticalSolidList" loCatId="icon" qsTypeId="urn:microsoft.com/office/officeart/2005/8/quickstyle/simple1#37" qsCatId="simple" csTypeId="urn:microsoft.com/office/officeart/2005/8/colors/accent1_2#34" csCatId="accent1" phldr="1"/>
      <dgm:spPr/>
      <dgm:t>
        <a:bodyPr/>
        <a:lstStyle/>
        <a:p>
          <a:endParaRPr lang="en-US"/>
        </a:p>
      </dgm:t>
    </dgm:pt>
    <dgm:pt modelId="{3BFFDF7C-1DAD-4383-B320-A009DA8425F6}">
      <dgm:prSet/>
      <dgm:spPr/>
      <dgm:t>
        <a:bodyPr/>
        <a:lstStyle/>
        <a:p>
          <a:pPr>
            <a:lnSpc>
              <a:spcPct val="100000"/>
            </a:lnSpc>
          </a:pPr>
          <a:r>
            <a:rPr lang="en-US"/>
            <a:t>Amazon CloudWatch provides monitoring information for AWS services. This is important because a data pipeline needs to be observed after it is deployed.</a:t>
          </a:r>
        </a:p>
      </dgm:t>
    </dgm:pt>
    <dgm:pt modelId="{B9811134-981F-43AD-AF50-B3AFC38DC9DE}" type="parTrans" cxnId="{83510153-4DF6-4F95-8F1C-4B9A6C6678DC}">
      <dgm:prSet/>
      <dgm:spPr/>
      <dgm:t>
        <a:bodyPr/>
        <a:lstStyle/>
        <a:p>
          <a:endParaRPr lang="en-US"/>
        </a:p>
      </dgm:t>
    </dgm:pt>
    <dgm:pt modelId="{DA1AA959-7088-445B-999D-02D53EF9FC98}" type="sibTrans" cxnId="{83510153-4DF6-4F95-8F1C-4B9A6C6678DC}">
      <dgm:prSet/>
      <dgm:spPr/>
      <dgm:t>
        <a:bodyPr/>
        <a:lstStyle/>
        <a:p>
          <a:endParaRPr lang="en-US"/>
        </a:p>
      </dgm:t>
    </dgm:pt>
    <dgm:pt modelId="{D160EAC6-7E2F-44FE-95C6-DC381A06AB41}">
      <dgm:prSet/>
      <dgm:spPr/>
      <dgm:t>
        <a:bodyPr/>
        <a:lstStyle/>
        <a:p>
          <a:pPr>
            <a:lnSpc>
              <a:spcPct val="100000"/>
            </a:lnSpc>
          </a:pPr>
          <a:r>
            <a:rPr lang="en-US"/>
            <a:t>A metric is a value that can be measured over time, such as CPU utilization, network activity, or another service-specific measurement.</a:t>
          </a:r>
        </a:p>
      </dgm:t>
    </dgm:pt>
    <dgm:pt modelId="{972C395B-718F-469A-94DD-F084FF77D834}" type="parTrans" cxnId="{B7C898AC-0B49-4896-9776-AF10367311BF}">
      <dgm:prSet/>
      <dgm:spPr/>
      <dgm:t>
        <a:bodyPr/>
        <a:lstStyle/>
        <a:p>
          <a:endParaRPr lang="en-US"/>
        </a:p>
      </dgm:t>
    </dgm:pt>
    <dgm:pt modelId="{F5E07A6F-6966-475C-AF8C-79A2F209540D}" type="sibTrans" cxnId="{B7C898AC-0B49-4896-9776-AF10367311BF}">
      <dgm:prSet/>
      <dgm:spPr/>
      <dgm:t>
        <a:bodyPr/>
        <a:lstStyle/>
        <a:p>
          <a:endParaRPr lang="en-US"/>
        </a:p>
      </dgm:t>
    </dgm:pt>
    <dgm:pt modelId="{2D169901-8816-4516-B489-EA5756E005E7}">
      <dgm:prSet/>
      <dgm:spPr/>
      <dgm:t>
        <a:bodyPr/>
        <a:lstStyle/>
        <a:p>
          <a:pPr>
            <a:lnSpc>
              <a:spcPct val="100000"/>
            </a:lnSpc>
          </a:pPr>
          <a:r>
            <a:rPr lang="en-US"/>
            <a:t>Metrics can contain dimensions, which provide additional information such as the instance ID or environment connected to the metric.</a:t>
          </a:r>
        </a:p>
      </dgm:t>
    </dgm:pt>
    <dgm:pt modelId="{5CD36EF6-54AA-42A4-999B-8DA431EB2BA1}" type="parTrans" cxnId="{072AB772-99A2-4B6F-AF62-96B8B8BD59FF}">
      <dgm:prSet/>
      <dgm:spPr/>
      <dgm:t>
        <a:bodyPr/>
        <a:lstStyle/>
        <a:p>
          <a:endParaRPr lang="en-US"/>
        </a:p>
      </dgm:t>
    </dgm:pt>
    <dgm:pt modelId="{C58959F7-B039-4415-A006-8C84410BFFFE}" type="sibTrans" cxnId="{072AB772-99A2-4B6F-AF62-96B8B8BD59FF}">
      <dgm:prSet/>
      <dgm:spPr/>
      <dgm:t>
        <a:bodyPr/>
        <a:lstStyle/>
        <a:p>
          <a:endParaRPr lang="en-US"/>
        </a:p>
      </dgm:t>
    </dgm:pt>
    <dgm:pt modelId="{A4DF6101-4D77-4BE7-90F7-D0F0D5A994C5}">
      <dgm:prSet/>
      <dgm:spPr/>
      <dgm:t>
        <a:bodyPr/>
        <a:lstStyle/>
        <a:p>
          <a:pPr>
            <a:lnSpc>
              <a:spcPct val="100000"/>
            </a:lnSpc>
          </a:pPr>
          <a:r>
            <a:rPr lang="en-US"/>
            <a:t>CloudWatch dashboards can display several metrics together so that developers can see the health and performance of their system.</a:t>
          </a:r>
        </a:p>
      </dgm:t>
    </dgm:pt>
    <dgm:pt modelId="{B7D18E33-86C0-4369-9CFD-E9F0B160BC08}" type="parTrans" cxnId="{698264CE-4763-4545-8E99-9836E94A54A2}">
      <dgm:prSet/>
      <dgm:spPr/>
      <dgm:t>
        <a:bodyPr/>
        <a:lstStyle/>
        <a:p>
          <a:endParaRPr lang="en-US"/>
        </a:p>
      </dgm:t>
    </dgm:pt>
    <dgm:pt modelId="{39F562C5-255D-440B-AC51-3F5ED8E6502E}" type="sibTrans" cxnId="{698264CE-4763-4545-8E99-9836E94A54A2}">
      <dgm:prSet/>
      <dgm:spPr/>
      <dgm:t>
        <a:bodyPr/>
        <a:lstStyle/>
        <a:p>
          <a:endParaRPr lang="en-US"/>
        </a:p>
      </dgm:t>
    </dgm:pt>
    <dgm:pt modelId="{1779DA8F-D0C3-4CB0-9E1A-F7E75ED8A4BF}">
      <dgm:prSet/>
      <dgm:spPr/>
      <dgm:t>
        <a:bodyPr/>
        <a:lstStyle/>
        <a:p>
          <a:pPr>
            <a:lnSpc>
              <a:spcPct val="100000"/>
            </a:lnSpc>
          </a:pPr>
          <a:r>
            <a:rPr lang="en-US"/>
            <a:t>Metric Streams can continuously send CloudWatch metrics to another destination with low latency.</a:t>
          </a:r>
        </a:p>
      </dgm:t>
    </dgm:pt>
    <dgm:pt modelId="{E2BD41D4-A38E-4362-8220-428448C779E8}" type="parTrans" cxnId="{6403E87F-A2AD-447D-867B-FF6519977A07}">
      <dgm:prSet/>
      <dgm:spPr/>
      <dgm:t>
        <a:bodyPr/>
        <a:lstStyle/>
        <a:p>
          <a:endParaRPr lang="en-US"/>
        </a:p>
      </dgm:t>
    </dgm:pt>
    <dgm:pt modelId="{2D1584F5-827C-4399-96F7-D97ED55E3078}" type="sibTrans" cxnId="{6403E87F-A2AD-447D-867B-FF6519977A07}">
      <dgm:prSet/>
      <dgm:spPr/>
      <dgm:t>
        <a:bodyPr/>
        <a:lstStyle/>
        <a:p>
          <a:endParaRPr lang="en-US"/>
        </a:p>
      </dgm:t>
    </dgm:pt>
    <dgm:pt modelId="{7ACC564D-70A7-4442-9FA8-9F698EA2BE5F}">
      <dgm:prSet/>
      <dgm:spPr/>
      <dgm:t>
        <a:bodyPr/>
        <a:lstStyle/>
        <a:p>
          <a:pPr>
            <a:lnSpc>
              <a:spcPct val="100000"/>
            </a:lnSpc>
          </a:pPr>
          <a:r>
            <a:rPr lang="en-US"/>
            <a:t>For example:</a:t>
          </a:r>
        </a:p>
      </dgm:t>
    </dgm:pt>
    <dgm:pt modelId="{8AAFE5F6-B04B-41BF-BF4B-68CF3E41D7F9}" type="parTrans" cxnId="{438B0C2B-A274-4FFF-A0A9-67DCA8CF15BE}">
      <dgm:prSet/>
      <dgm:spPr/>
      <dgm:t>
        <a:bodyPr/>
        <a:lstStyle/>
        <a:p>
          <a:endParaRPr lang="en-US"/>
        </a:p>
      </dgm:t>
    </dgm:pt>
    <dgm:pt modelId="{C3284C0F-A246-4502-B7D2-2DEC33721BA4}" type="sibTrans" cxnId="{438B0C2B-A274-4FFF-A0A9-67DCA8CF15BE}">
      <dgm:prSet/>
      <dgm:spPr/>
      <dgm:t>
        <a:bodyPr/>
        <a:lstStyle/>
        <a:p>
          <a:endParaRPr lang="en-US"/>
        </a:p>
      </dgm:t>
    </dgm:pt>
    <dgm:pt modelId="{1766F291-F42D-4259-85B2-B61DEA8FD65E}">
      <dgm:prSet/>
      <dgm:spPr/>
      <dgm:t>
        <a:bodyPr/>
        <a:lstStyle/>
        <a:p>
          <a:pPr>
            <a:lnSpc>
              <a:spcPct val="100000"/>
            </a:lnSpc>
          </a:pPr>
          <a:r>
            <a:rPr lang="en-US"/>
            <a:t>CloudWatch → Kinesis Data Firehose → S3 / Redshift / OpenSearch / External Monitoring Platform</a:t>
          </a:r>
        </a:p>
      </dgm:t>
    </dgm:pt>
    <dgm:pt modelId="{7B3E168E-3836-423D-B6C0-9A9C478E0E3C}" type="parTrans" cxnId="{9F4B3E88-A64C-4701-B082-4CA710C0C474}">
      <dgm:prSet/>
      <dgm:spPr/>
      <dgm:t>
        <a:bodyPr/>
        <a:lstStyle/>
        <a:p>
          <a:endParaRPr lang="en-US"/>
        </a:p>
      </dgm:t>
    </dgm:pt>
    <dgm:pt modelId="{BE88ABAB-2D2E-4C94-85EF-6166EC76614A}" type="sibTrans" cxnId="{9F4B3E88-A64C-4701-B082-4CA710C0C474}">
      <dgm:prSet/>
      <dgm:spPr/>
      <dgm:t>
        <a:bodyPr/>
        <a:lstStyle/>
        <a:p>
          <a:endParaRPr lang="en-US"/>
        </a:p>
      </dgm:t>
    </dgm:pt>
    <dgm:pt modelId="{99FA9CAF-01CB-4B4D-9AF8-FD0A6DE9C4DE}">
      <dgm:prSet/>
      <dgm:spPr/>
      <dgm:t>
        <a:bodyPr/>
        <a:lstStyle/>
        <a:p>
          <a:pPr>
            <a:lnSpc>
              <a:spcPct val="100000"/>
            </a:lnSpc>
          </a:pPr>
          <a:r>
            <a:rPr lang="en-US"/>
            <a:t>Monitoring helps teams identify failures or unusual behavior before data problems affect the Generative AI application.</a:t>
          </a:r>
        </a:p>
      </dgm:t>
    </dgm:pt>
    <dgm:pt modelId="{62E8D9C6-6F39-4AD7-BC04-12EED355BB97}" type="parTrans" cxnId="{AB2E6155-C0D5-4FA4-B592-A7F99BF6972D}">
      <dgm:prSet/>
      <dgm:spPr/>
      <dgm:t>
        <a:bodyPr/>
        <a:lstStyle/>
        <a:p>
          <a:endParaRPr lang="en-US"/>
        </a:p>
      </dgm:t>
    </dgm:pt>
    <dgm:pt modelId="{73C6C4F8-0289-4246-B49E-97C727CD941D}" type="sibTrans" cxnId="{AB2E6155-C0D5-4FA4-B592-A7F99BF6972D}">
      <dgm:prSet/>
      <dgm:spPr/>
      <dgm:t>
        <a:bodyPr/>
        <a:lstStyle/>
        <a:p>
          <a:endParaRPr lang="en-US"/>
        </a:p>
      </dgm:t>
    </dgm:pt>
    <dgm:pt modelId="{E9328FEA-FAC8-4860-9A6E-E04E2C1AFE56}" type="pres">
      <dgm:prSet presAssocID="{162C2E6A-8148-45EA-9BA7-73666E128CBD}" presName="root" presStyleCnt="0">
        <dgm:presLayoutVars>
          <dgm:dir/>
          <dgm:resizeHandles val="exact"/>
        </dgm:presLayoutVars>
      </dgm:prSet>
      <dgm:spPr/>
    </dgm:pt>
    <dgm:pt modelId="{03644237-F7BA-4FA3-83DA-B2A6396A7D04}" type="pres">
      <dgm:prSet presAssocID="{3BFFDF7C-1DAD-4383-B320-A009DA8425F6}" presName="compNode" presStyleCnt="0"/>
      <dgm:spPr/>
    </dgm:pt>
    <dgm:pt modelId="{963279DA-FFD0-44CE-BB26-309C802DB086}" type="pres">
      <dgm:prSet presAssocID="{3BFFDF7C-1DAD-4383-B320-A009DA8425F6}" presName="bgRect" presStyleLbl="bgShp" presStyleIdx="0" presStyleCnt="8"/>
      <dgm:spPr/>
    </dgm:pt>
    <dgm:pt modelId="{AA48BB6B-9A6A-4E95-8DBE-65782AE6151C}" type="pres">
      <dgm:prSet presAssocID="{3BFFDF7C-1DAD-4383-B320-A009DA8425F6}"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loud Computing"/>
        </a:ext>
      </dgm:extLst>
    </dgm:pt>
    <dgm:pt modelId="{169F0915-409E-4E16-AE03-468BA8C2FE37}" type="pres">
      <dgm:prSet presAssocID="{3BFFDF7C-1DAD-4383-B320-A009DA8425F6}" presName="spaceRect" presStyleCnt="0"/>
      <dgm:spPr/>
    </dgm:pt>
    <dgm:pt modelId="{7B80386A-9D77-43DB-86D1-4C035757338B}" type="pres">
      <dgm:prSet presAssocID="{3BFFDF7C-1DAD-4383-B320-A009DA8425F6}" presName="parTx" presStyleLbl="revTx" presStyleIdx="0" presStyleCnt="8">
        <dgm:presLayoutVars>
          <dgm:chMax val="0"/>
          <dgm:chPref val="0"/>
        </dgm:presLayoutVars>
      </dgm:prSet>
      <dgm:spPr/>
    </dgm:pt>
    <dgm:pt modelId="{C2743857-60D3-4900-8D1F-7C8952796D84}" type="pres">
      <dgm:prSet presAssocID="{DA1AA959-7088-445B-999D-02D53EF9FC98}" presName="sibTrans" presStyleCnt="0"/>
      <dgm:spPr/>
    </dgm:pt>
    <dgm:pt modelId="{353E541D-F600-48AE-AEFE-7B7470802860}" type="pres">
      <dgm:prSet presAssocID="{D160EAC6-7E2F-44FE-95C6-DC381A06AB41}" presName="compNode" presStyleCnt="0"/>
      <dgm:spPr/>
    </dgm:pt>
    <dgm:pt modelId="{0F361190-5987-4E06-A6D8-FDD882CE2EA0}" type="pres">
      <dgm:prSet presAssocID="{D160EAC6-7E2F-44FE-95C6-DC381A06AB41}" presName="bgRect" presStyleLbl="bgShp" presStyleIdx="1" presStyleCnt="8"/>
      <dgm:spPr/>
    </dgm:pt>
    <dgm:pt modelId="{0DA5C1A4-10DF-4B52-A05F-51829B24FAE6}" type="pres">
      <dgm:prSet presAssocID="{D160EAC6-7E2F-44FE-95C6-DC381A06AB41}" presName="iconRect" presStyleLbl="node1" presStyleIdx="1"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448D41EB-7988-4292-B8A2-C59553DA2FDE}" type="pres">
      <dgm:prSet presAssocID="{D160EAC6-7E2F-44FE-95C6-DC381A06AB41}" presName="spaceRect" presStyleCnt="0"/>
      <dgm:spPr/>
    </dgm:pt>
    <dgm:pt modelId="{46EE3700-4AA2-4960-A58E-78F752502C19}" type="pres">
      <dgm:prSet presAssocID="{D160EAC6-7E2F-44FE-95C6-DC381A06AB41}" presName="parTx" presStyleLbl="revTx" presStyleIdx="1" presStyleCnt="8">
        <dgm:presLayoutVars>
          <dgm:chMax val="0"/>
          <dgm:chPref val="0"/>
        </dgm:presLayoutVars>
      </dgm:prSet>
      <dgm:spPr/>
    </dgm:pt>
    <dgm:pt modelId="{40C21B3A-EF49-461D-8E8D-0DAE5293A3E4}" type="pres">
      <dgm:prSet presAssocID="{F5E07A6F-6966-475C-AF8C-79A2F209540D}" presName="sibTrans" presStyleCnt="0"/>
      <dgm:spPr/>
    </dgm:pt>
    <dgm:pt modelId="{5EB3E8FC-1A58-43ED-B8ED-5614889FEB5C}" type="pres">
      <dgm:prSet presAssocID="{2D169901-8816-4516-B489-EA5756E005E7}" presName="compNode" presStyleCnt="0"/>
      <dgm:spPr/>
    </dgm:pt>
    <dgm:pt modelId="{31115634-9E24-44D8-B892-B2F776D2AE08}" type="pres">
      <dgm:prSet presAssocID="{2D169901-8816-4516-B489-EA5756E005E7}" presName="bgRect" presStyleLbl="bgShp" presStyleIdx="2" presStyleCnt="8"/>
      <dgm:spPr/>
    </dgm:pt>
    <dgm:pt modelId="{F6B47C5E-8083-46F9-A21C-97971C099598}" type="pres">
      <dgm:prSet presAssocID="{2D169901-8816-4516-B489-EA5756E005E7}" presName="iconRect" presStyleLbl="node1" presStyleIdx="2"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Disconnected"/>
        </a:ext>
      </dgm:extLst>
    </dgm:pt>
    <dgm:pt modelId="{7D5876C0-494E-4963-81EF-D3DD75D8A49C}" type="pres">
      <dgm:prSet presAssocID="{2D169901-8816-4516-B489-EA5756E005E7}" presName="spaceRect" presStyleCnt="0"/>
      <dgm:spPr/>
    </dgm:pt>
    <dgm:pt modelId="{B5EC43ED-0D22-4A1B-8CED-C88AAA89C91C}" type="pres">
      <dgm:prSet presAssocID="{2D169901-8816-4516-B489-EA5756E005E7}" presName="parTx" presStyleLbl="revTx" presStyleIdx="2" presStyleCnt="8">
        <dgm:presLayoutVars>
          <dgm:chMax val="0"/>
          <dgm:chPref val="0"/>
        </dgm:presLayoutVars>
      </dgm:prSet>
      <dgm:spPr/>
    </dgm:pt>
    <dgm:pt modelId="{31DCEF82-72E6-416F-9A7C-1B20BDB29028}" type="pres">
      <dgm:prSet presAssocID="{C58959F7-B039-4415-A006-8C84410BFFFE}" presName="sibTrans" presStyleCnt="0"/>
      <dgm:spPr/>
    </dgm:pt>
    <dgm:pt modelId="{1411530A-1E0D-48E0-9BD7-F43A80AE619A}" type="pres">
      <dgm:prSet presAssocID="{A4DF6101-4D77-4BE7-90F7-D0F0D5A994C5}" presName="compNode" presStyleCnt="0"/>
      <dgm:spPr/>
    </dgm:pt>
    <dgm:pt modelId="{3A10FB5B-6AD0-423D-9999-BF790DE91146}" type="pres">
      <dgm:prSet presAssocID="{A4DF6101-4D77-4BE7-90F7-D0F0D5A994C5}" presName="bgRect" presStyleLbl="bgShp" presStyleIdx="3" presStyleCnt="8"/>
      <dgm:spPr/>
    </dgm:pt>
    <dgm:pt modelId="{D67A3CB1-7BF9-47E3-8AF3-BAF5FCB7DD02}" type="pres">
      <dgm:prSet presAssocID="{A4DF6101-4D77-4BE7-90F7-D0F0D5A994C5}"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7719ABF3-715B-4E4D-8523-92801C59A52F}" type="pres">
      <dgm:prSet presAssocID="{A4DF6101-4D77-4BE7-90F7-D0F0D5A994C5}" presName="spaceRect" presStyleCnt="0"/>
      <dgm:spPr/>
    </dgm:pt>
    <dgm:pt modelId="{3E4613B7-1839-41CB-AE0C-660B73AC5580}" type="pres">
      <dgm:prSet presAssocID="{A4DF6101-4D77-4BE7-90F7-D0F0D5A994C5}" presName="parTx" presStyleLbl="revTx" presStyleIdx="3" presStyleCnt="8">
        <dgm:presLayoutVars>
          <dgm:chMax val="0"/>
          <dgm:chPref val="0"/>
        </dgm:presLayoutVars>
      </dgm:prSet>
      <dgm:spPr/>
    </dgm:pt>
    <dgm:pt modelId="{6EC6E9F5-6F71-4706-B7A4-176578513BD7}" type="pres">
      <dgm:prSet presAssocID="{39F562C5-255D-440B-AC51-3F5ED8E6502E}" presName="sibTrans" presStyleCnt="0"/>
      <dgm:spPr/>
    </dgm:pt>
    <dgm:pt modelId="{09CE1805-17C1-49D5-A768-B8F53F1297B7}" type="pres">
      <dgm:prSet presAssocID="{1779DA8F-D0C3-4CB0-9E1A-F7E75ED8A4BF}" presName="compNode" presStyleCnt="0"/>
      <dgm:spPr/>
    </dgm:pt>
    <dgm:pt modelId="{77F5B1C7-03D7-4829-93BA-1695402870A6}" type="pres">
      <dgm:prSet presAssocID="{1779DA8F-D0C3-4CB0-9E1A-F7E75ED8A4BF}" presName="bgRect" presStyleLbl="bgShp" presStyleIdx="4" presStyleCnt="8"/>
      <dgm:spPr/>
    </dgm:pt>
    <dgm:pt modelId="{39F0E61E-5CFA-4ABC-AD4A-8C06D11F851F}" type="pres">
      <dgm:prSet presAssocID="{1779DA8F-D0C3-4CB0-9E1A-F7E75ED8A4BF}"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lowchart"/>
        </a:ext>
      </dgm:extLst>
    </dgm:pt>
    <dgm:pt modelId="{6E7E6C67-0CC4-4774-A4CC-A4D79869FBA5}" type="pres">
      <dgm:prSet presAssocID="{1779DA8F-D0C3-4CB0-9E1A-F7E75ED8A4BF}" presName="spaceRect" presStyleCnt="0"/>
      <dgm:spPr/>
    </dgm:pt>
    <dgm:pt modelId="{EB74F1F5-F680-4DD6-BD92-4D114BA6CFFF}" type="pres">
      <dgm:prSet presAssocID="{1779DA8F-D0C3-4CB0-9E1A-F7E75ED8A4BF}" presName="parTx" presStyleLbl="revTx" presStyleIdx="4" presStyleCnt="8">
        <dgm:presLayoutVars>
          <dgm:chMax val="0"/>
          <dgm:chPref val="0"/>
        </dgm:presLayoutVars>
      </dgm:prSet>
      <dgm:spPr/>
    </dgm:pt>
    <dgm:pt modelId="{57425F1F-6C0C-4E70-9E0B-BC2028F60274}" type="pres">
      <dgm:prSet presAssocID="{2D1584F5-827C-4399-96F7-D97ED55E3078}" presName="sibTrans" presStyleCnt="0"/>
      <dgm:spPr/>
    </dgm:pt>
    <dgm:pt modelId="{0668ADA5-FE8C-48F4-B201-52A7232DC60C}" type="pres">
      <dgm:prSet presAssocID="{7ACC564D-70A7-4442-9FA8-9F698EA2BE5F}" presName="compNode" presStyleCnt="0"/>
      <dgm:spPr/>
    </dgm:pt>
    <dgm:pt modelId="{CBE8BD15-4E01-4F66-8A0B-79647F368DE2}" type="pres">
      <dgm:prSet presAssocID="{7ACC564D-70A7-4442-9FA8-9F698EA2BE5F}" presName="bgRect" presStyleLbl="bgShp" presStyleIdx="5" presStyleCnt="8"/>
      <dgm:spPr/>
    </dgm:pt>
    <dgm:pt modelId="{4CCE8AC2-A36C-4E03-B63D-122FCE39F6D4}" type="pres">
      <dgm:prSet presAssocID="{7ACC564D-70A7-4442-9FA8-9F698EA2BE5F}" presName="iconRect" presStyleLbl="node1" presStyleIdx="5"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osed Quotation Mark"/>
        </a:ext>
      </dgm:extLst>
    </dgm:pt>
    <dgm:pt modelId="{110448AB-EC7B-4732-8670-64DB34219B89}" type="pres">
      <dgm:prSet presAssocID="{7ACC564D-70A7-4442-9FA8-9F698EA2BE5F}" presName="spaceRect" presStyleCnt="0"/>
      <dgm:spPr/>
    </dgm:pt>
    <dgm:pt modelId="{8565B01C-55C6-4C4F-AD9E-2DA63F85F294}" type="pres">
      <dgm:prSet presAssocID="{7ACC564D-70A7-4442-9FA8-9F698EA2BE5F}" presName="parTx" presStyleLbl="revTx" presStyleIdx="5" presStyleCnt="8">
        <dgm:presLayoutVars>
          <dgm:chMax val="0"/>
          <dgm:chPref val="0"/>
        </dgm:presLayoutVars>
      </dgm:prSet>
      <dgm:spPr/>
    </dgm:pt>
    <dgm:pt modelId="{32A57E55-9548-4C16-B625-E6B5DE1E5092}" type="pres">
      <dgm:prSet presAssocID="{C3284C0F-A246-4502-B7D2-2DEC33721BA4}" presName="sibTrans" presStyleCnt="0"/>
      <dgm:spPr/>
    </dgm:pt>
    <dgm:pt modelId="{0BF54B8B-821E-48D4-B779-19F742F9DC86}" type="pres">
      <dgm:prSet presAssocID="{1766F291-F42D-4259-85B2-B61DEA8FD65E}" presName="compNode" presStyleCnt="0"/>
      <dgm:spPr/>
    </dgm:pt>
    <dgm:pt modelId="{789AFB3A-DCDB-461D-BD1C-5C576A79D749}" type="pres">
      <dgm:prSet presAssocID="{1766F291-F42D-4259-85B2-B61DEA8FD65E}" presName="bgRect" presStyleLbl="bgShp" presStyleIdx="6" presStyleCnt="8"/>
      <dgm:spPr/>
    </dgm:pt>
    <dgm:pt modelId="{2F369B40-9BF5-4CAD-942D-3BEBEE8DB1D7}" type="pres">
      <dgm:prSet presAssocID="{1766F291-F42D-4259-85B2-B61DEA8FD65E}" presName="iconRect" presStyleLbl="node1" presStyleIdx="6"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Radioactive Sign"/>
        </a:ext>
      </dgm:extLst>
    </dgm:pt>
    <dgm:pt modelId="{C59A3530-FB0D-484C-B078-2AE5FBA0637A}" type="pres">
      <dgm:prSet presAssocID="{1766F291-F42D-4259-85B2-B61DEA8FD65E}" presName="spaceRect" presStyleCnt="0"/>
      <dgm:spPr/>
    </dgm:pt>
    <dgm:pt modelId="{08DB4FD2-FC9A-4845-8AFB-55220AD49240}" type="pres">
      <dgm:prSet presAssocID="{1766F291-F42D-4259-85B2-B61DEA8FD65E}" presName="parTx" presStyleLbl="revTx" presStyleIdx="6" presStyleCnt="8">
        <dgm:presLayoutVars>
          <dgm:chMax val="0"/>
          <dgm:chPref val="0"/>
        </dgm:presLayoutVars>
      </dgm:prSet>
      <dgm:spPr/>
    </dgm:pt>
    <dgm:pt modelId="{6A0FE077-55ED-4191-AA34-846B0F777CF1}" type="pres">
      <dgm:prSet presAssocID="{BE88ABAB-2D2E-4C94-85EF-6166EC76614A}" presName="sibTrans" presStyleCnt="0"/>
      <dgm:spPr/>
    </dgm:pt>
    <dgm:pt modelId="{7FE1F1D6-8C9C-4EB9-BA24-FA1BCD958590}" type="pres">
      <dgm:prSet presAssocID="{99FA9CAF-01CB-4B4D-9AF8-FD0A6DE9C4DE}" presName="compNode" presStyleCnt="0"/>
      <dgm:spPr/>
    </dgm:pt>
    <dgm:pt modelId="{4A062E4C-5CFA-4620-B662-C2CDE6CED0FF}" type="pres">
      <dgm:prSet presAssocID="{99FA9CAF-01CB-4B4D-9AF8-FD0A6DE9C4DE}" presName="bgRect" presStyleLbl="bgShp" presStyleIdx="7" presStyleCnt="8"/>
      <dgm:spPr/>
    </dgm:pt>
    <dgm:pt modelId="{24B539A7-E682-4052-A0B5-71EFE8AB64D9}" type="pres">
      <dgm:prSet presAssocID="{99FA9CAF-01CB-4B4D-9AF8-FD0A6DE9C4DE}" presName="iconRect" presStyleLbl="node1" presStyleIdx="7"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519A0B92-621C-4BA7-B45C-C52A5CE0F74D}" type="pres">
      <dgm:prSet presAssocID="{99FA9CAF-01CB-4B4D-9AF8-FD0A6DE9C4DE}" presName="spaceRect" presStyleCnt="0"/>
      <dgm:spPr/>
    </dgm:pt>
    <dgm:pt modelId="{31EADC4C-E8E1-45FD-870D-3BCB01198D36}" type="pres">
      <dgm:prSet presAssocID="{99FA9CAF-01CB-4B4D-9AF8-FD0A6DE9C4DE}" presName="parTx" presStyleLbl="revTx" presStyleIdx="7" presStyleCnt="8">
        <dgm:presLayoutVars>
          <dgm:chMax val="0"/>
          <dgm:chPref val="0"/>
        </dgm:presLayoutVars>
      </dgm:prSet>
      <dgm:spPr/>
    </dgm:pt>
  </dgm:ptLst>
  <dgm:cxnLst>
    <dgm:cxn modelId="{2893880D-6F28-4570-9641-3DF6FE556B57}" type="presOf" srcId="{7ACC564D-70A7-4442-9FA8-9F698EA2BE5F}" destId="{8565B01C-55C6-4C4F-AD9E-2DA63F85F294}" srcOrd="0" destOrd="0" presId="urn:microsoft.com/office/officeart/2018/2/layout/IconVerticalSolidList"/>
    <dgm:cxn modelId="{D026A716-00CC-4058-AC48-E2FE33F90883}" type="presOf" srcId="{2D169901-8816-4516-B489-EA5756E005E7}" destId="{B5EC43ED-0D22-4A1B-8CED-C88AAA89C91C}" srcOrd="0" destOrd="0" presId="urn:microsoft.com/office/officeart/2018/2/layout/IconVerticalSolidList"/>
    <dgm:cxn modelId="{438B0C2B-A274-4FFF-A0A9-67DCA8CF15BE}" srcId="{162C2E6A-8148-45EA-9BA7-73666E128CBD}" destId="{7ACC564D-70A7-4442-9FA8-9F698EA2BE5F}" srcOrd="5" destOrd="0" parTransId="{8AAFE5F6-B04B-41BF-BF4B-68CF3E41D7F9}" sibTransId="{C3284C0F-A246-4502-B7D2-2DEC33721BA4}"/>
    <dgm:cxn modelId="{4B40945F-696C-4698-9AE1-76DDF8CF2D52}" type="presOf" srcId="{1766F291-F42D-4259-85B2-B61DEA8FD65E}" destId="{08DB4FD2-FC9A-4845-8AFB-55220AD49240}" srcOrd="0" destOrd="0" presId="urn:microsoft.com/office/officeart/2018/2/layout/IconVerticalSolidList"/>
    <dgm:cxn modelId="{072AB772-99A2-4B6F-AF62-96B8B8BD59FF}" srcId="{162C2E6A-8148-45EA-9BA7-73666E128CBD}" destId="{2D169901-8816-4516-B489-EA5756E005E7}" srcOrd="2" destOrd="0" parTransId="{5CD36EF6-54AA-42A4-999B-8DA431EB2BA1}" sibTransId="{C58959F7-B039-4415-A006-8C84410BFFFE}"/>
    <dgm:cxn modelId="{83510153-4DF6-4F95-8F1C-4B9A6C6678DC}" srcId="{162C2E6A-8148-45EA-9BA7-73666E128CBD}" destId="{3BFFDF7C-1DAD-4383-B320-A009DA8425F6}" srcOrd="0" destOrd="0" parTransId="{B9811134-981F-43AD-AF50-B3AFC38DC9DE}" sibTransId="{DA1AA959-7088-445B-999D-02D53EF9FC98}"/>
    <dgm:cxn modelId="{AB2E6155-C0D5-4FA4-B592-A7F99BF6972D}" srcId="{162C2E6A-8148-45EA-9BA7-73666E128CBD}" destId="{99FA9CAF-01CB-4B4D-9AF8-FD0A6DE9C4DE}" srcOrd="7" destOrd="0" parTransId="{62E8D9C6-6F39-4AD7-BC04-12EED355BB97}" sibTransId="{73C6C4F8-0289-4246-B49E-97C727CD941D}"/>
    <dgm:cxn modelId="{ABCC0458-8575-466D-BD4D-253BF2A78E4C}" type="presOf" srcId="{99FA9CAF-01CB-4B4D-9AF8-FD0A6DE9C4DE}" destId="{31EADC4C-E8E1-45FD-870D-3BCB01198D36}" srcOrd="0" destOrd="0" presId="urn:microsoft.com/office/officeart/2018/2/layout/IconVerticalSolidList"/>
    <dgm:cxn modelId="{6403E87F-A2AD-447D-867B-FF6519977A07}" srcId="{162C2E6A-8148-45EA-9BA7-73666E128CBD}" destId="{1779DA8F-D0C3-4CB0-9E1A-F7E75ED8A4BF}" srcOrd="4" destOrd="0" parTransId="{E2BD41D4-A38E-4362-8220-428448C779E8}" sibTransId="{2D1584F5-827C-4399-96F7-D97ED55E3078}"/>
    <dgm:cxn modelId="{2BE19E83-1545-4339-94D9-9D24575EEC4A}" type="presOf" srcId="{3BFFDF7C-1DAD-4383-B320-A009DA8425F6}" destId="{7B80386A-9D77-43DB-86D1-4C035757338B}" srcOrd="0" destOrd="0" presId="urn:microsoft.com/office/officeart/2018/2/layout/IconVerticalSolidList"/>
    <dgm:cxn modelId="{9F4B3E88-A64C-4701-B082-4CA710C0C474}" srcId="{162C2E6A-8148-45EA-9BA7-73666E128CBD}" destId="{1766F291-F42D-4259-85B2-B61DEA8FD65E}" srcOrd="6" destOrd="0" parTransId="{7B3E168E-3836-423D-B6C0-9A9C478E0E3C}" sibTransId="{BE88ABAB-2D2E-4C94-85EF-6166EC76614A}"/>
    <dgm:cxn modelId="{A40EB49F-4E6B-4BDA-B389-2391DFC0C990}" type="presOf" srcId="{A4DF6101-4D77-4BE7-90F7-D0F0D5A994C5}" destId="{3E4613B7-1839-41CB-AE0C-660B73AC5580}" srcOrd="0" destOrd="0" presId="urn:microsoft.com/office/officeart/2018/2/layout/IconVerticalSolidList"/>
    <dgm:cxn modelId="{B7C898AC-0B49-4896-9776-AF10367311BF}" srcId="{162C2E6A-8148-45EA-9BA7-73666E128CBD}" destId="{D160EAC6-7E2F-44FE-95C6-DC381A06AB41}" srcOrd="1" destOrd="0" parTransId="{972C395B-718F-469A-94DD-F084FF77D834}" sibTransId="{F5E07A6F-6966-475C-AF8C-79A2F209540D}"/>
    <dgm:cxn modelId="{698264CE-4763-4545-8E99-9836E94A54A2}" srcId="{162C2E6A-8148-45EA-9BA7-73666E128CBD}" destId="{A4DF6101-4D77-4BE7-90F7-D0F0D5A994C5}" srcOrd="3" destOrd="0" parTransId="{B7D18E33-86C0-4369-9CFD-E9F0B160BC08}" sibTransId="{39F562C5-255D-440B-AC51-3F5ED8E6502E}"/>
    <dgm:cxn modelId="{925FA4D8-07F3-43CC-B3F4-3A044AE8C509}" type="presOf" srcId="{1779DA8F-D0C3-4CB0-9E1A-F7E75ED8A4BF}" destId="{EB74F1F5-F680-4DD6-BD92-4D114BA6CFFF}" srcOrd="0" destOrd="0" presId="urn:microsoft.com/office/officeart/2018/2/layout/IconVerticalSolidList"/>
    <dgm:cxn modelId="{5ED907DD-C3A5-498F-AAB8-A46C9270C735}" type="presOf" srcId="{D160EAC6-7E2F-44FE-95C6-DC381A06AB41}" destId="{46EE3700-4AA2-4960-A58E-78F752502C19}" srcOrd="0" destOrd="0" presId="urn:microsoft.com/office/officeart/2018/2/layout/IconVerticalSolidList"/>
    <dgm:cxn modelId="{22908FDD-8C10-4898-9318-2017769380C8}" type="presOf" srcId="{162C2E6A-8148-45EA-9BA7-73666E128CBD}" destId="{E9328FEA-FAC8-4860-9A6E-E04E2C1AFE56}" srcOrd="0" destOrd="0" presId="urn:microsoft.com/office/officeart/2018/2/layout/IconVerticalSolidList"/>
    <dgm:cxn modelId="{ADE0D002-1918-4703-B363-4A27BDEA6A26}" type="presParOf" srcId="{E9328FEA-FAC8-4860-9A6E-E04E2C1AFE56}" destId="{03644237-F7BA-4FA3-83DA-B2A6396A7D04}" srcOrd="0" destOrd="0" presId="urn:microsoft.com/office/officeart/2018/2/layout/IconVerticalSolidList"/>
    <dgm:cxn modelId="{A2DA9AD0-E761-442B-B99F-931BCE0780DE}" type="presParOf" srcId="{03644237-F7BA-4FA3-83DA-B2A6396A7D04}" destId="{963279DA-FFD0-44CE-BB26-309C802DB086}" srcOrd="0" destOrd="0" presId="urn:microsoft.com/office/officeart/2018/2/layout/IconVerticalSolidList"/>
    <dgm:cxn modelId="{D48EF5A3-B87D-4919-A1A6-CE3BDE13E187}" type="presParOf" srcId="{03644237-F7BA-4FA3-83DA-B2A6396A7D04}" destId="{AA48BB6B-9A6A-4E95-8DBE-65782AE6151C}" srcOrd="1" destOrd="0" presId="urn:microsoft.com/office/officeart/2018/2/layout/IconVerticalSolidList"/>
    <dgm:cxn modelId="{B555BDF2-2832-4935-9236-E3964600A0C8}" type="presParOf" srcId="{03644237-F7BA-4FA3-83DA-B2A6396A7D04}" destId="{169F0915-409E-4E16-AE03-468BA8C2FE37}" srcOrd="2" destOrd="0" presId="urn:microsoft.com/office/officeart/2018/2/layout/IconVerticalSolidList"/>
    <dgm:cxn modelId="{4FE31371-F9E7-4EAF-860C-67B8E2212354}" type="presParOf" srcId="{03644237-F7BA-4FA3-83DA-B2A6396A7D04}" destId="{7B80386A-9D77-43DB-86D1-4C035757338B}" srcOrd="3" destOrd="0" presId="urn:microsoft.com/office/officeart/2018/2/layout/IconVerticalSolidList"/>
    <dgm:cxn modelId="{0D7A488D-60C0-48EA-AFE8-A521CE84C42D}" type="presParOf" srcId="{E9328FEA-FAC8-4860-9A6E-E04E2C1AFE56}" destId="{C2743857-60D3-4900-8D1F-7C8952796D84}" srcOrd="1" destOrd="0" presId="urn:microsoft.com/office/officeart/2018/2/layout/IconVerticalSolidList"/>
    <dgm:cxn modelId="{E70C30F6-B9D9-4009-A664-9CF005927C62}" type="presParOf" srcId="{E9328FEA-FAC8-4860-9A6E-E04E2C1AFE56}" destId="{353E541D-F600-48AE-AEFE-7B7470802860}" srcOrd="2" destOrd="0" presId="urn:microsoft.com/office/officeart/2018/2/layout/IconVerticalSolidList"/>
    <dgm:cxn modelId="{FAB3FC8D-A457-41EC-84C5-E855F0AC797E}" type="presParOf" srcId="{353E541D-F600-48AE-AEFE-7B7470802860}" destId="{0F361190-5987-4E06-A6D8-FDD882CE2EA0}" srcOrd="0" destOrd="0" presId="urn:microsoft.com/office/officeart/2018/2/layout/IconVerticalSolidList"/>
    <dgm:cxn modelId="{DB83D709-173E-45C5-9F7E-D06F4C47CB33}" type="presParOf" srcId="{353E541D-F600-48AE-AEFE-7B7470802860}" destId="{0DA5C1A4-10DF-4B52-A05F-51829B24FAE6}" srcOrd="1" destOrd="0" presId="urn:microsoft.com/office/officeart/2018/2/layout/IconVerticalSolidList"/>
    <dgm:cxn modelId="{6ACC3BDD-3D46-4FE8-AC0F-C6DB17F2FB3B}" type="presParOf" srcId="{353E541D-F600-48AE-AEFE-7B7470802860}" destId="{448D41EB-7988-4292-B8A2-C59553DA2FDE}" srcOrd="2" destOrd="0" presId="urn:microsoft.com/office/officeart/2018/2/layout/IconVerticalSolidList"/>
    <dgm:cxn modelId="{211C194A-CF7B-4027-B5AA-4CBCF8B9F425}" type="presParOf" srcId="{353E541D-F600-48AE-AEFE-7B7470802860}" destId="{46EE3700-4AA2-4960-A58E-78F752502C19}" srcOrd="3" destOrd="0" presId="urn:microsoft.com/office/officeart/2018/2/layout/IconVerticalSolidList"/>
    <dgm:cxn modelId="{425001B8-3541-4B56-8CFD-718C14138344}" type="presParOf" srcId="{E9328FEA-FAC8-4860-9A6E-E04E2C1AFE56}" destId="{40C21B3A-EF49-461D-8E8D-0DAE5293A3E4}" srcOrd="3" destOrd="0" presId="urn:microsoft.com/office/officeart/2018/2/layout/IconVerticalSolidList"/>
    <dgm:cxn modelId="{8C0398D2-D28A-49C0-8A2F-8D62EE97F9A8}" type="presParOf" srcId="{E9328FEA-FAC8-4860-9A6E-E04E2C1AFE56}" destId="{5EB3E8FC-1A58-43ED-B8ED-5614889FEB5C}" srcOrd="4" destOrd="0" presId="urn:microsoft.com/office/officeart/2018/2/layout/IconVerticalSolidList"/>
    <dgm:cxn modelId="{E709FB73-180D-40DA-A13F-EE084D644AE4}" type="presParOf" srcId="{5EB3E8FC-1A58-43ED-B8ED-5614889FEB5C}" destId="{31115634-9E24-44D8-B892-B2F776D2AE08}" srcOrd="0" destOrd="0" presId="urn:microsoft.com/office/officeart/2018/2/layout/IconVerticalSolidList"/>
    <dgm:cxn modelId="{55342969-3FC4-4973-85A6-8C4655D249F9}" type="presParOf" srcId="{5EB3E8FC-1A58-43ED-B8ED-5614889FEB5C}" destId="{F6B47C5E-8083-46F9-A21C-97971C099598}" srcOrd="1" destOrd="0" presId="urn:microsoft.com/office/officeart/2018/2/layout/IconVerticalSolidList"/>
    <dgm:cxn modelId="{0B467663-AC73-488D-BC7D-6E4DCEBC2A82}" type="presParOf" srcId="{5EB3E8FC-1A58-43ED-B8ED-5614889FEB5C}" destId="{7D5876C0-494E-4963-81EF-D3DD75D8A49C}" srcOrd="2" destOrd="0" presId="urn:microsoft.com/office/officeart/2018/2/layout/IconVerticalSolidList"/>
    <dgm:cxn modelId="{783E7900-3A0D-4EF0-8F07-3861D0C7BE5D}" type="presParOf" srcId="{5EB3E8FC-1A58-43ED-B8ED-5614889FEB5C}" destId="{B5EC43ED-0D22-4A1B-8CED-C88AAA89C91C}" srcOrd="3" destOrd="0" presId="urn:microsoft.com/office/officeart/2018/2/layout/IconVerticalSolidList"/>
    <dgm:cxn modelId="{AF50C80D-3238-4F4F-B607-2444F3F624A1}" type="presParOf" srcId="{E9328FEA-FAC8-4860-9A6E-E04E2C1AFE56}" destId="{31DCEF82-72E6-416F-9A7C-1B20BDB29028}" srcOrd="5" destOrd="0" presId="urn:microsoft.com/office/officeart/2018/2/layout/IconVerticalSolidList"/>
    <dgm:cxn modelId="{85FDE5BC-6F22-4193-AA7E-2DE4DD743521}" type="presParOf" srcId="{E9328FEA-FAC8-4860-9A6E-E04E2C1AFE56}" destId="{1411530A-1E0D-48E0-9BD7-F43A80AE619A}" srcOrd="6" destOrd="0" presId="urn:microsoft.com/office/officeart/2018/2/layout/IconVerticalSolidList"/>
    <dgm:cxn modelId="{FFA7A971-53EF-45D2-ADCE-C7B3FA849F08}" type="presParOf" srcId="{1411530A-1E0D-48E0-9BD7-F43A80AE619A}" destId="{3A10FB5B-6AD0-423D-9999-BF790DE91146}" srcOrd="0" destOrd="0" presId="urn:microsoft.com/office/officeart/2018/2/layout/IconVerticalSolidList"/>
    <dgm:cxn modelId="{BC08ED9B-ADE3-4A90-9A46-655596DD9BD9}" type="presParOf" srcId="{1411530A-1E0D-48E0-9BD7-F43A80AE619A}" destId="{D67A3CB1-7BF9-47E3-8AF3-BAF5FCB7DD02}" srcOrd="1" destOrd="0" presId="urn:microsoft.com/office/officeart/2018/2/layout/IconVerticalSolidList"/>
    <dgm:cxn modelId="{73D47D0A-81F9-4332-998F-CB472B84D9B8}" type="presParOf" srcId="{1411530A-1E0D-48E0-9BD7-F43A80AE619A}" destId="{7719ABF3-715B-4E4D-8523-92801C59A52F}" srcOrd="2" destOrd="0" presId="urn:microsoft.com/office/officeart/2018/2/layout/IconVerticalSolidList"/>
    <dgm:cxn modelId="{79486B38-DE70-478F-B161-EC2308A4DC14}" type="presParOf" srcId="{1411530A-1E0D-48E0-9BD7-F43A80AE619A}" destId="{3E4613B7-1839-41CB-AE0C-660B73AC5580}" srcOrd="3" destOrd="0" presId="urn:microsoft.com/office/officeart/2018/2/layout/IconVerticalSolidList"/>
    <dgm:cxn modelId="{D371EE13-553D-43D5-93D2-C0B7C0E6AE82}" type="presParOf" srcId="{E9328FEA-FAC8-4860-9A6E-E04E2C1AFE56}" destId="{6EC6E9F5-6F71-4706-B7A4-176578513BD7}" srcOrd="7" destOrd="0" presId="urn:microsoft.com/office/officeart/2018/2/layout/IconVerticalSolidList"/>
    <dgm:cxn modelId="{A3D9E6A8-37E5-4F86-9777-F745EF8B5620}" type="presParOf" srcId="{E9328FEA-FAC8-4860-9A6E-E04E2C1AFE56}" destId="{09CE1805-17C1-49D5-A768-B8F53F1297B7}" srcOrd="8" destOrd="0" presId="urn:microsoft.com/office/officeart/2018/2/layout/IconVerticalSolidList"/>
    <dgm:cxn modelId="{5FA1D6D0-0D42-4D08-A70C-3540D83BE0CE}" type="presParOf" srcId="{09CE1805-17C1-49D5-A768-B8F53F1297B7}" destId="{77F5B1C7-03D7-4829-93BA-1695402870A6}" srcOrd="0" destOrd="0" presId="urn:microsoft.com/office/officeart/2018/2/layout/IconVerticalSolidList"/>
    <dgm:cxn modelId="{1B8678C4-6D69-49C3-B2D7-8FD5B46DF07E}" type="presParOf" srcId="{09CE1805-17C1-49D5-A768-B8F53F1297B7}" destId="{39F0E61E-5CFA-4ABC-AD4A-8C06D11F851F}" srcOrd="1" destOrd="0" presId="urn:microsoft.com/office/officeart/2018/2/layout/IconVerticalSolidList"/>
    <dgm:cxn modelId="{D1FB9F55-A3CB-43A8-8194-D7A8B4A30C45}" type="presParOf" srcId="{09CE1805-17C1-49D5-A768-B8F53F1297B7}" destId="{6E7E6C67-0CC4-4774-A4CC-A4D79869FBA5}" srcOrd="2" destOrd="0" presId="urn:microsoft.com/office/officeart/2018/2/layout/IconVerticalSolidList"/>
    <dgm:cxn modelId="{5F13D78B-70BB-4C5B-883A-7CB95789C3BE}" type="presParOf" srcId="{09CE1805-17C1-49D5-A768-B8F53F1297B7}" destId="{EB74F1F5-F680-4DD6-BD92-4D114BA6CFFF}" srcOrd="3" destOrd="0" presId="urn:microsoft.com/office/officeart/2018/2/layout/IconVerticalSolidList"/>
    <dgm:cxn modelId="{2C53685D-4AF1-4E06-A483-C016E377A6B2}" type="presParOf" srcId="{E9328FEA-FAC8-4860-9A6E-E04E2C1AFE56}" destId="{57425F1F-6C0C-4E70-9E0B-BC2028F60274}" srcOrd="9" destOrd="0" presId="urn:microsoft.com/office/officeart/2018/2/layout/IconVerticalSolidList"/>
    <dgm:cxn modelId="{BF24610A-3B24-45F9-8353-A9C42CE43E47}" type="presParOf" srcId="{E9328FEA-FAC8-4860-9A6E-E04E2C1AFE56}" destId="{0668ADA5-FE8C-48F4-B201-52A7232DC60C}" srcOrd="10" destOrd="0" presId="urn:microsoft.com/office/officeart/2018/2/layout/IconVerticalSolidList"/>
    <dgm:cxn modelId="{15406706-8B75-4E98-BA3E-F5359F4F8398}" type="presParOf" srcId="{0668ADA5-FE8C-48F4-B201-52A7232DC60C}" destId="{CBE8BD15-4E01-4F66-8A0B-79647F368DE2}" srcOrd="0" destOrd="0" presId="urn:microsoft.com/office/officeart/2018/2/layout/IconVerticalSolidList"/>
    <dgm:cxn modelId="{F4C73AB8-9F5C-457C-8057-9A65509D1A90}" type="presParOf" srcId="{0668ADA5-FE8C-48F4-B201-52A7232DC60C}" destId="{4CCE8AC2-A36C-4E03-B63D-122FCE39F6D4}" srcOrd="1" destOrd="0" presId="urn:microsoft.com/office/officeart/2018/2/layout/IconVerticalSolidList"/>
    <dgm:cxn modelId="{B773CBA8-0888-4497-9E02-C243ED5BEAA2}" type="presParOf" srcId="{0668ADA5-FE8C-48F4-B201-52A7232DC60C}" destId="{110448AB-EC7B-4732-8670-64DB34219B89}" srcOrd="2" destOrd="0" presId="urn:microsoft.com/office/officeart/2018/2/layout/IconVerticalSolidList"/>
    <dgm:cxn modelId="{492707D8-C706-4890-9ECC-28331F371392}" type="presParOf" srcId="{0668ADA5-FE8C-48F4-B201-52A7232DC60C}" destId="{8565B01C-55C6-4C4F-AD9E-2DA63F85F294}" srcOrd="3" destOrd="0" presId="urn:microsoft.com/office/officeart/2018/2/layout/IconVerticalSolidList"/>
    <dgm:cxn modelId="{391DCAE6-0D6C-41FF-A84F-533171915C1A}" type="presParOf" srcId="{E9328FEA-FAC8-4860-9A6E-E04E2C1AFE56}" destId="{32A57E55-9548-4C16-B625-E6B5DE1E5092}" srcOrd="11" destOrd="0" presId="urn:microsoft.com/office/officeart/2018/2/layout/IconVerticalSolidList"/>
    <dgm:cxn modelId="{65837847-27E2-403D-8BCA-8DE4E1AFBCB3}" type="presParOf" srcId="{E9328FEA-FAC8-4860-9A6E-E04E2C1AFE56}" destId="{0BF54B8B-821E-48D4-B779-19F742F9DC86}" srcOrd="12" destOrd="0" presId="urn:microsoft.com/office/officeart/2018/2/layout/IconVerticalSolidList"/>
    <dgm:cxn modelId="{52C863F4-91D9-4BFD-BFDD-2B351EB8C04A}" type="presParOf" srcId="{0BF54B8B-821E-48D4-B779-19F742F9DC86}" destId="{789AFB3A-DCDB-461D-BD1C-5C576A79D749}" srcOrd="0" destOrd="0" presId="urn:microsoft.com/office/officeart/2018/2/layout/IconVerticalSolidList"/>
    <dgm:cxn modelId="{C5993B7E-C279-4BA3-8468-4637E411812F}" type="presParOf" srcId="{0BF54B8B-821E-48D4-B779-19F742F9DC86}" destId="{2F369B40-9BF5-4CAD-942D-3BEBEE8DB1D7}" srcOrd="1" destOrd="0" presId="urn:microsoft.com/office/officeart/2018/2/layout/IconVerticalSolidList"/>
    <dgm:cxn modelId="{4AE9B3BE-4975-47B9-B9F7-B5144C6705E5}" type="presParOf" srcId="{0BF54B8B-821E-48D4-B779-19F742F9DC86}" destId="{C59A3530-FB0D-484C-B078-2AE5FBA0637A}" srcOrd="2" destOrd="0" presId="urn:microsoft.com/office/officeart/2018/2/layout/IconVerticalSolidList"/>
    <dgm:cxn modelId="{0E13B469-86B7-4516-AD99-2E6C076F34DB}" type="presParOf" srcId="{0BF54B8B-821E-48D4-B779-19F742F9DC86}" destId="{08DB4FD2-FC9A-4845-8AFB-55220AD49240}" srcOrd="3" destOrd="0" presId="urn:microsoft.com/office/officeart/2018/2/layout/IconVerticalSolidList"/>
    <dgm:cxn modelId="{DF7BB17E-F966-4632-87FB-0E7EB3CE9DF8}" type="presParOf" srcId="{E9328FEA-FAC8-4860-9A6E-E04E2C1AFE56}" destId="{6A0FE077-55ED-4191-AA34-846B0F777CF1}" srcOrd="13" destOrd="0" presId="urn:microsoft.com/office/officeart/2018/2/layout/IconVerticalSolidList"/>
    <dgm:cxn modelId="{06D5A868-473F-4EB0-95CC-FB036FE1DBCC}" type="presParOf" srcId="{E9328FEA-FAC8-4860-9A6E-E04E2C1AFE56}" destId="{7FE1F1D6-8C9C-4EB9-BA24-FA1BCD958590}" srcOrd="14" destOrd="0" presId="urn:microsoft.com/office/officeart/2018/2/layout/IconVerticalSolidList"/>
    <dgm:cxn modelId="{ED6B8342-0E77-4F46-B6F5-7FA146449572}" type="presParOf" srcId="{7FE1F1D6-8C9C-4EB9-BA24-FA1BCD958590}" destId="{4A062E4C-5CFA-4620-B662-C2CDE6CED0FF}" srcOrd="0" destOrd="0" presId="urn:microsoft.com/office/officeart/2018/2/layout/IconVerticalSolidList"/>
    <dgm:cxn modelId="{A678A7D3-E14B-4238-83F0-2235AE56E7C2}" type="presParOf" srcId="{7FE1F1D6-8C9C-4EB9-BA24-FA1BCD958590}" destId="{24B539A7-E682-4052-A0B5-71EFE8AB64D9}" srcOrd="1" destOrd="0" presId="urn:microsoft.com/office/officeart/2018/2/layout/IconVerticalSolidList"/>
    <dgm:cxn modelId="{C4CC3905-BF8F-4453-90FD-239AB58F20C8}" type="presParOf" srcId="{7FE1F1D6-8C9C-4EB9-BA24-FA1BCD958590}" destId="{519A0B92-621C-4BA7-B45C-C52A5CE0F74D}" srcOrd="2" destOrd="0" presId="urn:microsoft.com/office/officeart/2018/2/layout/IconVerticalSolidList"/>
    <dgm:cxn modelId="{A0E68366-644E-4CD3-B670-E299D8876B30}" type="presParOf" srcId="{7FE1F1D6-8C9C-4EB9-BA24-FA1BCD958590}" destId="{31EADC4C-E8E1-45FD-870D-3BCB01198D3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ADD902-AD71-4094-B3AF-444E4146D29D}" type="doc">
      <dgm:prSet loTypeId="urn:microsoft.com/office/officeart/2005/8/layout/vList2" loCatId="list" qsTypeId="urn:microsoft.com/office/officeart/2005/8/quickstyle/simple1#40" qsCatId="simple" csTypeId="urn:microsoft.com/office/officeart/2005/8/colors/accent1_2#37" csCatId="accent1"/>
      <dgm:spPr/>
      <dgm:t>
        <a:bodyPr/>
        <a:lstStyle/>
        <a:p>
          <a:endParaRPr lang="en-US"/>
        </a:p>
      </dgm:t>
    </dgm:pt>
    <dgm:pt modelId="{DA228274-43BA-4AA7-B36A-91781412825D}">
      <dgm:prSet/>
      <dgm:spPr/>
      <dgm:t>
        <a:bodyPr/>
        <a:lstStyle/>
        <a:p>
          <a:r>
            <a:rPr lang="en-US"/>
            <a:t>Amazon Transcribe converts spoken audio into text using Automatic Speech Recognition, or ASR.</a:t>
          </a:r>
        </a:p>
      </dgm:t>
    </dgm:pt>
    <dgm:pt modelId="{52BC82BD-F6BB-401A-88B2-1CF039DA0F71}" type="parTrans" cxnId="{7EA298C1-109B-4962-98BF-A61730D3449D}">
      <dgm:prSet/>
      <dgm:spPr/>
      <dgm:t>
        <a:bodyPr/>
        <a:lstStyle/>
        <a:p>
          <a:endParaRPr lang="en-US"/>
        </a:p>
      </dgm:t>
    </dgm:pt>
    <dgm:pt modelId="{63E49018-02C6-4886-85A8-D309673D4B91}" type="sibTrans" cxnId="{7EA298C1-109B-4962-98BF-A61730D3449D}">
      <dgm:prSet/>
      <dgm:spPr/>
      <dgm:t>
        <a:bodyPr/>
        <a:lstStyle/>
        <a:p>
          <a:endParaRPr lang="en-US"/>
        </a:p>
      </dgm:t>
    </dgm:pt>
    <dgm:pt modelId="{906C9576-BF89-4F80-8663-6D9E3DFE3BCD}">
      <dgm:prSet/>
      <dgm:spPr/>
      <dgm:t>
        <a:bodyPr/>
        <a:lstStyle/>
        <a:p>
          <a:r>
            <a:rPr lang="en-US"/>
            <a:t>It can be useful for customer-service recordings, meeting audio, closed captions, subtitles, and searchable media archives.</a:t>
          </a:r>
        </a:p>
      </dgm:t>
    </dgm:pt>
    <dgm:pt modelId="{61CF624F-01F5-4902-85CF-8FC80513644A}" type="parTrans" cxnId="{DFF214F7-CA4A-4065-99BD-BCEEBE91EC94}">
      <dgm:prSet/>
      <dgm:spPr/>
      <dgm:t>
        <a:bodyPr/>
        <a:lstStyle/>
        <a:p>
          <a:endParaRPr lang="en-US"/>
        </a:p>
      </dgm:t>
    </dgm:pt>
    <dgm:pt modelId="{37E2B8CA-CD4F-407F-8392-7B4B6217418F}" type="sibTrans" cxnId="{DFF214F7-CA4A-4065-99BD-BCEEBE91EC94}">
      <dgm:prSet/>
      <dgm:spPr/>
      <dgm:t>
        <a:bodyPr/>
        <a:lstStyle/>
        <a:p>
          <a:endParaRPr lang="en-US"/>
        </a:p>
      </dgm:t>
    </dgm:pt>
    <dgm:pt modelId="{52FB94B0-A157-40EA-80D9-EA2A89184D2B}">
      <dgm:prSet/>
      <dgm:spPr/>
      <dgm:t>
        <a:bodyPr/>
        <a:lstStyle/>
        <a:p>
          <a:r>
            <a:rPr lang="en-US"/>
            <a:t>Transcribe can automatically identify the language of multilingual audio and can also support PII redaction to remove sensitive information from transcripts.</a:t>
          </a:r>
        </a:p>
      </dgm:t>
    </dgm:pt>
    <dgm:pt modelId="{C8E500F7-2890-4AD1-A66A-ED2C76EA8527}" type="parTrans" cxnId="{2324DB30-1BEE-4A7D-965E-B9EDFA633D89}">
      <dgm:prSet/>
      <dgm:spPr/>
      <dgm:t>
        <a:bodyPr/>
        <a:lstStyle/>
        <a:p>
          <a:endParaRPr lang="en-US"/>
        </a:p>
      </dgm:t>
    </dgm:pt>
    <dgm:pt modelId="{DB58D25D-89C4-4E84-8377-7AE3407B3E99}" type="sibTrans" cxnId="{2324DB30-1BEE-4A7D-965E-B9EDFA633D89}">
      <dgm:prSet/>
      <dgm:spPr/>
      <dgm:t>
        <a:bodyPr/>
        <a:lstStyle/>
        <a:p>
          <a:endParaRPr lang="en-US"/>
        </a:p>
      </dgm:t>
    </dgm:pt>
    <dgm:pt modelId="{3C676D3D-9777-41BE-9EA5-D03EC0E4BCC8}">
      <dgm:prSet/>
      <dgm:spPr/>
      <dgm:t>
        <a:bodyPr/>
        <a:lstStyle/>
        <a:p>
          <a:r>
            <a:rPr lang="en-US"/>
            <a:t>Custom Vocabularies help recognize unusual words such as company names, technical terms, product names, or acronyms.</a:t>
          </a:r>
        </a:p>
      </dgm:t>
    </dgm:pt>
    <dgm:pt modelId="{3E42F300-37C4-4DE8-861B-7CAF866BEC60}" type="parTrans" cxnId="{5B4AA293-6166-46E6-9A13-A47A13B1C0C7}">
      <dgm:prSet/>
      <dgm:spPr/>
      <dgm:t>
        <a:bodyPr/>
        <a:lstStyle/>
        <a:p>
          <a:endParaRPr lang="en-US"/>
        </a:p>
      </dgm:t>
    </dgm:pt>
    <dgm:pt modelId="{6CBE67AF-164A-41A4-9459-503D24C4E67D}" type="sibTrans" cxnId="{5B4AA293-6166-46E6-9A13-A47A13B1C0C7}">
      <dgm:prSet/>
      <dgm:spPr/>
      <dgm:t>
        <a:bodyPr/>
        <a:lstStyle/>
        <a:p>
          <a:endParaRPr lang="en-US"/>
        </a:p>
      </dgm:t>
    </dgm:pt>
    <dgm:pt modelId="{D26E2E5B-4BCF-4A3D-BE27-39CED1543C16}">
      <dgm:prSet/>
      <dgm:spPr/>
      <dgm:t>
        <a:bodyPr/>
        <a:lstStyle/>
        <a:p>
          <a:r>
            <a:rPr lang="en-US"/>
            <a:t>Custom Language Models use domain-specific text to help Transcribe better understand the context of specialized speech.</a:t>
          </a:r>
        </a:p>
      </dgm:t>
    </dgm:pt>
    <dgm:pt modelId="{DD4E2BC7-81C5-42F0-AF09-F8B156DA9B6C}" type="parTrans" cxnId="{55FA2715-851B-4230-811C-CD4993D6882B}">
      <dgm:prSet/>
      <dgm:spPr/>
      <dgm:t>
        <a:bodyPr/>
        <a:lstStyle/>
        <a:p>
          <a:endParaRPr lang="en-US"/>
        </a:p>
      </dgm:t>
    </dgm:pt>
    <dgm:pt modelId="{0C168BA0-24C6-4156-BB31-F74A24763747}" type="sibTrans" cxnId="{55FA2715-851B-4230-811C-CD4993D6882B}">
      <dgm:prSet/>
      <dgm:spPr/>
      <dgm:t>
        <a:bodyPr/>
        <a:lstStyle/>
        <a:p>
          <a:endParaRPr lang="en-US"/>
        </a:p>
      </dgm:t>
    </dgm:pt>
    <dgm:pt modelId="{E82B2985-D0B2-47E2-81D1-8644546ECA84}">
      <dgm:prSet/>
      <dgm:spPr/>
      <dgm:t>
        <a:bodyPr/>
        <a:lstStyle/>
        <a:p>
          <a:r>
            <a:rPr lang="en-US"/>
            <a:t>The course also introduces toxicity detection, which evaluates speech using both spoken cues and text information to identify categories such as threats, profanity, insults, abuse, or hate speech.</a:t>
          </a:r>
        </a:p>
      </dgm:t>
    </dgm:pt>
    <dgm:pt modelId="{CD6ACB63-DCB5-49EA-93C7-423C1682E577}" type="parTrans" cxnId="{BC44F3B4-76AD-4944-9227-7405D2A6D8D4}">
      <dgm:prSet/>
      <dgm:spPr/>
      <dgm:t>
        <a:bodyPr/>
        <a:lstStyle/>
        <a:p>
          <a:endParaRPr lang="en-US"/>
        </a:p>
      </dgm:t>
    </dgm:pt>
    <dgm:pt modelId="{B2279F74-40F0-4333-AD68-C5961FD52D38}" type="sibTrans" cxnId="{BC44F3B4-76AD-4944-9227-7405D2A6D8D4}">
      <dgm:prSet/>
      <dgm:spPr/>
      <dgm:t>
        <a:bodyPr/>
        <a:lstStyle/>
        <a:p>
          <a:endParaRPr lang="en-US"/>
        </a:p>
      </dgm:t>
    </dgm:pt>
    <dgm:pt modelId="{D7DA8F07-3397-4543-9EAD-587481B4DA2D}">
      <dgm:prSet/>
      <dgm:spPr/>
      <dgm:t>
        <a:bodyPr/>
        <a:lstStyle/>
        <a:p>
          <a:r>
            <a:rPr lang="en-US"/>
            <a:t>Example:</a:t>
          </a:r>
        </a:p>
      </dgm:t>
    </dgm:pt>
    <dgm:pt modelId="{030AE96F-ECB7-4629-92C5-1052719A5B81}" type="parTrans" cxnId="{FDF8969B-620D-4B82-BE18-7E647FBD4CE7}">
      <dgm:prSet/>
      <dgm:spPr/>
      <dgm:t>
        <a:bodyPr/>
        <a:lstStyle/>
        <a:p>
          <a:endParaRPr lang="en-US"/>
        </a:p>
      </dgm:t>
    </dgm:pt>
    <dgm:pt modelId="{81D747BE-C77A-43AB-A5E4-ED9BBB54F8B4}" type="sibTrans" cxnId="{FDF8969B-620D-4B82-BE18-7E647FBD4CE7}">
      <dgm:prSet/>
      <dgm:spPr/>
      <dgm:t>
        <a:bodyPr/>
        <a:lstStyle/>
        <a:p>
          <a:endParaRPr lang="en-US"/>
        </a:p>
      </dgm:t>
    </dgm:pt>
    <dgm:pt modelId="{46C047F9-6E34-4C96-949B-30430E0F645B}">
      <dgm:prSet/>
      <dgm:spPr/>
      <dgm:t>
        <a:bodyPr/>
        <a:lstStyle/>
        <a:p>
          <a:r>
            <a:rPr lang="en-US"/>
            <a:t>A company could convert thousands of customer-support calls into searchable text before analyzing them with another AI service.</a:t>
          </a:r>
        </a:p>
      </dgm:t>
    </dgm:pt>
    <dgm:pt modelId="{37C99895-E246-421C-8569-5E1EBD7A4855}" type="parTrans" cxnId="{5375473E-1F71-4C79-8C5C-10353FDDF0D8}">
      <dgm:prSet/>
      <dgm:spPr/>
      <dgm:t>
        <a:bodyPr/>
        <a:lstStyle/>
        <a:p>
          <a:endParaRPr lang="en-US"/>
        </a:p>
      </dgm:t>
    </dgm:pt>
    <dgm:pt modelId="{5141E450-028C-408D-8709-887DA2CB5A88}" type="sibTrans" cxnId="{5375473E-1F71-4C79-8C5C-10353FDDF0D8}">
      <dgm:prSet/>
      <dgm:spPr/>
      <dgm:t>
        <a:bodyPr/>
        <a:lstStyle/>
        <a:p>
          <a:endParaRPr lang="en-US"/>
        </a:p>
      </dgm:t>
    </dgm:pt>
    <dgm:pt modelId="{AC620786-01D3-4711-824C-46C5A368400C}" type="pres">
      <dgm:prSet presAssocID="{07ADD902-AD71-4094-B3AF-444E4146D29D}" presName="linear" presStyleCnt="0">
        <dgm:presLayoutVars>
          <dgm:animLvl val="lvl"/>
          <dgm:resizeHandles val="exact"/>
        </dgm:presLayoutVars>
      </dgm:prSet>
      <dgm:spPr/>
    </dgm:pt>
    <dgm:pt modelId="{9C42DFA2-BDB1-4C82-A6A7-0D94A9ECCDCD}" type="pres">
      <dgm:prSet presAssocID="{DA228274-43BA-4AA7-B36A-91781412825D}" presName="parentText" presStyleLbl="node1" presStyleIdx="0" presStyleCnt="8">
        <dgm:presLayoutVars>
          <dgm:chMax val="0"/>
          <dgm:bulletEnabled val="1"/>
        </dgm:presLayoutVars>
      </dgm:prSet>
      <dgm:spPr/>
    </dgm:pt>
    <dgm:pt modelId="{0FDFC8B2-D1F3-470A-A4AF-96A80DDBB841}" type="pres">
      <dgm:prSet presAssocID="{63E49018-02C6-4886-85A8-D309673D4B91}" presName="spacer" presStyleCnt="0"/>
      <dgm:spPr/>
    </dgm:pt>
    <dgm:pt modelId="{F73158DC-0795-4B72-99BC-8C580BF82D2C}" type="pres">
      <dgm:prSet presAssocID="{906C9576-BF89-4F80-8663-6D9E3DFE3BCD}" presName="parentText" presStyleLbl="node1" presStyleIdx="1" presStyleCnt="8">
        <dgm:presLayoutVars>
          <dgm:chMax val="0"/>
          <dgm:bulletEnabled val="1"/>
        </dgm:presLayoutVars>
      </dgm:prSet>
      <dgm:spPr/>
    </dgm:pt>
    <dgm:pt modelId="{7EDA3FA4-BD73-404C-8882-BDD71B1F0028}" type="pres">
      <dgm:prSet presAssocID="{37E2B8CA-CD4F-407F-8392-7B4B6217418F}" presName="spacer" presStyleCnt="0"/>
      <dgm:spPr/>
    </dgm:pt>
    <dgm:pt modelId="{33E8162D-2037-435A-873C-BD7F6AB06FA5}" type="pres">
      <dgm:prSet presAssocID="{52FB94B0-A157-40EA-80D9-EA2A89184D2B}" presName="parentText" presStyleLbl="node1" presStyleIdx="2" presStyleCnt="8">
        <dgm:presLayoutVars>
          <dgm:chMax val="0"/>
          <dgm:bulletEnabled val="1"/>
        </dgm:presLayoutVars>
      </dgm:prSet>
      <dgm:spPr/>
    </dgm:pt>
    <dgm:pt modelId="{E1C5B422-D3F5-4727-B580-33EDF838A213}" type="pres">
      <dgm:prSet presAssocID="{DB58D25D-89C4-4E84-8377-7AE3407B3E99}" presName="spacer" presStyleCnt="0"/>
      <dgm:spPr/>
    </dgm:pt>
    <dgm:pt modelId="{1A56AF9E-8094-460A-9A5A-00F80CBDA322}" type="pres">
      <dgm:prSet presAssocID="{3C676D3D-9777-41BE-9EA5-D03EC0E4BCC8}" presName="parentText" presStyleLbl="node1" presStyleIdx="3" presStyleCnt="8">
        <dgm:presLayoutVars>
          <dgm:chMax val="0"/>
          <dgm:bulletEnabled val="1"/>
        </dgm:presLayoutVars>
      </dgm:prSet>
      <dgm:spPr/>
    </dgm:pt>
    <dgm:pt modelId="{DAA71530-7639-42DA-99CD-7F34CD6847F8}" type="pres">
      <dgm:prSet presAssocID="{6CBE67AF-164A-41A4-9459-503D24C4E67D}" presName="spacer" presStyleCnt="0"/>
      <dgm:spPr/>
    </dgm:pt>
    <dgm:pt modelId="{F54649F6-2E2E-4698-A954-9CA9784C108B}" type="pres">
      <dgm:prSet presAssocID="{D26E2E5B-4BCF-4A3D-BE27-39CED1543C16}" presName="parentText" presStyleLbl="node1" presStyleIdx="4" presStyleCnt="8">
        <dgm:presLayoutVars>
          <dgm:chMax val="0"/>
          <dgm:bulletEnabled val="1"/>
        </dgm:presLayoutVars>
      </dgm:prSet>
      <dgm:spPr/>
    </dgm:pt>
    <dgm:pt modelId="{D84F3161-9DB8-4D6E-86E5-8270B8B2087E}" type="pres">
      <dgm:prSet presAssocID="{0C168BA0-24C6-4156-BB31-F74A24763747}" presName="spacer" presStyleCnt="0"/>
      <dgm:spPr/>
    </dgm:pt>
    <dgm:pt modelId="{09F19805-47C9-4F31-94A6-440A7A059B93}" type="pres">
      <dgm:prSet presAssocID="{E82B2985-D0B2-47E2-81D1-8644546ECA84}" presName="parentText" presStyleLbl="node1" presStyleIdx="5" presStyleCnt="8">
        <dgm:presLayoutVars>
          <dgm:chMax val="0"/>
          <dgm:bulletEnabled val="1"/>
        </dgm:presLayoutVars>
      </dgm:prSet>
      <dgm:spPr/>
    </dgm:pt>
    <dgm:pt modelId="{187F591F-21A8-42EE-A291-6A60D2C06C3A}" type="pres">
      <dgm:prSet presAssocID="{B2279F74-40F0-4333-AD68-C5961FD52D38}" presName="spacer" presStyleCnt="0"/>
      <dgm:spPr/>
    </dgm:pt>
    <dgm:pt modelId="{4B3C85B1-7BD8-45FD-A45B-A6D2A82E1149}" type="pres">
      <dgm:prSet presAssocID="{D7DA8F07-3397-4543-9EAD-587481B4DA2D}" presName="parentText" presStyleLbl="node1" presStyleIdx="6" presStyleCnt="8">
        <dgm:presLayoutVars>
          <dgm:chMax val="0"/>
          <dgm:bulletEnabled val="1"/>
        </dgm:presLayoutVars>
      </dgm:prSet>
      <dgm:spPr/>
    </dgm:pt>
    <dgm:pt modelId="{FF165149-8B0A-490F-A0C2-55455BE4CB64}" type="pres">
      <dgm:prSet presAssocID="{81D747BE-C77A-43AB-A5E4-ED9BBB54F8B4}" presName="spacer" presStyleCnt="0"/>
      <dgm:spPr/>
    </dgm:pt>
    <dgm:pt modelId="{C57D6772-E4A7-40C5-98AC-66EA7D4880F2}" type="pres">
      <dgm:prSet presAssocID="{46C047F9-6E34-4C96-949B-30430E0F645B}" presName="parentText" presStyleLbl="node1" presStyleIdx="7" presStyleCnt="8">
        <dgm:presLayoutVars>
          <dgm:chMax val="0"/>
          <dgm:bulletEnabled val="1"/>
        </dgm:presLayoutVars>
      </dgm:prSet>
      <dgm:spPr/>
    </dgm:pt>
  </dgm:ptLst>
  <dgm:cxnLst>
    <dgm:cxn modelId="{B33C7901-0E05-433C-9C4C-CDD30EC520D8}" type="presOf" srcId="{D7DA8F07-3397-4543-9EAD-587481B4DA2D}" destId="{4B3C85B1-7BD8-45FD-A45B-A6D2A82E1149}" srcOrd="0" destOrd="0" presId="urn:microsoft.com/office/officeart/2005/8/layout/vList2"/>
    <dgm:cxn modelId="{4A18AC0B-49BB-4F4D-B866-8DF7643ECC88}" type="presOf" srcId="{906C9576-BF89-4F80-8663-6D9E3DFE3BCD}" destId="{F73158DC-0795-4B72-99BC-8C580BF82D2C}" srcOrd="0" destOrd="0" presId="urn:microsoft.com/office/officeart/2005/8/layout/vList2"/>
    <dgm:cxn modelId="{55FA2715-851B-4230-811C-CD4993D6882B}" srcId="{07ADD902-AD71-4094-B3AF-444E4146D29D}" destId="{D26E2E5B-4BCF-4A3D-BE27-39CED1543C16}" srcOrd="4" destOrd="0" parTransId="{DD4E2BC7-81C5-42F0-AF09-F8B156DA9B6C}" sibTransId="{0C168BA0-24C6-4156-BB31-F74A24763747}"/>
    <dgm:cxn modelId="{2324DB30-1BEE-4A7D-965E-B9EDFA633D89}" srcId="{07ADD902-AD71-4094-B3AF-444E4146D29D}" destId="{52FB94B0-A157-40EA-80D9-EA2A89184D2B}" srcOrd="2" destOrd="0" parTransId="{C8E500F7-2890-4AD1-A66A-ED2C76EA8527}" sibTransId="{DB58D25D-89C4-4E84-8377-7AE3407B3E99}"/>
    <dgm:cxn modelId="{5375473E-1F71-4C79-8C5C-10353FDDF0D8}" srcId="{07ADD902-AD71-4094-B3AF-444E4146D29D}" destId="{46C047F9-6E34-4C96-949B-30430E0F645B}" srcOrd="7" destOrd="0" parTransId="{37C99895-E246-421C-8569-5E1EBD7A4855}" sibTransId="{5141E450-028C-408D-8709-887DA2CB5A88}"/>
    <dgm:cxn modelId="{48256742-AA2E-4098-A51B-3583C54B18CC}" type="presOf" srcId="{D26E2E5B-4BCF-4A3D-BE27-39CED1543C16}" destId="{F54649F6-2E2E-4698-A954-9CA9784C108B}" srcOrd="0" destOrd="0" presId="urn:microsoft.com/office/officeart/2005/8/layout/vList2"/>
    <dgm:cxn modelId="{C7EA736E-4D85-4F96-9BFF-627B7324B27E}" type="presOf" srcId="{07ADD902-AD71-4094-B3AF-444E4146D29D}" destId="{AC620786-01D3-4711-824C-46C5A368400C}" srcOrd="0" destOrd="0" presId="urn:microsoft.com/office/officeart/2005/8/layout/vList2"/>
    <dgm:cxn modelId="{5B4AA293-6166-46E6-9A13-A47A13B1C0C7}" srcId="{07ADD902-AD71-4094-B3AF-444E4146D29D}" destId="{3C676D3D-9777-41BE-9EA5-D03EC0E4BCC8}" srcOrd="3" destOrd="0" parTransId="{3E42F300-37C4-4DE8-861B-7CAF866BEC60}" sibTransId="{6CBE67AF-164A-41A4-9459-503D24C4E67D}"/>
    <dgm:cxn modelId="{F0700898-A89D-4EA3-A8D2-6D81513356B9}" type="presOf" srcId="{46C047F9-6E34-4C96-949B-30430E0F645B}" destId="{C57D6772-E4A7-40C5-98AC-66EA7D4880F2}" srcOrd="0" destOrd="0" presId="urn:microsoft.com/office/officeart/2005/8/layout/vList2"/>
    <dgm:cxn modelId="{FDF8969B-620D-4B82-BE18-7E647FBD4CE7}" srcId="{07ADD902-AD71-4094-B3AF-444E4146D29D}" destId="{D7DA8F07-3397-4543-9EAD-587481B4DA2D}" srcOrd="6" destOrd="0" parTransId="{030AE96F-ECB7-4629-92C5-1052719A5B81}" sibTransId="{81D747BE-C77A-43AB-A5E4-ED9BBB54F8B4}"/>
    <dgm:cxn modelId="{BC44F3B4-76AD-4944-9227-7405D2A6D8D4}" srcId="{07ADD902-AD71-4094-B3AF-444E4146D29D}" destId="{E82B2985-D0B2-47E2-81D1-8644546ECA84}" srcOrd="5" destOrd="0" parTransId="{CD6ACB63-DCB5-49EA-93C7-423C1682E577}" sibTransId="{B2279F74-40F0-4333-AD68-C5961FD52D38}"/>
    <dgm:cxn modelId="{E3FF41BA-5C14-4BA5-93DE-2C9F60B003CB}" type="presOf" srcId="{3C676D3D-9777-41BE-9EA5-D03EC0E4BCC8}" destId="{1A56AF9E-8094-460A-9A5A-00F80CBDA322}" srcOrd="0" destOrd="0" presId="urn:microsoft.com/office/officeart/2005/8/layout/vList2"/>
    <dgm:cxn modelId="{7EA298C1-109B-4962-98BF-A61730D3449D}" srcId="{07ADD902-AD71-4094-B3AF-444E4146D29D}" destId="{DA228274-43BA-4AA7-B36A-91781412825D}" srcOrd="0" destOrd="0" parTransId="{52BC82BD-F6BB-401A-88B2-1CF039DA0F71}" sibTransId="{63E49018-02C6-4886-85A8-D309673D4B91}"/>
    <dgm:cxn modelId="{DF65C4C7-E86E-4654-B520-4FE69A12DB55}" type="presOf" srcId="{DA228274-43BA-4AA7-B36A-91781412825D}" destId="{9C42DFA2-BDB1-4C82-A6A7-0D94A9ECCDCD}" srcOrd="0" destOrd="0" presId="urn:microsoft.com/office/officeart/2005/8/layout/vList2"/>
    <dgm:cxn modelId="{81FF2ED0-1145-45B4-A467-170C82F1EDD3}" type="presOf" srcId="{E82B2985-D0B2-47E2-81D1-8644546ECA84}" destId="{09F19805-47C9-4F31-94A6-440A7A059B93}" srcOrd="0" destOrd="0" presId="urn:microsoft.com/office/officeart/2005/8/layout/vList2"/>
    <dgm:cxn modelId="{4010E3EA-518A-480D-BFCA-B2A6F9D24D81}" type="presOf" srcId="{52FB94B0-A157-40EA-80D9-EA2A89184D2B}" destId="{33E8162D-2037-435A-873C-BD7F6AB06FA5}" srcOrd="0" destOrd="0" presId="urn:microsoft.com/office/officeart/2005/8/layout/vList2"/>
    <dgm:cxn modelId="{DFF214F7-CA4A-4065-99BD-BCEEBE91EC94}" srcId="{07ADD902-AD71-4094-B3AF-444E4146D29D}" destId="{906C9576-BF89-4F80-8663-6D9E3DFE3BCD}" srcOrd="1" destOrd="0" parTransId="{61CF624F-01F5-4902-85CF-8FC80513644A}" sibTransId="{37E2B8CA-CD4F-407F-8392-7B4B6217418F}"/>
    <dgm:cxn modelId="{D12F2F1D-4658-4B05-AF1C-A1F44C11766A}" type="presParOf" srcId="{AC620786-01D3-4711-824C-46C5A368400C}" destId="{9C42DFA2-BDB1-4C82-A6A7-0D94A9ECCDCD}" srcOrd="0" destOrd="0" presId="urn:microsoft.com/office/officeart/2005/8/layout/vList2"/>
    <dgm:cxn modelId="{35F688ED-AEAF-45A3-8233-EC33FAC69A37}" type="presParOf" srcId="{AC620786-01D3-4711-824C-46C5A368400C}" destId="{0FDFC8B2-D1F3-470A-A4AF-96A80DDBB841}" srcOrd="1" destOrd="0" presId="urn:microsoft.com/office/officeart/2005/8/layout/vList2"/>
    <dgm:cxn modelId="{6B2F31E5-CCBC-4638-876B-7CA7D88E1ACF}" type="presParOf" srcId="{AC620786-01D3-4711-824C-46C5A368400C}" destId="{F73158DC-0795-4B72-99BC-8C580BF82D2C}" srcOrd="2" destOrd="0" presId="urn:microsoft.com/office/officeart/2005/8/layout/vList2"/>
    <dgm:cxn modelId="{EB791902-3812-4F78-A910-E50AA81546DE}" type="presParOf" srcId="{AC620786-01D3-4711-824C-46C5A368400C}" destId="{7EDA3FA4-BD73-404C-8882-BDD71B1F0028}" srcOrd="3" destOrd="0" presId="urn:microsoft.com/office/officeart/2005/8/layout/vList2"/>
    <dgm:cxn modelId="{E5552CC3-6F6E-4EE4-8C21-5939FEBB7D50}" type="presParOf" srcId="{AC620786-01D3-4711-824C-46C5A368400C}" destId="{33E8162D-2037-435A-873C-BD7F6AB06FA5}" srcOrd="4" destOrd="0" presId="urn:microsoft.com/office/officeart/2005/8/layout/vList2"/>
    <dgm:cxn modelId="{E399F78A-CF6B-4B86-9696-A8EBA2BA56FD}" type="presParOf" srcId="{AC620786-01D3-4711-824C-46C5A368400C}" destId="{E1C5B422-D3F5-4727-B580-33EDF838A213}" srcOrd="5" destOrd="0" presId="urn:microsoft.com/office/officeart/2005/8/layout/vList2"/>
    <dgm:cxn modelId="{61D2C186-A88D-4578-B1D2-888E9274760B}" type="presParOf" srcId="{AC620786-01D3-4711-824C-46C5A368400C}" destId="{1A56AF9E-8094-460A-9A5A-00F80CBDA322}" srcOrd="6" destOrd="0" presId="urn:microsoft.com/office/officeart/2005/8/layout/vList2"/>
    <dgm:cxn modelId="{1D09B714-E7F1-47F3-9710-B80C3159EF59}" type="presParOf" srcId="{AC620786-01D3-4711-824C-46C5A368400C}" destId="{DAA71530-7639-42DA-99CD-7F34CD6847F8}" srcOrd="7" destOrd="0" presId="urn:microsoft.com/office/officeart/2005/8/layout/vList2"/>
    <dgm:cxn modelId="{5F066906-4AD6-4894-BCD1-A1E247C6D0B8}" type="presParOf" srcId="{AC620786-01D3-4711-824C-46C5A368400C}" destId="{F54649F6-2E2E-4698-A954-9CA9784C108B}" srcOrd="8" destOrd="0" presId="urn:microsoft.com/office/officeart/2005/8/layout/vList2"/>
    <dgm:cxn modelId="{94B38D2A-B609-4FAA-B73E-ED361C2C60ED}" type="presParOf" srcId="{AC620786-01D3-4711-824C-46C5A368400C}" destId="{D84F3161-9DB8-4D6E-86E5-8270B8B2087E}" srcOrd="9" destOrd="0" presId="urn:microsoft.com/office/officeart/2005/8/layout/vList2"/>
    <dgm:cxn modelId="{2289A10A-62CF-4A83-978D-C601DEAB4EAB}" type="presParOf" srcId="{AC620786-01D3-4711-824C-46C5A368400C}" destId="{09F19805-47C9-4F31-94A6-440A7A059B93}" srcOrd="10" destOrd="0" presId="urn:microsoft.com/office/officeart/2005/8/layout/vList2"/>
    <dgm:cxn modelId="{1DC69B13-62BA-4EB8-94EF-48366A8C7A40}" type="presParOf" srcId="{AC620786-01D3-4711-824C-46C5A368400C}" destId="{187F591F-21A8-42EE-A291-6A60D2C06C3A}" srcOrd="11" destOrd="0" presId="urn:microsoft.com/office/officeart/2005/8/layout/vList2"/>
    <dgm:cxn modelId="{06E96B4F-9CEE-4E1E-8741-9DF738B734DF}" type="presParOf" srcId="{AC620786-01D3-4711-824C-46C5A368400C}" destId="{4B3C85B1-7BD8-45FD-A45B-A6D2A82E1149}" srcOrd="12" destOrd="0" presId="urn:microsoft.com/office/officeart/2005/8/layout/vList2"/>
    <dgm:cxn modelId="{6B8D5C64-6AD3-4530-B8F7-4932E465B86B}" type="presParOf" srcId="{AC620786-01D3-4711-824C-46C5A368400C}" destId="{FF165149-8B0A-490F-A0C2-55455BE4CB64}" srcOrd="13" destOrd="0" presId="urn:microsoft.com/office/officeart/2005/8/layout/vList2"/>
    <dgm:cxn modelId="{78E11033-9567-42BA-B4A0-6CC3BD2298F8}" type="presParOf" srcId="{AC620786-01D3-4711-824C-46C5A368400C}" destId="{C57D6772-E4A7-40C5-98AC-66EA7D4880F2}"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0F12D34-A16F-464B-A900-0BD8D45BDB10}" type="doc">
      <dgm:prSet loTypeId="urn:microsoft.com/office/officeart/2018/2/layout/IconVerticalSolidList" loCatId="icon" qsTypeId="urn:microsoft.com/office/officeart/2005/8/quickstyle/simple1#44" qsCatId="simple" csTypeId="urn:microsoft.com/office/officeart/2005/8/colors/accent1_2#42" csCatId="accent1" phldr="1"/>
      <dgm:spPr/>
      <dgm:t>
        <a:bodyPr/>
        <a:lstStyle/>
        <a:p>
          <a:endParaRPr lang="en-US"/>
        </a:p>
      </dgm:t>
    </dgm:pt>
    <dgm:pt modelId="{BCE5CDFE-F023-468C-B637-6D5E01FDE437}">
      <dgm:prSet/>
      <dgm:spPr/>
      <dgm:t>
        <a:bodyPr/>
        <a:lstStyle/>
        <a:p>
          <a:pPr>
            <a:lnSpc>
              <a:spcPct val="100000"/>
            </a:lnSpc>
          </a:pPr>
          <a:r>
            <a:rPr lang="en-US"/>
            <a:t>Amazon Comprehend is a fully managed Natural Language Processing service. It uses machine learning to find useful information and relationships inside text.</a:t>
          </a:r>
        </a:p>
      </dgm:t>
    </dgm:pt>
    <dgm:pt modelId="{2E6C27BE-BED4-4553-85B3-E66BF67A2BED}" type="parTrans" cxnId="{6F5EE0D3-C6F3-4897-8C28-5B69492FB40A}">
      <dgm:prSet/>
      <dgm:spPr/>
      <dgm:t>
        <a:bodyPr/>
        <a:lstStyle/>
        <a:p>
          <a:endParaRPr lang="en-US"/>
        </a:p>
      </dgm:t>
    </dgm:pt>
    <dgm:pt modelId="{1A2AACDF-02B5-4DF6-A46C-CFB6476FBF8B}" type="sibTrans" cxnId="{6F5EE0D3-C6F3-4897-8C28-5B69492FB40A}">
      <dgm:prSet/>
      <dgm:spPr/>
      <dgm:t>
        <a:bodyPr/>
        <a:lstStyle/>
        <a:p>
          <a:endParaRPr lang="en-US"/>
        </a:p>
      </dgm:t>
    </dgm:pt>
    <dgm:pt modelId="{01E0A488-FEEB-4BBC-8A26-36A79F25A358}">
      <dgm:prSet/>
      <dgm:spPr/>
      <dgm:t>
        <a:bodyPr/>
        <a:lstStyle/>
        <a:p>
          <a:pPr>
            <a:lnSpc>
              <a:spcPct val="100000"/>
            </a:lnSpc>
          </a:pPr>
          <a:r>
            <a:rPr lang="en-US"/>
            <a:t>It can detect the language of a document, identify important phrases, recognize people, places, organizations, brands, or events, and measure whether the sentiment is positive or negative.</a:t>
          </a:r>
        </a:p>
      </dgm:t>
    </dgm:pt>
    <dgm:pt modelId="{FD367B1A-A02B-483D-8E92-BF7B3E983F53}" type="parTrans" cxnId="{BA71814D-4C64-47A5-8C91-8146776917BD}">
      <dgm:prSet/>
      <dgm:spPr/>
      <dgm:t>
        <a:bodyPr/>
        <a:lstStyle/>
        <a:p>
          <a:endParaRPr lang="en-US"/>
        </a:p>
      </dgm:t>
    </dgm:pt>
    <dgm:pt modelId="{225C982B-FA62-46F4-AC1B-55FCA97172CB}" type="sibTrans" cxnId="{BA71814D-4C64-47A5-8C91-8146776917BD}">
      <dgm:prSet/>
      <dgm:spPr/>
      <dgm:t>
        <a:bodyPr/>
        <a:lstStyle/>
        <a:p>
          <a:endParaRPr lang="en-US"/>
        </a:p>
      </dgm:t>
    </dgm:pt>
    <dgm:pt modelId="{44E1F38E-2F43-4CE1-B1AC-FD3E97F19060}">
      <dgm:prSet/>
      <dgm:spPr/>
      <dgm:t>
        <a:bodyPr/>
        <a:lstStyle/>
        <a:p>
          <a:pPr>
            <a:lnSpc>
              <a:spcPct val="100000"/>
            </a:lnSpc>
          </a:pPr>
          <a:r>
            <a:rPr lang="en-US"/>
            <a:t>Custom Classification allows an organization to define its own categories. For example, customer emails could be classified as billing, technical support, refund request, or complaint.</a:t>
          </a:r>
        </a:p>
      </dgm:t>
    </dgm:pt>
    <dgm:pt modelId="{6B197B30-6A0B-4043-90B4-8816AEB8D4F4}" type="parTrans" cxnId="{5A3CE95C-7FEE-43C0-B96B-B705FA8C5FC4}">
      <dgm:prSet/>
      <dgm:spPr/>
      <dgm:t>
        <a:bodyPr/>
        <a:lstStyle/>
        <a:p>
          <a:endParaRPr lang="en-US"/>
        </a:p>
      </dgm:t>
    </dgm:pt>
    <dgm:pt modelId="{A89E5A46-C573-4A25-9C87-21F7ED72D87E}" type="sibTrans" cxnId="{5A3CE95C-7FEE-43C0-B96B-B705FA8C5FC4}">
      <dgm:prSet/>
      <dgm:spPr/>
      <dgm:t>
        <a:bodyPr/>
        <a:lstStyle/>
        <a:p>
          <a:endParaRPr lang="en-US"/>
        </a:p>
      </dgm:t>
    </dgm:pt>
    <dgm:pt modelId="{0DECC9FA-ABBF-4CAA-B757-5E40B1311EC3}">
      <dgm:prSet/>
      <dgm:spPr/>
      <dgm:t>
        <a:bodyPr/>
        <a:lstStyle/>
        <a:p>
          <a:pPr>
            <a:lnSpc>
              <a:spcPct val="100000"/>
            </a:lnSpc>
          </a:pPr>
          <a:r>
            <a:rPr lang="en-US"/>
            <a:t>Named Entity Recognition, or NER, identifies common entities such as people, locations, organizations, and dates.</a:t>
          </a:r>
        </a:p>
      </dgm:t>
    </dgm:pt>
    <dgm:pt modelId="{B43D74B0-51DD-499C-B644-F86A223424B6}" type="parTrans" cxnId="{0FDD5CE2-568E-475E-A46B-381F206B8574}">
      <dgm:prSet/>
      <dgm:spPr/>
      <dgm:t>
        <a:bodyPr/>
        <a:lstStyle/>
        <a:p>
          <a:endParaRPr lang="en-US"/>
        </a:p>
      </dgm:t>
    </dgm:pt>
    <dgm:pt modelId="{FA32B4C8-C1CA-44A3-9928-EA7BF6E0C2C0}" type="sibTrans" cxnId="{0FDD5CE2-568E-475E-A46B-381F206B8574}">
      <dgm:prSet/>
      <dgm:spPr/>
      <dgm:t>
        <a:bodyPr/>
        <a:lstStyle/>
        <a:p>
          <a:endParaRPr lang="en-US"/>
        </a:p>
      </dgm:t>
    </dgm:pt>
    <dgm:pt modelId="{7D224839-21A9-49D7-B9BE-ED130C20DBEC}">
      <dgm:prSet/>
      <dgm:spPr/>
      <dgm:t>
        <a:bodyPr/>
        <a:lstStyle/>
        <a:p>
          <a:pPr>
            <a:lnSpc>
              <a:spcPct val="100000"/>
            </a:lnSpc>
          </a:pPr>
          <a:r>
            <a:rPr lang="en-US"/>
            <a:t>Custom Entity Recognition goes further by learning business-specific entities. A company could train it to recognize policy numbers, product codes, or other internal terminology.</a:t>
          </a:r>
        </a:p>
      </dgm:t>
    </dgm:pt>
    <dgm:pt modelId="{B928F69B-7980-4BC0-8E9B-D7B9BDC1B04D}" type="parTrans" cxnId="{50109A77-8463-4E39-AC7B-257FAC2A6107}">
      <dgm:prSet/>
      <dgm:spPr/>
      <dgm:t>
        <a:bodyPr/>
        <a:lstStyle/>
        <a:p>
          <a:endParaRPr lang="en-US"/>
        </a:p>
      </dgm:t>
    </dgm:pt>
    <dgm:pt modelId="{AF2EE652-4F8B-4106-9961-1187CC8D5CC3}" type="sibTrans" cxnId="{50109A77-8463-4E39-AC7B-257FAC2A6107}">
      <dgm:prSet/>
      <dgm:spPr/>
      <dgm:t>
        <a:bodyPr/>
        <a:lstStyle/>
        <a:p>
          <a:endParaRPr lang="en-US"/>
        </a:p>
      </dgm:t>
    </dgm:pt>
    <dgm:pt modelId="{740418D3-6E9F-4C56-8E24-FE0EB38C38BC}">
      <dgm:prSet/>
      <dgm:spPr/>
      <dgm:t>
        <a:bodyPr/>
        <a:lstStyle/>
        <a:p>
          <a:pPr>
            <a:lnSpc>
              <a:spcPct val="100000"/>
            </a:lnSpc>
          </a:pPr>
          <a:r>
            <a:rPr lang="en-US"/>
            <a:t>Amazon Comprehend can work in both real-time and asynchronous batch workflows depending on the amount of data being processed.</a:t>
          </a:r>
        </a:p>
      </dgm:t>
    </dgm:pt>
    <dgm:pt modelId="{FC27BD5F-E845-4167-9055-947B8B29B5E5}" type="parTrans" cxnId="{73D653A8-B5C9-44B2-B053-0A67FB84FD54}">
      <dgm:prSet/>
      <dgm:spPr/>
      <dgm:t>
        <a:bodyPr/>
        <a:lstStyle/>
        <a:p>
          <a:endParaRPr lang="en-US"/>
        </a:p>
      </dgm:t>
    </dgm:pt>
    <dgm:pt modelId="{6EF6CE3A-196C-4DE0-AD29-FB0E3CE6FF64}" type="sibTrans" cxnId="{73D653A8-B5C9-44B2-B053-0A67FB84FD54}">
      <dgm:prSet/>
      <dgm:spPr/>
      <dgm:t>
        <a:bodyPr/>
        <a:lstStyle/>
        <a:p>
          <a:endParaRPr lang="en-US"/>
        </a:p>
      </dgm:t>
    </dgm:pt>
    <dgm:pt modelId="{CE682DAE-D82E-47AF-9D79-44C0BBA3ECC4}" type="pres">
      <dgm:prSet presAssocID="{50F12D34-A16F-464B-A900-0BD8D45BDB10}" presName="root" presStyleCnt="0">
        <dgm:presLayoutVars>
          <dgm:dir/>
          <dgm:resizeHandles val="exact"/>
        </dgm:presLayoutVars>
      </dgm:prSet>
      <dgm:spPr/>
    </dgm:pt>
    <dgm:pt modelId="{5A06B94C-94AE-447B-9C04-C98D9B40A2EB}" type="pres">
      <dgm:prSet presAssocID="{BCE5CDFE-F023-468C-B637-6D5E01FDE437}" presName="compNode" presStyleCnt="0"/>
      <dgm:spPr/>
    </dgm:pt>
    <dgm:pt modelId="{9D0E6CAE-BD2F-45FA-BD71-607CA957B864}" type="pres">
      <dgm:prSet presAssocID="{BCE5CDFE-F023-468C-B637-6D5E01FDE437}" presName="bgRect" presStyleLbl="bgShp" presStyleIdx="0" presStyleCnt="6"/>
      <dgm:spPr/>
    </dgm:pt>
    <dgm:pt modelId="{1670E5E7-0883-4D6E-9CE0-B01B4DDB8A05}" type="pres">
      <dgm:prSet presAssocID="{BCE5CDFE-F023-468C-B637-6D5E01FDE437}"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Processor"/>
        </a:ext>
      </dgm:extLst>
    </dgm:pt>
    <dgm:pt modelId="{255E080F-7A38-4490-9B52-643283EB7D19}" type="pres">
      <dgm:prSet presAssocID="{BCE5CDFE-F023-468C-B637-6D5E01FDE437}" presName="spaceRect" presStyleCnt="0"/>
      <dgm:spPr/>
    </dgm:pt>
    <dgm:pt modelId="{7AA561AB-3DDA-40BB-AEFA-A294C4AC7FB6}" type="pres">
      <dgm:prSet presAssocID="{BCE5CDFE-F023-468C-B637-6D5E01FDE437}" presName="parTx" presStyleLbl="revTx" presStyleIdx="0" presStyleCnt="6">
        <dgm:presLayoutVars>
          <dgm:chMax val="0"/>
          <dgm:chPref val="0"/>
        </dgm:presLayoutVars>
      </dgm:prSet>
      <dgm:spPr/>
    </dgm:pt>
    <dgm:pt modelId="{5F512693-C09C-4C63-AD83-A4F3A912D9D2}" type="pres">
      <dgm:prSet presAssocID="{1A2AACDF-02B5-4DF6-A46C-CFB6476FBF8B}" presName="sibTrans" presStyleCnt="0"/>
      <dgm:spPr/>
    </dgm:pt>
    <dgm:pt modelId="{9F0C993C-BFED-461D-BD86-4D75B6004B06}" type="pres">
      <dgm:prSet presAssocID="{01E0A488-FEEB-4BBC-8A26-36A79F25A358}" presName="compNode" presStyleCnt="0"/>
      <dgm:spPr/>
    </dgm:pt>
    <dgm:pt modelId="{20D04CF7-7D83-443F-B653-E80114DF53E8}" type="pres">
      <dgm:prSet presAssocID="{01E0A488-FEEB-4BBC-8A26-36A79F25A358}" presName="bgRect" presStyleLbl="bgShp" presStyleIdx="1" presStyleCnt="6"/>
      <dgm:spPr/>
    </dgm:pt>
    <dgm:pt modelId="{FB1DF6E5-818C-40FE-9666-08713D398BC0}" type="pres">
      <dgm:prSet presAssocID="{01E0A488-FEEB-4BBC-8A26-36A79F25A358}"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ubtitles"/>
        </a:ext>
      </dgm:extLst>
    </dgm:pt>
    <dgm:pt modelId="{A8F16210-AFAD-4D06-A3F7-14D47D81A0FB}" type="pres">
      <dgm:prSet presAssocID="{01E0A488-FEEB-4BBC-8A26-36A79F25A358}" presName="spaceRect" presStyleCnt="0"/>
      <dgm:spPr/>
    </dgm:pt>
    <dgm:pt modelId="{3583DF24-363C-44A1-924C-7991413D0804}" type="pres">
      <dgm:prSet presAssocID="{01E0A488-FEEB-4BBC-8A26-36A79F25A358}" presName="parTx" presStyleLbl="revTx" presStyleIdx="1" presStyleCnt="6">
        <dgm:presLayoutVars>
          <dgm:chMax val="0"/>
          <dgm:chPref val="0"/>
        </dgm:presLayoutVars>
      </dgm:prSet>
      <dgm:spPr/>
    </dgm:pt>
    <dgm:pt modelId="{E1E28023-BCAF-41B4-95CA-2927B0832926}" type="pres">
      <dgm:prSet presAssocID="{225C982B-FA62-46F4-AC1B-55FCA97172CB}" presName="sibTrans" presStyleCnt="0"/>
      <dgm:spPr/>
    </dgm:pt>
    <dgm:pt modelId="{BEB957F3-A9B2-4651-A16D-718DD8AF1603}" type="pres">
      <dgm:prSet presAssocID="{44E1F38E-2F43-4CE1-B1AC-FD3E97F19060}" presName="compNode" presStyleCnt="0"/>
      <dgm:spPr/>
    </dgm:pt>
    <dgm:pt modelId="{DEB2D62F-D799-4365-9965-2C0D66BDC132}" type="pres">
      <dgm:prSet presAssocID="{44E1F38E-2F43-4CE1-B1AC-FD3E97F19060}" presName="bgRect" presStyleLbl="bgShp" presStyleIdx="2" presStyleCnt="6"/>
      <dgm:spPr/>
    </dgm:pt>
    <dgm:pt modelId="{49996ECA-1980-4E56-BC51-843D8D067AC8}" type="pres">
      <dgm:prSet presAssocID="{44E1F38E-2F43-4CE1-B1AC-FD3E97F19060}"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Envelope"/>
        </a:ext>
      </dgm:extLst>
    </dgm:pt>
    <dgm:pt modelId="{957FCE65-8F83-441D-8D65-8BBF5654A4AA}" type="pres">
      <dgm:prSet presAssocID="{44E1F38E-2F43-4CE1-B1AC-FD3E97F19060}" presName="spaceRect" presStyleCnt="0"/>
      <dgm:spPr/>
    </dgm:pt>
    <dgm:pt modelId="{95EEB4D3-ECEC-40FB-9C4E-EBB06C877EA8}" type="pres">
      <dgm:prSet presAssocID="{44E1F38E-2F43-4CE1-B1AC-FD3E97F19060}" presName="parTx" presStyleLbl="revTx" presStyleIdx="2" presStyleCnt="6">
        <dgm:presLayoutVars>
          <dgm:chMax val="0"/>
          <dgm:chPref val="0"/>
        </dgm:presLayoutVars>
      </dgm:prSet>
      <dgm:spPr/>
    </dgm:pt>
    <dgm:pt modelId="{7CE65F44-6AB5-44A2-82F9-528253E35D64}" type="pres">
      <dgm:prSet presAssocID="{A89E5A46-C573-4A25-9C87-21F7ED72D87E}" presName="sibTrans" presStyleCnt="0"/>
      <dgm:spPr/>
    </dgm:pt>
    <dgm:pt modelId="{A911F0C5-AA50-4219-95B7-F0072D597036}" type="pres">
      <dgm:prSet presAssocID="{0DECC9FA-ABBF-4CAA-B757-5E40B1311EC3}" presName="compNode" presStyleCnt="0"/>
      <dgm:spPr/>
    </dgm:pt>
    <dgm:pt modelId="{F6020FB1-0E06-4B55-8E2C-F0886ED39895}" type="pres">
      <dgm:prSet presAssocID="{0DECC9FA-ABBF-4CAA-B757-5E40B1311EC3}" presName="bgRect" presStyleLbl="bgShp" presStyleIdx="3" presStyleCnt="6"/>
      <dgm:spPr/>
    </dgm:pt>
    <dgm:pt modelId="{53D6092F-BED7-491D-8A68-EE4BF20546A8}" type="pres">
      <dgm:prSet presAssocID="{0DECC9FA-ABBF-4CAA-B757-5E40B1311EC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nching Diagram"/>
        </a:ext>
      </dgm:extLst>
    </dgm:pt>
    <dgm:pt modelId="{9D95B762-71D1-46FE-9EA7-C281F1AF31BC}" type="pres">
      <dgm:prSet presAssocID="{0DECC9FA-ABBF-4CAA-B757-5E40B1311EC3}" presName="spaceRect" presStyleCnt="0"/>
      <dgm:spPr/>
    </dgm:pt>
    <dgm:pt modelId="{F8CDC5AE-5FF5-4726-AC43-CDED83E05352}" type="pres">
      <dgm:prSet presAssocID="{0DECC9FA-ABBF-4CAA-B757-5E40B1311EC3}" presName="parTx" presStyleLbl="revTx" presStyleIdx="3" presStyleCnt="6">
        <dgm:presLayoutVars>
          <dgm:chMax val="0"/>
          <dgm:chPref val="0"/>
        </dgm:presLayoutVars>
      </dgm:prSet>
      <dgm:spPr/>
    </dgm:pt>
    <dgm:pt modelId="{1D8430B5-BE53-45C0-8414-C817E9CE27F7}" type="pres">
      <dgm:prSet presAssocID="{FA32B4C8-C1CA-44A3-9928-EA7BF6E0C2C0}" presName="sibTrans" presStyleCnt="0"/>
      <dgm:spPr/>
    </dgm:pt>
    <dgm:pt modelId="{F1C6994A-A37D-4260-8D2A-FDCC8428BE11}" type="pres">
      <dgm:prSet presAssocID="{7D224839-21A9-49D7-B9BE-ED130C20DBEC}" presName="compNode" presStyleCnt="0"/>
      <dgm:spPr/>
    </dgm:pt>
    <dgm:pt modelId="{F4D5798C-BB83-44E7-B62E-9D29B64D8EB5}" type="pres">
      <dgm:prSet presAssocID="{7D224839-21A9-49D7-B9BE-ED130C20DBEC}" presName="bgRect" presStyleLbl="bgShp" presStyleIdx="4" presStyleCnt="6"/>
      <dgm:spPr/>
    </dgm:pt>
    <dgm:pt modelId="{B5B99FFB-FE2D-4A93-9A84-F5A74AB0E5E0}" type="pres">
      <dgm:prSet presAssocID="{7D224839-21A9-49D7-B9BE-ED130C20DBEC}"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Train"/>
        </a:ext>
      </dgm:extLst>
    </dgm:pt>
    <dgm:pt modelId="{245F1D76-1F9C-4D98-A9BA-C685F0A533B9}" type="pres">
      <dgm:prSet presAssocID="{7D224839-21A9-49D7-B9BE-ED130C20DBEC}" presName="spaceRect" presStyleCnt="0"/>
      <dgm:spPr/>
    </dgm:pt>
    <dgm:pt modelId="{BF3CF916-D91B-479B-B293-6E4FA6DE6F3A}" type="pres">
      <dgm:prSet presAssocID="{7D224839-21A9-49D7-B9BE-ED130C20DBEC}" presName="parTx" presStyleLbl="revTx" presStyleIdx="4" presStyleCnt="6">
        <dgm:presLayoutVars>
          <dgm:chMax val="0"/>
          <dgm:chPref val="0"/>
        </dgm:presLayoutVars>
      </dgm:prSet>
      <dgm:spPr/>
    </dgm:pt>
    <dgm:pt modelId="{E1AF416E-A5DE-4D3C-ABE8-96B1660AE94D}" type="pres">
      <dgm:prSet presAssocID="{AF2EE652-4F8B-4106-9961-1187CC8D5CC3}" presName="sibTrans" presStyleCnt="0"/>
      <dgm:spPr/>
    </dgm:pt>
    <dgm:pt modelId="{0D8BD1B1-1783-4910-9D18-B65F038A4999}" type="pres">
      <dgm:prSet presAssocID="{740418D3-6E9F-4C56-8E24-FE0EB38C38BC}" presName="compNode" presStyleCnt="0"/>
      <dgm:spPr/>
    </dgm:pt>
    <dgm:pt modelId="{EFBD09E3-ED33-488E-BFBD-1B13CD965CFB}" type="pres">
      <dgm:prSet presAssocID="{740418D3-6E9F-4C56-8E24-FE0EB38C38BC}" presName="bgRect" presStyleLbl="bgShp" presStyleIdx="5" presStyleCnt="6"/>
      <dgm:spPr/>
    </dgm:pt>
    <dgm:pt modelId="{6CD160A5-27A2-4770-B831-C8A826E47FED}" type="pres">
      <dgm:prSet presAssocID="{740418D3-6E9F-4C56-8E24-FE0EB38C38BC}"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DC890642-7037-4EEE-968E-7B9E149A827F}" type="pres">
      <dgm:prSet presAssocID="{740418D3-6E9F-4C56-8E24-FE0EB38C38BC}" presName="spaceRect" presStyleCnt="0"/>
      <dgm:spPr/>
    </dgm:pt>
    <dgm:pt modelId="{0DA9603C-A11C-4AAB-8DB5-B6D7DFD8033E}" type="pres">
      <dgm:prSet presAssocID="{740418D3-6E9F-4C56-8E24-FE0EB38C38BC}" presName="parTx" presStyleLbl="revTx" presStyleIdx="5" presStyleCnt="6">
        <dgm:presLayoutVars>
          <dgm:chMax val="0"/>
          <dgm:chPref val="0"/>
        </dgm:presLayoutVars>
      </dgm:prSet>
      <dgm:spPr/>
    </dgm:pt>
  </dgm:ptLst>
  <dgm:cxnLst>
    <dgm:cxn modelId="{CEEE7210-C619-4CEE-B85F-4BCCBA80B8A1}" type="presOf" srcId="{740418D3-6E9F-4C56-8E24-FE0EB38C38BC}" destId="{0DA9603C-A11C-4AAB-8DB5-B6D7DFD8033E}" srcOrd="0" destOrd="0" presId="urn:microsoft.com/office/officeart/2018/2/layout/IconVerticalSolidList"/>
    <dgm:cxn modelId="{692B2F29-C6D1-48EA-9556-81B762FDBC19}" type="presOf" srcId="{7D224839-21A9-49D7-B9BE-ED130C20DBEC}" destId="{BF3CF916-D91B-479B-B293-6E4FA6DE6F3A}" srcOrd="0" destOrd="0" presId="urn:microsoft.com/office/officeart/2018/2/layout/IconVerticalSolidList"/>
    <dgm:cxn modelId="{7E046830-E304-4BA2-9762-B81CA58B7F99}" type="presOf" srcId="{50F12D34-A16F-464B-A900-0BD8D45BDB10}" destId="{CE682DAE-D82E-47AF-9D79-44C0BBA3ECC4}" srcOrd="0" destOrd="0" presId="urn:microsoft.com/office/officeart/2018/2/layout/IconVerticalSolidList"/>
    <dgm:cxn modelId="{5A3CE95C-7FEE-43C0-B96B-B705FA8C5FC4}" srcId="{50F12D34-A16F-464B-A900-0BD8D45BDB10}" destId="{44E1F38E-2F43-4CE1-B1AC-FD3E97F19060}" srcOrd="2" destOrd="0" parTransId="{6B197B30-6A0B-4043-90B4-8816AEB8D4F4}" sibTransId="{A89E5A46-C573-4A25-9C87-21F7ED72D87E}"/>
    <dgm:cxn modelId="{BA71814D-4C64-47A5-8C91-8146776917BD}" srcId="{50F12D34-A16F-464B-A900-0BD8D45BDB10}" destId="{01E0A488-FEEB-4BBC-8A26-36A79F25A358}" srcOrd="1" destOrd="0" parTransId="{FD367B1A-A02B-483D-8E92-BF7B3E983F53}" sibTransId="{225C982B-FA62-46F4-AC1B-55FCA97172CB}"/>
    <dgm:cxn modelId="{81F1DF6D-4E77-4E73-BF43-8B8E870DBE16}" type="presOf" srcId="{01E0A488-FEEB-4BBC-8A26-36A79F25A358}" destId="{3583DF24-363C-44A1-924C-7991413D0804}" srcOrd="0" destOrd="0" presId="urn:microsoft.com/office/officeart/2018/2/layout/IconVerticalSolidList"/>
    <dgm:cxn modelId="{50109A77-8463-4E39-AC7B-257FAC2A6107}" srcId="{50F12D34-A16F-464B-A900-0BD8D45BDB10}" destId="{7D224839-21A9-49D7-B9BE-ED130C20DBEC}" srcOrd="4" destOrd="0" parTransId="{B928F69B-7980-4BC0-8E9B-D7B9BDC1B04D}" sibTransId="{AF2EE652-4F8B-4106-9961-1187CC8D5CC3}"/>
    <dgm:cxn modelId="{10721F90-6467-4D76-AE06-29328DA4775D}" type="presOf" srcId="{0DECC9FA-ABBF-4CAA-B757-5E40B1311EC3}" destId="{F8CDC5AE-5FF5-4726-AC43-CDED83E05352}" srcOrd="0" destOrd="0" presId="urn:microsoft.com/office/officeart/2018/2/layout/IconVerticalSolidList"/>
    <dgm:cxn modelId="{F6718896-1895-4CE0-8EA2-F521689A5ED6}" type="presOf" srcId="{44E1F38E-2F43-4CE1-B1AC-FD3E97F19060}" destId="{95EEB4D3-ECEC-40FB-9C4E-EBB06C877EA8}" srcOrd="0" destOrd="0" presId="urn:microsoft.com/office/officeart/2018/2/layout/IconVerticalSolidList"/>
    <dgm:cxn modelId="{73D653A8-B5C9-44B2-B053-0A67FB84FD54}" srcId="{50F12D34-A16F-464B-A900-0BD8D45BDB10}" destId="{740418D3-6E9F-4C56-8E24-FE0EB38C38BC}" srcOrd="5" destOrd="0" parTransId="{FC27BD5F-E845-4167-9055-947B8B29B5E5}" sibTransId="{6EF6CE3A-196C-4DE0-AD29-FB0E3CE6FF64}"/>
    <dgm:cxn modelId="{6F5EE0D3-C6F3-4897-8C28-5B69492FB40A}" srcId="{50F12D34-A16F-464B-A900-0BD8D45BDB10}" destId="{BCE5CDFE-F023-468C-B637-6D5E01FDE437}" srcOrd="0" destOrd="0" parTransId="{2E6C27BE-BED4-4553-85B3-E66BF67A2BED}" sibTransId="{1A2AACDF-02B5-4DF6-A46C-CFB6476FBF8B}"/>
    <dgm:cxn modelId="{EE4383DF-F430-4B2E-A0C1-322B31F69979}" type="presOf" srcId="{BCE5CDFE-F023-468C-B637-6D5E01FDE437}" destId="{7AA561AB-3DDA-40BB-AEFA-A294C4AC7FB6}" srcOrd="0" destOrd="0" presId="urn:microsoft.com/office/officeart/2018/2/layout/IconVerticalSolidList"/>
    <dgm:cxn modelId="{0FDD5CE2-568E-475E-A46B-381F206B8574}" srcId="{50F12D34-A16F-464B-A900-0BD8D45BDB10}" destId="{0DECC9FA-ABBF-4CAA-B757-5E40B1311EC3}" srcOrd="3" destOrd="0" parTransId="{B43D74B0-51DD-499C-B644-F86A223424B6}" sibTransId="{FA32B4C8-C1CA-44A3-9928-EA7BF6E0C2C0}"/>
    <dgm:cxn modelId="{9E03D214-1A19-4420-BA74-58B473261BAB}" type="presParOf" srcId="{CE682DAE-D82E-47AF-9D79-44C0BBA3ECC4}" destId="{5A06B94C-94AE-447B-9C04-C98D9B40A2EB}" srcOrd="0" destOrd="0" presId="urn:microsoft.com/office/officeart/2018/2/layout/IconVerticalSolidList"/>
    <dgm:cxn modelId="{0C07BAC0-CCD4-45F7-9F38-764F73AA262A}" type="presParOf" srcId="{5A06B94C-94AE-447B-9C04-C98D9B40A2EB}" destId="{9D0E6CAE-BD2F-45FA-BD71-607CA957B864}" srcOrd="0" destOrd="0" presId="urn:microsoft.com/office/officeart/2018/2/layout/IconVerticalSolidList"/>
    <dgm:cxn modelId="{4E14990B-BA8A-4751-A3C1-A2BBBC58E79D}" type="presParOf" srcId="{5A06B94C-94AE-447B-9C04-C98D9B40A2EB}" destId="{1670E5E7-0883-4D6E-9CE0-B01B4DDB8A05}" srcOrd="1" destOrd="0" presId="urn:microsoft.com/office/officeart/2018/2/layout/IconVerticalSolidList"/>
    <dgm:cxn modelId="{B49A13EE-ADC8-454C-8E44-D079250ECB10}" type="presParOf" srcId="{5A06B94C-94AE-447B-9C04-C98D9B40A2EB}" destId="{255E080F-7A38-4490-9B52-643283EB7D19}" srcOrd="2" destOrd="0" presId="urn:microsoft.com/office/officeart/2018/2/layout/IconVerticalSolidList"/>
    <dgm:cxn modelId="{8707BAF1-AD18-476C-879A-C4415F64479F}" type="presParOf" srcId="{5A06B94C-94AE-447B-9C04-C98D9B40A2EB}" destId="{7AA561AB-3DDA-40BB-AEFA-A294C4AC7FB6}" srcOrd="3" destOrd="0" presId="urn:microsoft.com/office/officeart/2018/2/layout/IconVerticalSolidList"/>
    <dgm:cxn modelId="{C3D564F6-E1B4-4FE1-86A7-263E25F9351C}" type="presParOf" srcId="{CE682DAE-D82E-47AF-9D79-44C0BBA3ECC4}" destId="{5F512693-C09C-4C63-AD83-A4F3A912D9D2}" srcOrd="1" destOrd="0" presId="urn:microsoft.com/office/officeart/2018/2/layout/IconVerticalSolidList"/>
    <dgm:cxn modelId="{ADC6B381-B419-4C39-9499-F5F9411884BB}" type="presParOf" srcId="{CE682DAE-D82E-47AF-9D79-44C0BBA3ECC4}" destId="{9F0C993C-BFED-461D-BD86-4D75B6004B06}" srcOrd="2" destOrd="0" presId="urn:microsoft.com/office/officeart/2018/2/layout/IconVerticalSolidList"/>
    <dgm:cxn modelId="{A4625086-8C28-420E-B457-AC476BF5B8FB}" type="presParOf" srcId="{9F0C993C-BFED-461D-BD86-4D75B6004B06}" destId="{20D04CF7-7D83-443F-B653-E80114DF53E8}" srcOrd="0" destOrd="0" presId="urn:microsoft.com/office/officeart/2018/2/layout/IconVerticalSolidList"/>
    <dgm:cxn modelId="{9DE4E2CA-10D7-44C7-B2B2-0427D29EA8F2}" type="presParOf" srcId="{9F0C993C-BFED-461D-BD86-4D75B6004B06}" destId="{FB1DF6E5-818C-40FE-9666-08713D398BC0}" srcOrd="1" destOrd="0" presId="urn:microsoft.com/office/officeart/2018/2/layout/IconVerticalSolidList"/>
    <dgm:cxn modelId="{26D3DC19-2E0E-4DB9-9D3D-3F2272C0CDA2}" type="presParOf" srcId="{9F0C993C-BFED-461D-BD86-4D75B6004B06}" destId="{A8F16210-AFAD-4D06-A3F7-14D47D81A0FB}" srcOrd="2" destOrd="0" presId="urn:microsoft.com/office/officeart/2018/2/layout/IconVerticalSolidList"/>
    <dgm:cxn modelId="{D33F5FD6-D189-461C-A034-9912A1ADFB72}" type="presParOf" srcId="{9F0C993C-BFED-461D-BD86-4D75B6004B06}" destId="{3583DF24-363C-44A1-924C-7991413D0804}" srcOrd="3" destOrd="0" presId="urn:microsoft.com/office/officeart/2018/2/layout/IconVerticalSolidList"/>
    <dgm:cxn modelId="{7BC09732-BF89-4183-BB3B-5D6175285806}" type="presParOf" srcId="{CE682DAE-D82E-47AF-9D79-44C0BBA3ECC4}" destId="{E1E28023-BCAF-41B4-95CA-2927B0832926}" srcOrd="3" destOrd="0" presId="urn:microsoft.com/office/officeart/2018/2/layout/IconVerticalSolidList"/>
    <dgm:cxn modelId="{4C3DD936-A0F8-4C64-A10C-BBFBC37D5E51}" type="presParOf" srcId="{CE682DAE-D82E-47AF-9D79-44C0BBA3ECC4}" destId="{BEB957F3-A9B2-4651-A16D-718DD8AF1603}" srcOrd="4" destOrd="0" presId="urn:microsoft.com/office/officeart/2018/2/layout/IconVerticalSolidList"/>
    <dgm:cxn modelId="{1A0AB7F9-46F7-4C12-A7FD-52165F64D248}" type="presParOf" srcId="{BEB957F3-A9B2-4651-A16D-718DD8AF1603}" destId="{DEB2D62F-D799-4365-9965-2C0D66BDC132}" srcOrd="0" destOrd="0" presId="urn:microsoft.com/office/officeart/2018/2/layout/IconVerticalSolidList"/>
    <dgm:cxn modelId="{C9CD02D9-FA3C-4355-824E-5E15FFAD5872}" type="presParOf" srcId="{BEB957F3-A9B2-4651-A16D-718DD8AF1603}" destId="{49996ECA-1980-4E56-BC51-843D8D067AC8}" srcOrd="1" destOrd="0" presId="urn:microsoft.com/office/officeart/2018/2/layout/IconVerticalSolidList"/>
    <dgm:cxn modelId="{EF931887-690F-43EF-BBEB-F4DB04C1315E}" type="presParOf" srcId="{BEB957F3-A9B2-4651-A16D-718DD8AF1603}" destId="{957FCE65-8F83-441D-8D65-8BBF5654A4AA}" srcOrd="2" destOrd="0" presId="urn:microsoft.com/office/officeart/2018/2/layout/IconVerticalSolidList"/>
    <dgm:cxn modelId="{C1864544-93EA-4C83-B698-D1D8EC25BE4B}" type="presParOf" srcId="{BEB957F3-A9B2-4651-A16D-718DD8AF1603}" destId="{95EEB4D3-ECEC-40FB-9C4E-EBB06C877EA8}" srcOrd="3" destOrd="0" presId="urn:microsoft.com/office/officeart/2018/2/layout/IconVerticalSolidList"/>
    <dgm:cxn modelId="{EAC97C34-AF99-4154-99E5-DBC51315B341}" type="presParOf" srcId="{CE682DAE-D82E-47AF-9D79-44C0BBA3ECC4}" destId="{7CE65F44-6AB5-44A2-82F9-528253E35D64}" srcOrd="5" destOrd="0" presId="urn:microsoft.com/office/officeart/2018/2/layout/IconVerticalSolidList"/>
    <dgm:cxn modelId="{17242197-F1E9-4298-B26A-BD8A0580BC3E}" type="presParOf" srcId="{CE682DAE-D82E-47AF-9D79-44C0BBA3ECC4}" destId="{A911F0C5-AA50-4219-95B7-F0072D597036}" srcOrd="6" destOrd="0" presId="urn:microsoft.com/office/officeart/2018/2/layout/IconVerticalSolidList"/>
    <dgm:cxn modelId="{3F473D57-937C-436C-BC05-1BA401FAEE31}" type="presParOf" srcId="{A911F0C5-AA50-4219-95B7-F0072D597036}" destId="{F6020FB1-0E06-4B55-8E2C-F0886ED39895}" srcOrd="0" destOrd="0" presId="urn:microsoft.com/office/officeart/2018/2/layout/IconVerticalSolidList"/>
    <dgm:cxn modelId="{99B1FDB7-20C5-4627-A298-4FD9523DBD90}" type="presParOf" srcId="{A911F0C5-AA50-4219-95B7-F0072D597036}" destId="{53D6092F-BED7-491D-8A68-EE4BF20546A8}" srcOrd="1" destOrd="0" presId="urn:microsoft.com/office/officeart/2018/2/layout/IconVerticalSolidList"/>
    <dgm:cxn modelId="{7D096144-B4EA-404E-94A7-AEEA93E6F185}" type="presParOf" srcId="{A911F0C5-AA50-4219-95B7-F0072D597036}" destId="{9D95B762-71D1-46FE-9EA7-C281F1AF31BC}" srcOrd="2" destOrd="0" presId="urn:microsoft.com/office/officeart/2018/2/layout/IconVerticalSolidList"/>
    <dgm:cxn modelId="{8927A9D1-2F89-4F4B-B579-300811E4E47B}" type="presParOf" srcId="{A911F0C5-AA50-4219-95B7-F0072D597036}" destId="{F8CDC5AE-5FF5-4726-AC43-CDED83E05352}" srcOrd="3" destOrd="0" presId="urn:microsoft.com/office/officeart/2018/2/layout/IconVerticalSolidList"/>
    <dgm:cxn modelId="{3248A677-068B-407B-812B-C19DD0C0AE64}" type="presParOf" srcId="{CE682DAE-D82E-47AF-9D79-44C0BBA3ECC4}" destId="{1D8430B5-BE53-45C0-8414-C817E9CE27F7}" srcOrd="7" destOrd="0" presId="urn:microsoft.com/office/officeart/2018/2/layout/IconVerticalSolidList"/>
    <dgm:cxn modelId="{FC1F223E-0C02-44FC-A46E-6E6DBF49E524}" type="presParOf" srcId="{CE682DAE-D82E-47AF-9D79-44C0BBA3ECC4}" destId="{F1C6994A-A37D-4260-8D2A-FDCC8428BE11}" srcOrd="8" destOrd="0" presId="urn:microsoft.com/office/officeart/2018/2/layout/IconVerticalSolidList"/>
    <dgm:cxn modelId="{809452CF-C949-4DF0-AD33-6EF0B6CC8339}" type="presParOf" srcId="{F1C6994A-A37D-4260-8D2A-FDCC8428BE11}" destId="{F4D5798C-BB83-44E7-B62E-9D29B64D8EB5}" srcOrd="0" destOrd="0" presId="urn:microsoft.com/office/officeart/2018/2/layout/IconVerticalSolidList"/>
    <dgm:cxn modelId="{849257AD-244A-4744-99DF-F97259AF5CFA}" type="presParOf" srcId="{F1C6994A-A37D-4260-8D2A-FDCC8428BE11}" destId="{B5B99FFB-FE2D-4A93-9A84-F5A74AB0E5E0}" srcOrd="1" destOrd="0" presId="urn:microsoft.com/office/officeart/2018/2/layout/IconVerticalSolidList"/>
    <dgm:cxn modelId="{E8A71C8B-777E-4FB9-BEB5-F413DFA5DEAD}" type="presParOf" srcId="{F1C6994A-A37D-4260-8D2A-FDCC8428BE11}" destId="{245F1D76-1F9C-4D98-A9BA-C685F0A533B9}" srcOrd="2" destOrd="0" presId="urn:microsoft.com/office/officeart/2018/2/layout/IconVerticalSolidList"/>
    <dgm:cxn modelId="{A214C86C-0478-43F9-8109-449ADDF06487}" type="presParOf" srcId="{F1C6994A-A37D-4260-8D2A-FDCC8428BE11}" destId="{BF3CF916-D91B-479B-B293-6E4FA6DE6F3A}" srcOrd="3" destOrd="0" presId="urn:microsoft.com/office/officeart/2018/2/layout/IconVerticalSolidList"/>
    <dgm:cxn modelId="{635A1961-FA12-475B-957E-0A9C6FFD2CFB}" type="presParOf" srcId="{CE682DAE-D82E-47AF-9D79-44C0BBA3ECC4}" destId="{E1AF416E-A5DE-4D3C-ABE8-96B1660AE94D}" srcOrd="9" destOrd="0" presId="urn:microsoft.com/office/officeart/2018/2/layout/IconVerticalSolidList"/>
    <dgm:cxn modelId="{0786557F-0B5D-49F9-B160-6476D772A674}" type="presParOf" srcId="{CE682DAE-D82E-47AF-9D79-44C0BBA3ECC4}" destId="{0D8BD1B1-1783-4910-9D18-B65F038A4999}" srcOrd="10" destOrd="0" presId="urn:microsoft.com/office/officeart/2018/2/layout/IconVerticalSolidList"/>
    <dgm:cxn modelId="{EBA53E6C-B630-4249-B30C-3D48DC51946D}" type="presParOf" srcId="{0D8BD1B1-1783-4910-9D18-B65F038A4999}" destId="{EFBD09E3-ED33-488E-BFBD-1B13CD965CFB}" srcOrd="0" destOrd="0" presId="urn:microsoft.com/office/officeart/2018/2/layout/IconVerticalSolidList"/>
    <dgm:cxn modelId="{E1159A68-27E3-480A-A552-E52753B835F1}" type="presParOf" srcId="{0D8BD1B1-1783-4910-9D18-B65F038A4999}" destId="{6CD160A5-27A2-4770-B831-C8A826E47FED}" srcOrd="1" destOrd="0" presId="urn:microsoft.com/office/officeart/2018/2/layout/IconVerticalSolidList"/>
    <dgm:cxn modelId="{3EA995D6-8709-4969-9418-1E4FE92756CA}" type="presParOf" srcId="{0D8BD1B1-1783-4910-9D18-B65F038A4999}" destId="{DC890642-7037-4EEE-968E-7B9E149A827F}" srcOrd="2" destOrd="0" presId="urn:microsoft.com/office/officeart/2018/2/layout/IconVerticalSolidList"/>
    <dgm:cxn modelId="{3CCBEB77-5DE4-4828-BB2C-1F123DFA9DA6}" type="presParOf" srcId="{0D8BD1B1-1783-4910-9D18-B65F038A4999}" destId="{0DA9603C-A11C-4AAB-8DB5-B6D7DFD8033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21DB4D-FB99-4C45-8EC3-0117D2C7A936}">
      <dsp:nvSpPr>
        <dsp:cNvPr id="0" name=""/>
        <dsp:cNvSpPr/>
      </dsp:nvSpPr>
      <dsp:spPr>
        <a:xfrm>
          <a:off x="0" y="1080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Unstructured data does not always have a clean schema. Examples include PDFs, scanned documents, emails, reports, images containing text, and normal written documents.</a:t>
          </a:r>
        </a:p>
      </dsp:txBody>
      <dsp:txXfrm>
        <a:off x="31070" y="41876"/>
        <a:ext cx="10453460" cy="574340"/>
      </dsp:txXfrm>
    </dsp:sp>
    <dsp:sp modelId="{7092A72E-46D4-43D6-BE4C-4F0297694F0A}">
      <dsp:nvSpPr>
        <dsp:cNvPr id="0" name=""/>
        <dsp:cNvSpPr/>
      </dsp:nvSpPr>
      <dsp:spPr>
        <a:xfrm>
          <a:off x="0" y="69336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When a PDF is converted into raw text, important structure can disappear. Headings, sections, tables, lists, and metadata may all become mixed together.</a:t>
          </a:r>
        </a:p>
      </dsp:txBody>
      <dsp:txXfrm>
        <a:off x="31070" y="724436"/>
        <a:ext cx="10453460" cy="574340"/>
      </dsp:txXfrm>
    </dsp:sp>
    <dsp:sp modelId="{B555C336-0BE1-47D9-938F-4308D5925408}">
      <dsp:nvSpPr>
        <dsp:cNvPr id="0" name=""/>
        <dsp:cNvSpPr/>
      </dsp:nvSpPr>
      <dsp:spPr>
        <a:xfrm>
          <a:off x="0" y="137592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This creates problems for Generative AI because the model may not clearly understand which information belongs to which section.</a:t>
          </a:r>
        </a:p>
      </dsp:txBody>
      <dsp:txXfrm>
        <a:off x="31070" y="1406996"/>
        <a:ext cx="10453460" cy="574340"/>
      </dsp:txXfrm>
    </dsp:sp>
    <dsp:sp modelId="{F6C98E79-FA4B-48DD-B84D-C3345FF817A1}">
      <dsp:nvSpPr>
        <dsp:cNvPr id="0" name=""/>
        <dsp:cNvSpPr/>
      </dsp:nvSpPr>
      <dsp:spPr>
        <a:xfrm>
          <a:off x="0" y="205848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One approach is to convert raw content into a more structured format such as HTML, where tags like headings, paragraphs, and tables preserve the organization of the original document.</a:t>
          </a:r>
        </a:p>
      </dsp:txBody>
      <dsp:txXfrm>
        <a:off x="31070" y="2089556"/>
        <a:ext cx="10453460" cy="574340"/>
      </dsp:txXfrm>
    </dsp:sp>
    <dsp:sp modelId="{14CB9874-977D-4C45-8242-DE184E272DAB}">
      <dsp:nvSpPr>
        <dsp:cNvPr id="0" name=""/>
        <dsp:cNvSpPr/>
      </dsp:nvSpPr>
      <dsp:spPr>
        <a:xfrm>
          <a:off x="0" y="274104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AWS services and tools such as Amazon Textract, Amazon Comprehend, AWS Glue, and Bedrock Data Automation can help extract or organize this information.</a:t>
          </a:r>
        </a:p>
      </dsp:txBody>
      <dsp:txXfrm>
        <a:off x="31070" y="2772116"/>
        <a:ext cx="10453460" cy="574340"/>
      </dsp:txXfrm>
    </dsp:sp>
    <dsp:sp modelId="{CF0E0BDD-AC22-4961-92D7-BEFFD48EE3EB}">
      <dsp:nvSpPr>
        <dsp:cNvPr id="0" name=""/>
        <dsp:cNvSpPr/>
      </dsp:nvSpPr>
      <dsp:spPr>
        <a:xfrm>
          <a:off x="0" y="3423607"/>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Example:</a:t>
          </a:r>
        </a:p>
      </dsp:txBody>
      <dsp:txXfrm>
        <a:off x="31070" y="3454677"/>
        <a:ext cx="10453460" cy="574340"/>
      </dsp:txXfrm>
    </dsp:sp>
    <dsp:sp modelId="{4122D976-EA42-462B-8B24-6B064911C0E3}">
      <dsp:nvSpPr>
        <dsp:cNvPr id="0" name=""/>
        <dsp:cNvSpPr/>
      </dsp:nvSpPr>
      <dsp:spPr>
        <a:xfrm>
          <a:off x="0" y="4106167"/>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 financial report is easier for a model to understand when the title, table, section headings, and paragraphs remain clearly separated instead of becoming one long block of text.</a:t>
          </a:r>
        </a:p>
      </dsp:txBody>
      <dsp:txXfrm>
        <a:off x="31070" y="4137237"/>
        <a:ext cx="10453460" cy="5743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0C4C8A-9330-40E6-8666-1F974FD3C72A}">
      <dsp:nvSpPr>
        <dsp:cNvPr id="0" name=""/>
        <dsp:cNvSpPr/>
      </dsp:nvSpPr>
      <dsp:spPr>
        <a:xfrm>
          <a:off x="0" y="3404"/>
          <a:ext cx="10515600" cy="7251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4E930D-127A-4D75-950E-0D3F3748CF76}">
      <dsp:nvSpPr>
        <dsp:cNvPr id="0" name=""/>
        <dsp:cNvSpPr/>
      </dsp:nvSpPr>
      <dsp:spPr>
        <a:xfrm>
          <a:off x="219348" y="166556"/>
          <a:ext cx="398815" cy="3988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2F7817E-C858-48B3-96C2-280B56315DB1}">
      <dsp:nvSpPr>
        <dsp:cNvPr id="0" name=""/>
        <dsp:cNvSpPr/>
      </dsp:nvSpPr>
      <dsp:spPr>
        <a:xfrm>
          <a:off x="837512" y="3404"/>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kern="1200"/>
            <a:t>Documents: BDA accepts formats such as PDF, TIFF, JPEG, PNG, and DOCX. It can return JSON, extracted text, tables, CSV files, markdown, and other structured output.</a:t>
          </a:r>
        </a:p>
      </dsp:txBody>
      <dsp:txXfrm>
        <a:off x="837512" y="3404"/>
        <a:ext cx="9678087" cy="725119"/>
      </dsp:txXfrm>
    </dsp:sp>
    <dsp:sp modelId="{FEF234F3-4CCB-4E36-BD6D-AF80FE41F4C9}">
      <dsp:nvSpPr>
        <dsp:cNvPr id="0" name=""/>
        <dsp:cNvSpPr/>
      </dsp:nvSpPr>
      <dsp:spPr>
        <a:xfrm>
          <a:off x="0" y="909803"/>
          <a:ext cx="10515600" cy="7251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3CA66D-6195-4923-95C0-D5A0DC7FDBCD}">
      <dsp:nvSpPr>
        <dsp:cNvPr id="0" name=""/>
        <dsp:cNvSpPr/>
      </dsp:nvSpPr>
      <dsp:spPr>
        <a:xfrm>
          <a:off x="219348" y="1072955"/>
          <a:ext cx="398815" cy="3988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593855-D4EE-44E7-91B6-A58195124AC2}">
      <dsp:nvSpPr>
        <dsp:cNvPr id="0" name=""/>
        <dsp:cNvSpPr/>
      </dsp:nvSpPr>
      <dsp:spPr>
        <a:xfrm>
          <a:off x="837512" y="909803"/>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kern="1200"/>
            <a:t>Images: It can generate image captions or summaries, recognize text and logos, classify content, and support content moderation.</a:t>
          </a:r>
        </a:p>
      </dsp:txBody>
      <dsp:txXfrm>
        <a:off x="837512" y="909803"/>
        <a:ext cx="9678087" cy="725119"/>
      </dsp:txXfrm>
    </dsp:sp>
    <dsp:sp modelId="{74C2226F-F30E-4C05-97F0-AE86AE5A8A3B}">
      <dsp:nvSpPr>
        <dsp:cNvPr id="0" name=""/>
        <dsp:cNvSpPr/>
      </dsp:nvSpPr>
      <dsp:spPr>
        <a:xfrm>
          <a:off x="0" y="1816202"/>
          <a:ext cx="10515600" cy="7251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7FEDB4-66F1-4505-93D8-75F7A12B913E}">
      <dsp:nvSpPr>
        <dsp:cNvPr id="0" name=""/>
        <dsp:cNvSpPr/>
      </dsp:nvSpPr>
      <dsp:spPr>
        <a:xfrm>
          <a:off x="219348" y="1979354"/>
          <a:ext cx="398815" cy="3988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398A68-5045-4E18-90BD-24ADFD370E50}">
      <dsp:nvSpPr>
        <dsp:cNvPr id="0" name=""/>
        <dsp:cNvSpPr/>
      </dsp:nvSpPr>
      <dsp:spPr>
        <a:xfrm>
          <a:off x="837512" y="1816202"/>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kern="1200"/>
            <a:t>Video: BDA can generate full-video summaries, chapter summaries, transcripts, text found inside the video, logo detection, and moderation results.</a:t>
          </a:r>
        </a:p>
      </dsp:txBody>
      <dsp:txXfrm>
        <a:off x="837512" y="1816202"/>
        <a:ext cx="9678087" cy="725119"/>
      </dsp:txXfrm>
    </dsp:sp>
    <dsp:sp modelId="{B25FA798-DB4F-4D6A-BAB4-1062C3B5EDCF}">
      <dsp:nvSpPr>
        <dsp:cNvPr id="0" name=""/>
        <dsp:cNvSpPr/>
      </dsp:nvSpPr>
      <dsp:spPr>
        <a:xfrm>
          <a:off x="0" y="2722601"/>
          <a:ext cx="10515600" cy="725119"/>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85B4D8-8AEE-4586-96E9-5404A5F31AC1}">
      <dsp:nvSpPr>
        <dsp:cNvPr id="0" name=""/>
        <dsp:cNvSpPr/>
      </dsp:nvSpPr>
      <dsp:spPr>
        <a:xfrm>
          <a:off x="219348" y="2885753"/>
          <a:ext cx="398815" cy="3988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810C72-D71B-403E-AF0A-695D70CBABA1}">
      <dsp:nvSpPr>
        <dsp:cNvPr id="0" name=""/>
        <dsp:cNvSpPr/>
      </dsp:nvSpPr>
      <dsp:spPr>
        <a:xfrm>
          <a:off x="837512" y="2722601"/>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kern="1200"/>
            <a:t>Audio: It can produce a full transcript, summarize the recording, identify speakers or channels, separate topics, and perform content moderation.</a:t>
          </a:r>
        </a:p>
      </dsp:txBody>
      <dsp:txXfrm>
        <a:off x="837512" y="2722601"/>
        <a:ext cx="9678087" cy="725119"/>
      </dsp:txXfrm>
    </dsp:sp>
    <dsp:sp modelId="{F19A4E8F-5EE9-4D8F-9A7B-7D42E7C54490}">
      <dsp:nvSpPr>
        <dsp:cNvPr id="0" name=""/>
        <dsp:cNvSpPr/>
      </dsp:nvSpPr>
      <dsp:spPr>
        <a:xfrm>
          <a:off x="0" y="3629000"/>
          <a:ext cx="10515600" cy="725119"/>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37A49A-39AE-4038-AA72-F7D46B8DD22A}">
      <dsp:nvSpPr>
        <dsp:cNvPr id="0" name=""/>
        <dsp:cNvSpPr/>
      </dsp:nvSpPr>
      <dsp:spPr>
        <a:xfrm>
          <a:off x="219348" y="3792152"/>
          <a:ext cx="398815" cy="39881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EC1D71-84E1-482C-AE67-02C9A6C2850F}">
      <dsp:nvSpPr>
        <dsp:cNvPr id="0" name=""/>
        <dsp:cNvSpPr/>
      </dsp:nvSpPr>
      <dsp:spPr>
        <a:xfrm>
          <a:off x="837512" y="3629000"/>
          <a:ext cx="9678087" cy="7251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742" tIns="76742" rIns="76742" bIns="76742" numCol="1" spcCol="1270" anchor="ctr" anchorCtr="0">
          <a:noAutofit/>
        </a:bodyPr>
        <a:lstStyle/>
        <a:p>
          <a:pPr marL="0" lvl="0" indent="0" algn="l" defTabSz="844550">
            <a:lnSpc>
              <a:spcPct val="90000"/>
            </a:lnSpc>
            <a:spcBef>
              <a:spcPct val="0"/>
            </a:spcBef>
            <a:spcAft>
              <a:spcPct val="35000"/>
            </a:spcAft>
            <a:buNone/>
          </a:pPr>
          <a:r>
            <a:rPr lang="en-US" sz="1900" kern="1200"/>
            <a:t>This is useful because many Generative AI applications need to work with information that exists outside normal text documents.</a:t>
          </a:r>
        </a:p>
      </dsp:txBody>
      <dsp:txXfrm>
        <a:off x="837512" y="3629000"/>
        <a:ext cx="9678087" cy="7251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DCDDE0-C5F3-48F3-A33C-6C78133CEE14}">
      <dsp:nvSpPr>
        <dsp:cNvPr id="0" name=""/>
        <dsp:cNvSpPr/>
      </dsp:nvSpPr>
      <dsp:spPr>
        <a:xfrm>
          <a:off x="0" y="292504"/>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Data Wrangler can receive data from several AWS and external sources.</a:t>
          </a:r>
        </a:p>
      </dsp:txBody>
      <dsp:txXfrm>
        <a:off x="0" y="292504"/>
        <a:ext cx="3286125" cy="1971675"/>
      </dsp:txXfrm>
    </dsp:sp>
    <dsp:sp modelId="{8F67FEBA-9FA7-4D5F-9F3E-AD12E55D45FB}">
      <dsp:nvSpPr>
        <dsp:cNvPr id="0" name=""/>
        <dsp:cNvSpPr/>
      </dsp:nvSpPr>
      <dsp:spPr>
        <a:xfrm>
          <a:off x="3614737" y="292504"/>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Examples include:</a:t>
          </a:r>
        </a:p>
        <a:p>
          <a:pPr marL="114300" lvl="1" indent="-114300" algn="l" defTabSz="622300">
            <a:lnSpc>
              <a:spcPct val="90000"/>
            </a:lnSpc>
            <a:spcBef>
              <a:spcPct val="0"/>
            </a:spcBef>
            <a:spcAft>
              <a:spcPct val="15000"/>
            </a:spcAft>
            <a:buChar char="•"/>
          </a:pPr>
          <a:r>
            <a:rPr lang="en-US" sz="1400" kern="1200"/>
            <a:t>Amazon S3</a:t>
          </a:r>
        </a:p>
        <a:p>
          <a:pPr marL="114300" lvl="1" indent="-114300" algn="l" defTabSz="622300">
            <a:lnSpc>
              <a:spcPct val="90000"/>
            </a:lnSpc>
            <a:spcBef>
              <a:spcPct val="0"/>
            </a:spcBef>
            <a:spcAft>
              <a:spcPct val="15000"/>
            </a:spcAft>
            <a:buChar char="•"/>
          </a:pPr>
          <a:r>
            <a:rPr lang="en-US" sz="1400" kern="1200"/>
            <a:t>Amazon Athena</a:t>
          </a:r>
        </a:p>
        <a:p>
          <a:pPr marL="114300" lvl="1" indent="-114300" algn="l" defTabSz="622300">
            <a:lnSpc>
              <a:spcPct val="90000"/>
            </a:lnSpc>
            <a:spcBef>
              <a:spcPct val="0"/>
            </a:spcBef>
            <a:spcAft>
              <a:spcPct val="15000"/>
            </a:spcAft>
            <a:buChar char="•"/>
          </a:pPr>
          <a:r>
            <a:rPr lang="en-US" sz="1400" kern="1200"/>
            <a:t>Amazon Redshift</a:t>
          </a:r>
        </a:p>
        <a:p>
          <a:pPr marL="114300" lvl="1" indent="-114300" algn="l" defTabSz="622300">
            <a:lnSpc>
              <a:spcPct val="90000"/>
            </a:lnSpc>
            <a:spcBef>
              <a:spcPct val="0"/>
            </a:spcBef>
            <a:spcAft>
              <a:spcPct val="15000"/>
            </a:spcAft>
            <a:buChar char="•"/>
          </a:pPr>
          <a:r>
            <a:rPr lang="en-US" sz="1400" kern="1200"/>
            <a:t>AWS Lake Formation</a:t>
          </a:r>
        </a:p>
        <a:p>
          <a:pPr marL="114300" lvl="1" indent="-114300" algn="l" defTabSz="622300">
            <a:lnSpc>
              <a:spcPct val="90000"/>
            </a:lnSpc>
            <a:spcBef>
              <a:spcPct val="0"/>
            </a:spcBef>
            <a:spcAft>
              <a:spcPct val="15000"/>
            </a:spcAft>
            <a:buChar char="•"/>
          </a:pPr>
          <a:r>
            <a:rPr lang="en-US" sz="1400" kern="1200"/>
            <a:t>SageMaker Feature Store</a:t>
          </a:r>
        </a:p>
        <a:p>
          <a:pPr marL="114300" lvl="1" indent="-114300" algn="l" defTabSz="622300">
            <a:lnSpc>
              <a:spcPct val="90000"/>
            </a:lnSpc>
            <a:spcBef>
              <a:spcPct val="0"/>
            </a:spcBef>
            <a:spcAft>
              <a:spcPct val="15000"/>
            </a:spcAft>
            <a:buChar char="•"/>
          </a:pPr>
          <a:r>
            <a:rPr lang="en-US" sz="1400" kern="1200"/>
            <a:t>JDBC-connected systems</a:t>
          </a:r>
        </a:p>
      </dsp:txBody>
      <dsp:txXfrm>
        <a:off x="3614737" y="292504"/>
        <a:ext cx="3286125" cy="1971675"/>
      </dsp:txXfrm>
    </dsp:sp>
    <dsp:sp modelId="{0E12B381-06EF-4DC0-8171-48705433FBEA}">
      <dsp:nvSpPr>
        <dsp:cNvPr id="0" name=""/>
        <dsp:cNvSpPr/>
      </dsp:nvSpPr>
      <dsp:spPr>
        <a:xfrm>
          <a:off x="7229475" y="292504"/>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t>After the data is prepared, the flow can connect with services such as:</a:t>
          </a:r>
        </a:p>
        <a:p>
          <a:pPr marL="114300" lvl="1" indent="-114300" algn="l" defTabSz="622300">
            <a:lnSpc>
              <a:spcPct val="90000"/>
            </a:lnSpc>
            <a:spcBef>
              <a:spcPct val="0"/>
            </a:spcBef>
            <a:spcAft>
              <a:spcPct val="15000"/>
            </a:spcAft>
            <a:buChar char="•"/>
          </a:pPr>
          <a:r>
            <a:rPr lang="en-US" sz="1400" kern="1200"/>
            <a:t>SageMaker Processing</a:t>
          </a:r>
        </a:p>
        <a:p>
          <a:pPr marL="114300" lvl="1" indent="-114300" algn="l" defTabSz="622300">
            <a:lnSpc>
              <a:spcPct val="90000"/>
            </a:lnSpc>
            <a:spcBef>
              <a:spcPct val="0"/>
            </a:spcBef>
            <a:spcAft>
              <a:spcPct val="15000"/>
            </a:spcAft>
            <a:buChar char="•"/>
          </a:pPr>
          <a:r>
            <a:rPr lang="en-US" sz="1400" kern="1200"/>
            <a:t>SageMaker Pipelines</a:t>
          </a:r>
        </a:p>
        <a:p>
          <a:pPr marL="114300" lvl="1" indent="-114300" algn="l" defTabSz="622300">
            <a:lnSpc>
              <a:spcPct val="90000"/>
            </a:lnSpc>
            <a:spcBef>
              <a:spcPct val="0"/>
            </a:spcBef>
            <a:spcAft>
              <a:spcPct val="15000"/>
            </a:spcAft>
            <a:buChar char="•"/>
          </a:pPr>
          <a:r>
            <a:rPr lang="en-US" sz="1400" kern="1200"/>
            <a:t>SageMaker Feature Store</a:t>
          </a:r>
        </a:p>
        <a:p>
          <a:pPr marL="114300" lvl="1" indent="-114300" algn="l" defTabSz="622300">
            <a:lnSpc>
              <a:spcPct val="90000"/>
            </a:lnSpc>
            <a:spcBef>
              <a:spcPct val="0"/>
            </a:spcBef>
            <a:spcAft>
              <a:spcPct val="15000"/>
            </a:spcAft>
            <a:buChar char="•"/>
          </a:pPr>
          <a:r>
            <a:rPr lang="en-US" sz="1400" kern="1200"/>
            <a:t>Notebooks</a:t>
          </a:r>
        </a:p>
      </dsp:txBody>
      <dsp:txXfrm>
        <a:off x="7229475" y="292504"/>
        <a:ext cx="3286125" cy="1971675"/>
      </dsp:txXfrm>
    </dsp:sp>
    <dsp:sp modelId="{7C086F96-EEB0-4E55-B149-99311377EFE9}">
      <dsp:nvSpPr>
        <dsp:cNvPr id="0" name=""/>
        <dsp:cNvSpPr/>
      </dsp:nvSpPr>
      <dsp:spPr>
        <a:xfrm>
          <a:off x="0" y="2592791"/>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Typical workflow</a:t>
          </a:r>
        </a:p>
      </dsp:txBody>
      <dsp:txXfrm>
        <a:off x="0" y="2592791"/>
        <a:ext cx="3286125" cy="1971675"/>
      </dsp:txXfrm>
    </dsp:sp>
    <dsp:sp modelId="{5E1C4276-FB41-440B-B642-87D0E34754AD}">
      <dsp:nvSpPr>
        <dsp:cNvPr id="0" name=""/>
        <dsp:cNvSpPr/>
      </dsp:nvSpPr>
      <dsp:spPr>
        <a:xfrm>
          <a:off x="3614737" y="2592791"/>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Import → Preview → Visualize → Transform → Test → Export</a:t>
          </a:r>
        </a:p>
      </dsp:txBody>
      <dsp:txXfrm>
        <a:off x="3614737" y="2592791"/>
        <a:ext cx="3286125" cy="1971675"/>
      </dsp:txXfrm>
    </dsp:sp>
    <dsp:sp modelId="{144F8B1D-FC3D-4B3A-8FF4-7979B98C1A06}">
      <dsp:nvSpPr>
        <dsp:cNvPr id="0" name=""/>
        <dsp:cNvSpPr/>
      </dsp:nvSpPr>
      <dsp:spPr>
        <a:xfrm>
          <a:off x="7229475" y="2592791"/>
          <a:ext cx="3286125" cy="197167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This visual workflow makes it easier to understand how each transformation changes the dataset before the final data is used by a machine learning system.</a:t>
          </a:r>
        </a:p>
      </dsp:txBody>
      <dsp:txXfrm>
        <a:off x="7229475" y="2592791"/>
        <a:ext cx="3286125" cy="19716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4FE7D-7289-40CE-9FB7-22CC979F4009}">
      <dsp:nvSpPr>
        <dsp:cNvPr id="0" name=""/>
        <dsp:cNvSpPr/>
      </dsp:nvSpPr>
      <dsp:spPr>
        <a:xfrm>
          <a:off x="0" y="3668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AWS Glue is a fully managed and serverless data integration service. It is commonly used to discover data structures and perform ETL tasks.</a:t>
          </a:r>
        </a:p>
      </dsp:txBody>
      <dsp:txXfrm>
        <a:off x="31070" y="67756"/>
        <a:ext cx="10453460" cy="574340"/>
      </dsp:txXfrm>
    </dsp:sp>
    <dsp:sp modelId="{0F4018D8-A467-493E-894C-A2FC1F1A5C33}">
      <dsp:nvSpPr>
        <dsp:cNvPr id="0" name=""/>
        <dsp:cNvSpPr/>
      </dsp:nvSpPr>
      <dsp:spPr>
        <a:xfrm>
          <a:off x="0" y="71924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ETL stands for Extract, Transform, and Load. This means collecting data from a source, changing or cleaning it, and then sending the prepared result to another location.</a:t>
          </a:r>
        </a:p>
      </dsp:txBody>
      <dsp:txXfrm>
        <a:off x="31070" y="750316"/>
        <a:ext cx="10453460" cy="574340"/>
      </dsp:txXfrm>
    </dsp:sp>
    <dsp:sp modelId="{ED0BBDA8-0343-4F13-9D62-764539FC4F74}">
      <dsp:nvSpPr>
        <dsp:cNvPr id="0" name=""/>
        <dsp:cNvSpPr/>
      </dsp:nvSpPr>
      <dsp:spPr>
        <a:xfrm>
          <a:off x="0" y="140180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A Glue Crawler can scan data in Amazon S3, recognize its structure, and create a schema.</a:t>
          </a:r>
        </a:p>
      </dsp:txBody>
      <dsp:txXfrm>
        <a:off x="31070" y="1432876"/>
        <a:ext cx="10453460" cy="574340"/>
      </dsp:txXfrm>
    </dsp:sp>
    <dsp:sp modelId="{BD8417C9-D33F-4F28-A0E6-A437CCBFDFE7}">
      <dsp:nvSpPr>
        <dsp:cNvPr id="0" name=""/>
        <dsp:cNvSpPr/>
      </dsp:nvSpPr>
      <dsp:spPr>
        <a:xfrm>
          <a:off x="0" y="208436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That schema is stored in the Glue Data Catalog, while the original data remains in S3.</a:t>
          </a:r>
        </a:p>
      </dsp:txBody>
      <dsp:txXfrm>
        <a:off x="31070" y="2115436"/>
        <a:ext cx="10453460" cy="574340"/>
      </dsp:txXfrm>
    </dsp:sp>
    <dsp:sp modelId="{552AE421-961F-4B26-89F4-DE8169790EF2}">
      <dsp:nvSpPr>
        <dsp:cNvPr id="0" name=""/>
        <dsp:cNvSpPr/>
      </dsp:nvSpPr>
      <dsp:spPr>
        <a:xfrm>
          <a:off x="0" y="276692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Once the data is cataloged, other AWS analytics services can understand its structure more easily.</a:t>
          </a:r>
        </a:p>
      </dsp:txBody>
      <dsp:txXfrm>
        <a:off x="31070" y="2797996"/>
        <a:ext cx="10453460" cy="574340"/>
      </dsp:txXfrm>
    </dsp:sp>
    <dsp:sp modelId="{DFB6426A-CFCB-460E-8695-A47D38003486}">
      <dsp:nvSpPr>
        <dsp:cNvPr id="0" name=""/>
        <dsp:cNvSpPr/>
      </dsp:nvSpPr>
      <dsp:spPr>
        <a:xfrm>
          <a:off x="0" y="344948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Services such as Athena, Redshift Spectrum, EMR, and QuickSight can use cataloged information.</a:t>
          </a:r>
        </a:p>
      </dsp:txBody>
      <dsp:txXfrm>
        <a:off x="31070" y="3480556"/>
        <a:ext cx="10453460" cy="574340"/>
      </dsp:txXfrm>
    </dsp:sp>
    <dsp:sp modelId="{CBDDA265-6493-4136-ABEE-3895F5C8B52F}">
      <dsp:nvSpPr>
        <dsp:cNvPr id="0" name=""/>
        <dsp:cNvSpPr/>
      </dsp:nvSpPr>
      <dsp:spPr>
        <a:xfrm>
          <a:off x="0" y="4132046"/>
          <a:ext cx="10515600" cy="636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This makes Glue useful when large amounts of data need to be discovered and organized before they are used by analytics or AI systems.</a:t>
          </a:r>
        </a:p>
      </dsp:txBody>
      <dsp:txXfrm>
        <a:off x="31070" y="4163116"/>
        <a:ext cx="10453460" cy="5743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3279DA-FFD0-44CE-BB26-309C802DB086}">
      <dsp:nvSpPr>
        <dsp:cNvPr id="0" name=""/>
        <dsp:cNvSpPr/>
      </dsp:nvSpPr>
      <dsp:spPr>
        <a:xfrm>
          <a:off x="0" y="2904"/>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48BB6B-9A6A-4E95-8DBE-65782AE6151C}">
      <dsp:nvSpPr>
        <dsp:cNvPr id="0" name=""/>
        <dsp:cNvSpPr/>
      </dsp:nvSpPr>
      <dsp:spPr>
        <a:xfrm>
          <a:off x="127547" y="97774"/>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B80386A-9D77-43DB-86D1-4C035757338B}">
      <dsp:nvSpPr>
        <dsp:cNvPr id="0" name=""/>
        <dsp:cNvSpPr/>
      </dsp:nvSpPr>
      <dsp:spPr>
        <a:xfrm>
          <a:off x="487227" y="2904"/>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Amazon CloudWatch provides monitoring information for AWS services. This is important because a data pipeline needs to be observed after it is deployed.</a:t>
          </a:r>
        </a:p>
      </dsp:txBody>
      <dsp:txXfrm>
        <a:off x="487227" y="2904"/>
        <a:ext cx="9991852" cy="487527"/>
      </dsp:txXfrm>
    </dsp:sp>
    <dsp:sp modelId="{0F361190-5987-4E06-A6D8-FDD882CE2EA0}">
      <dsp:nvSpPr>
        <dsp:cNvPr id="0" name=""/>
        <dsp:cNvSpPr/>
      </dsp:nvSpPr>
      <dsp:spPr>
        <a:xfrm>
          <a:off x="0" y="612314"/>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A5C1A4-10DF-4B52-A05F-51829B24FAE6}">
      <dsp:nvSpPr>
        <dsp:cNvPr id="0" name=""/>
        <dsp:cNvSpPr/>
      </dsp:nvSpPr>
      <dsp:spPr>
        <a:xfrm>
          <a:off x="127547" y="707184"/>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E3700-4AA2-4960-A58E-78F752502C19}">
      <dsp:nvSpPr>
        <dsp:cNvPr id="0" name=""/>
        <dsp:cNvSpPr/>
      </dsp:nvSpPr>
      <dsp:spPr>
        <a:xfrm>
          <a:off x="487227" y="612314"/>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A metric is a value that can be measured over time, such as CPU utilization, network activity, or another service-specific measurement.</a:t>
          </a:r>
        </a:p>
      </dsp:txBody>
      <dsp:txXfrm>
        <a:off x="487227" y="612314"/>
        <a:ext cx="9991852" cy="487527"/>
      </dsp:txXfrm>
    </dsp:sp>
    <dsp:sp modelId="{31115634-9E24-44D8-B892-B2F776D2AE08}">
      <dsp:nvSpPr>
        <dsp:cNvPr id="0" name=""/>
        <dsp:cNvSpPr/>
      </dsp:nvSpPr>
      <dsp:spPr>
        <a:xfrm>
          <a:off x="0" y="1221723"/>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B47C5E-8083-46F9-A21C-97971C099598}">
      <dsp:nvSpPr>
        <dsp:cNvPr id="0" name=""/>
        <dsp:cNvSpPr/>
      </dsp:nvSpPr>
      <dsp:spPr>
        <a:xfrm>
          <a:off x="127547" y="1316594"/>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EC43ED-0D22-4A1B-8CED-C88AAA89C91C}">
      <dsp:nvSpPr>
        <dsp:cNvPr id="0" name=""/>
        <dsp:cNvSpPr/>
      </dsp:nvSpPr>
      <dsp:spPr>
        <a:xfrm>
          <a:off x="487227" y="1221723"/>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Metrics can contain dimensions, which provide additional information such as the instance ID or environment connected to the metric.</a:t>
          </a:r>
        </a:p>
      </dsp:txBody>
      <dsp:txXfrm>
        <a:off x="487227" y="1221723"/>
        <a:ext cx="9991852" cy="487527"/>
      </dsp:txXfrm>
    </dsp:sp>
    <dsp:sp modelId="{3A10FB5B-6AD0-423D-9999-BF790DE91146}">
      <dsp:nvSpPr>
        <dsp:cNvPr id="0" name=""/>
        <dsp:cNvSpPr/>
      </dsp:nvSpPr>
      <dsp:spPr>
        <a:xfrm>
          <a:off x="0" y="1831133"/>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7A3CB1-7BF9-47E3-8AF3-BAF5FCB7DD02}">
      <dsp:nvSpPr>
        <dsp:cNvPr id="0" name=""/>
        <dsp:cNvSpPr/>
      </dsp:nvSpPr>
      <dsp:spPr>
        <a:xfrm>
          <a:off x="127547" y="1926003"/>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4613B7-1839-41CB-AE0C-660B73AC5580}">
      <dsp:nvSpPr>
        <dsp:cNvPr id="0" name=""/>
        <dsp:cNvSpPr/>
      </dsp:nvSpPr>
      <dsp:spPr>
        <a:xfrm>
          <a:off x="487227" y="1831133"/>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CloudWatch dashboards can display several metrics together so that developers can see the health and performance of their system.</a:t>
          </a:r>
        </a:p>
      </dsp:txBody>
      <dsp:txXfrm>
        <a:off x="487227" y="1831133"/>
        <a:ext cx="9991852" cy="487527"/>
      </dsp:txXfrm>
    </dsp:sp>
    <dsp:sp modelId="{77F5B1C7-03D7-4829-93BA-1695402870A6}">
      <dsp:nvSpPr>
        <dsp:cNvPr id="0" name=""/>
        <dsp:cNvSpPr/>
      </dsp:nvSpPr>
      <dsp:spPr>
        <a:xfrm>
          <a:off x="0" y="2440543"/>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F0E61E-5CFA-4ABC-AD4A-8C06D11F851F}">
      <dsp:nvSpPr>
        <dsp:cNvPr id="0" name=""/>
        <dsp:cNvSpPr/>
      </dsp:nvSpPr>
      <dsp:spPr>
        <a:xfrm>
          <a:off x="127547" y="2535413"/>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74F1F5-F680-4DD6-BD92-4D114BA6CFFF}">
      <dsp:nvSpPr>
        <dsp:cNvPr id="0" name=""/>
        <dsp:cNvSpPr/>
      </dsp:nvSpPr>
      <dsp:spPr>
        <a:xfrm>
          <a:off x="487227" y="2440543"/>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Metric Streams can continuously send CloudWatch metrics to another destination with low latency.</a:t>
          </a:r>
        </a:p>
      </dsp:txBody>
      <dsp:txXfrm>
        <a:off x="487227" y="2440543"/>
        <a:ext cx="9991852" cy="487527"/>
      </dsp:txXfrm>
    </dsp:sp>
    <dsp:sp modelId="{CBE8BD15-4E01-4F66-8A0B-79647F368DE2}">
      <dsp:nvSpPr>
        <dsp:cNvPr id="0" name=""/>
        <dsp:cNvSpPr/>
      </dsp:nvSpPr>
      <dsp:spPr>
        <a:xfrm>
          <a:off x="0" y="3049953"/>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CE8AC2-A36C-4E03-B63D-122FCE39F6D4}">
      <dsp:nvSpPr>
        <dsp:cNvPr id="0" name=""/>
        <dsp:cNvSpPr/>
      </dsp:nvSpPr>
      <dsp:spPr>
        <a:xfrm>
          <a:off x="127547" y="3144823"/>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65B01C-55C6-4C4F-AD9E-2DA63F85F294}">
      <dsp:nvSpPr>
        <dsp:cNvPr id="0" name=""/>
        <dsp:cNvSpPr/>
      </dsp:nvSpPr>
      <dsp:spPr>
        <a:xfrm>
          <a:off x="487227" y="3049953"/>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For example:</a:t>
          </a:r>
        </a:p>
      </dsp:txBody>
      <dsp:txXfrm>
        <a:off x="487227" y="3049953"/>
        <a:ext cx="9991852" cy="487527"/>
      </dsp:txXfrm>
    </dsp:sp>
    <dsp:sp modelId="{789AFB3A-DCDB-461D-BD1C-5C576A79D749}">
      <dsp:nvSpPr>
        <dsp:cNvPr id="0" name=""/>
        <dsp:cNvSpPr/>
      </dsp:nvSpPr>
      <dsp:spPr>
        <a:xfrm>
          <a:off x="0" y="3659363"/>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369B40-9BF5-4CAD-942D-3BEBEE8DB1D7}">
      <dsp:nvSpPr>
        <dsp:cNvPr id="0" name=""/>
        <dsp:cNvSpPr/>
      </dsp:nvSpPr>
      <dsp:spPr>
        <a:xfrm>
          <a:off x="127547" y="3754233"/>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DB4FD2-FC9A-4845-8AFB-55220AD49240}">
      <dsp:nvSpPr>
        <dsp:cNvPr id="0" name=""/>
        <dsp:cNvSpPr/>
      </dsp:nvSpPr>
      <dsp:spPr>
        <a:xfrm>
          <a:off x="487227" y="3659363"/>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CloudWatch → Kinesis Data Firehose → S3 / Redshift / OpenSearch / External Monitoring Platform</a:t>
          </a:r>
        </a:p>
      </dsp:txBody>
      <dsp:txXfrm>
        <a:off x="487227" y="3659363"/>
        <a:ext cx="9991852" cy="487527"/>
      </dsp:txXfrm>
    </dsp:sp>
    <dsp:sp modelId="{4A062E4C-5CFA-4620-B662-C2CDE6CED0FF}">
      <dsp:nvSpPr>
        <dsp:cNvPr id="0" name=""/>
        <dsp:cNvSpPr/>
      </dsp:nvSpPr>
      <dsp:spPr>
        <a:xfrm>
          <a:off x="0" y="4268772"/>
          <a:ext cx="10515600" cy="42164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B539A7-E682-4052-A0B5-71EFE8AB64D9}">
      <dsp:nvSpPr>
        <dsp:cNvPr id="0" name=""/>
        <dsp:cNvSpPr/>
      </dsp:nvSpPr>
      <dsp:spPr>
        <a:xfrm>
          <a:off x="127547" y="4363643"/>
          <a:ext cx="232131" cy="23190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EADC4C-E8E1-45FD-870D-3BCB01198D36}">
      <dsp:nvSpPr>
        <dsp:cNvPr id="0" name=""/>
        <dsp:cNvSpPr/>
      </dsp:nvSpPr>
      <dsp:spPr>
        <a:xfrm>
          <a:off x="487227" y="4268772"/>
          <a:ext cx="9991852" cy="4875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597" tIns="51597" rIns="51597" bIns="51597" numCol="1" spcCol="1270" anchor="ctr" anchorCtr="0">
          <a:noAutofit/>
        </a:bodyPr>
        <a:lstStyle/>
        <a:p>
          <a:pPr marL="0" lvl="0" indent="0" algn="l" defTabSz="622300">
            <a:lnSpc>
              <a:spcPct val="100000"/>
            </a:lnSpc>
            <a:spcBef>
              <a:spcPct val="0"/>
            </a:spcBef>
            <a:spcAft>
              <a:spcPct val="35000"/>
            </a:spcAft>
            <a:buNone/>
          </a:pPr>
          <a:r>
            <a:rPr lang="en-US" sz="1400" kern="1200"/>
            <a:t>Monitoring helps teams identify failures or unusual behavior before data problems affect the Generative AI application.</a:t>
          </a:r>
        </a:p>
      </dsp:txBody>
      <dsp:txXfrm>
        <a:off x="487227" y="4268772"/>
        <a:ext cx="9991852" cy="4875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42DFA2-BDB1-4C82-A6A7-0D94A9ECCDCD}">
      <dsp:nvSpPr>
        <dsp:cNvPr id="0" name=""/>
        <dsp:cNvSpPr/>
      </dsp:nvSpPr>
      <dsp:spPr>
        <a:xfrm>
          <a:off x="0" y="169521"/>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Amazon Transcribe converts spoken audio into text using Automatic Speech Recognition, or ASR.</a:t>
          </a:r>
        </a:p>
      </dsp:txBody>
      <dsp:txXfrm>
        <a:off x="25337" y="194858"/>
        <a:ext cx="10464926" cy="468367"/>
      </dsp:txXfrm>
    </dsp:sp>
    <dsp:sp modelId="{F73158DC-0795-4B72-99BC-8C580BF82D2C}">
      <dsp:nvSpPr>
        <dsp:cNvPr id="0" name=""/>
        <dsp:cNvSpPr/>
      </dsp:nvSpPr>
      <dsp:spPr>
        <a:xfrm>
          <a:off x="0" y="726003"/>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It can be useful for customer-service recordings, meeting audio, closed captions, subtitles, and searchable media archives.</a:t>
          </a:r>
        </a:p>
      </dsp:txBody>
      <dsp:txXfrm>
        <a:off x="25337" y="751340"/>
        <a:ext cx="10464926" cy="468367"/>
      </dsp:txXfrm>
    </dsp:sp>
    <dsp:sp modelId="{33E8162D-2037-435A-873C-BD7F6AB06FA5}">
      <dsp:nvSpPr>
        <dsp:cNvPr id="0" name=""/>
        <dsp:cNvSpPr/>
      </dsp:nvSpPr>
      <dsp:spPr>
        <a:xfrm>
          <a:off x="0" y="1282484"/>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Transcribe can automatically identify the language of multilingual audio and can also support PII redaction to remove sensitive information from transcripts.</a:t>
          </a:r>
        </a:p>
      </dsp:txBody>
      <dsp:txXfrm>
        <a:off x="25337" y="1307821"/>
        <a:ext cx="10464926" cy="468367"/>
      </dsp:txXfrm>
    </dsp:sp>
    <dsp:sp modelId="{1A56AF9E-8094-460A-9A5A-00F80CBDA322}">
      <dsp:nvSpPr>
        <dsp:cNvPr id="0" name=""/>
        <dsp:cNvSpPr/>
      </dsp:nvSpPr>
      <dsp:spPr>
        <a:xfrm>
          <a:off x="0" y="1838965"/>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Custom Vocabularies help recognize unusual words such as company names, technical terms, product names, or acronyms.</a:t>
          </a:r>
        </a:p>
      </dsp:txBody>
      <dsp:txXfrm>
        <a:off x="25337" y="1864302"/>
        <a:ext cx="10464926" cy="468367"/>
      </dsp:txXfrm>
    </dsp:sp>
    <dsp:sp modelId="{F54649F6-2E2E-4698-A954-9CA9784C108B}">
      <dsp:nvSpPr>
        <dsp:cNvPr id="0" name=""/>
        <dsp:cNvSpPr/>
      </dsp:nvSpPr>
      <dsp:spPr>
        <a:xfrm>
          <a:off x="0" y="2395446"/>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Custom Language Models use domain-specific text to help Transcribe better understand the context of specialized speech.</a:t>
          </a:r>
        </a:p>
      </dsp:txBody>
      <dsp:txXfrm>
        <a:off x="25337" y="2420783"/>
        <a:ext cx="10464926" cy="468367"/>
      </dsp:txXfrm>
    </dsp:sp>
    <dsp:sp modelId="{09F19805-47C9-4F31-94A6-440A7A059B93}">
      <dsp:nvSpPr>
        <dsp:cNvPr id="0" name=""/>
        <dsp:cNvSpPr/>
      </dsp:nvSpPr>
      <dsp:spPr>
        <a:xfrm>
          <a:off x="0" y="2951928"/>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The course also introduces toxicity detection, which evaluates speech using both spoken cues and text information to identify categories such as threats, profanity, insults, abuse, or hate speech.</a:t>
          </a:r>
        </a:p>
      </dsp:txBody>
      <dsp:txXfrm>
        <a:off x="25337" y="2977265"/>
        <a:ext cx="10464926" cy="468367"/>
      </dsp:txXfrm>
    </dsp:sp>
    <dsp:sp modelId="{4B3C85B1-7BD8-45FD-A45B-A6D2A82E1149}">
      <dsp:nvSpPr>
        <dsp:cNvPr id="0" name=""/>
        <dsp:cNvSpPr/>
      </dsp:nvSpPr>
      <dsp:spPr>
        <a:xfrm>
          <a:off x="0" y="3508409"/>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Example:</a:t>
          </a:r>
        </a:p>
      </dsp:txBody>
      <dsp:txXfrm>
        <a:off x="25337" y="3533746"/>
        <a:ext cx="10464926" cy="468367"/>
      </dsp:txXfrm>
    </dsp:sp>
    <dsp:sp modelId="{C57D6772-E4A7-40C5-98AC-66EA7D4880F2}">
      <dsp:nvSpPr>
        <dsp:cNvPr id="0" name=""/>
        <dsp:cNvSpPr/>
      </dsp:nvSpPr>
      <dsp:spPr>
        <a:xfrm>
          <a:off x="0" y="4064890"/>
          <a:ext cx="10515600" cy="5190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a:t>A company could convert thousands of customer-support calls into searchable text before analyzing them with another AI service.</a:t>
          </a:r>
        </a:p>
      </dsp:txBody>
      <dsp:txXfrm>
        <a:off x="25337" y="4090227"/>
        <a:ext cx="10464926" cy="46836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E6CAE-BD2F-45FA-BD71-607CA957B864}">
      <dsp:nvSpPr>
        <dsp:cNvPr id="0" name=""/>
        <dsp:cNvSpPr/>
      </dsp:nvSpPr>
      <dsp:spPr>
        <a:xfrm>
          <a:off x="0" y="1533"/>
          <a:ext cx="10515600" cy="653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70E5E7-0883-4D6E-9CE0-B01B4DDB8A05}">
      <dsp:nvSpPr>
        <dsp:cNvPr id="0" name=""/>
        <dsp:cNvSpPr/>
      </dsp:nvSpPr>
      <dsp:spPr>
        <a:xfrm>
          <a:off x="197725" y="148602"/>
          <a:ext cx="359501" cy="3595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A561AB-3DDA-40BB-AEFA-A294C4AC7FB6}">
      <dsp:nvSpPr>
        <dsp:cNvPr id="0" name=""/>
        <dsp:cNvSpPr/>
      </dsp:nvSpPr>
      <dsp:spPr>
        <a:xfrm>
          <a:off x="754953" y="1533"/>
          <a:ext cx="9760646" cy="65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77" tIns="69177" rIns="69177" bIns="69177" numCol="1" spcCol="1270" anchor="ctr" anchorCtr="0">
          <a:noAutofit/>
        </a:bodyPr>
        <a:lstStyle/>
        <a:p>
          <a:pPr marL="0" lvl="0" indent="0" algn="l" defTabSz="711200">
            <a:lnSpc>
              <a:spcPct val="100000"/>
            </a:lnSpc>
            <a:spcBef>
              <a:spcPct val="0"/>
            </a:spcBef>
            <a:spcAft>
              <a:spcPct val="35000"/>
            </a:spcAft>
            <a:buNone/>
          </a:pPr>
          <a:r>
            <a:rPr lang="en-US" sz="1600" kern="1200"/>
            <a:t>Amazon Comprehend is a fully managed Natural Language Processing service. It uses machine learning to find useful information and relationships inside text.</a:t>
          </a:r>
        </a:p>
      </dsp:txBody>
      <dsp:txXfrm>
        <a:off x="754953" y="1533"/>
        <a:ext cx="9760646" cy="653639"/>
      </dsp:txXfrm>
    </dsp:sp>
    <dsp:sp modelId="{20D04CF7-7D83-443F-B653-E80114DF53E8}">
      <dsp:nvSpPr>
        <dsp:cNvPr id="0" name=""/>
        <dsp:cNvSpPr/>
      </dsp:nvSpPr>
      <dsp:spPr>
        <a:xfrm>
          <a:off x="0" y="818582"/>
          <a:ext cx="10515600" cy="653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1DF6E5-818C-40FE-9666-08713D398BC0}">
      <dsp:nvSpPr>
        <dsp:cNvPr id="0" name=""/>
        <dsp:cNvSpPr/>
      </dsp:nvSpPr>
      <dsp:spPr>
        <a:xfrm>
          <a:off x="197725" y="965651"/>
          <a:ext cx="359501" cy="3595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83DF24-363C-44A1-924C-7991413D0804}">
      <dsp:nvSpPr>
        <dsp:cNvPr id="0" name=""/>
        <dsp:cNvSpPr/>
      </dsp:nvSpPr>
      <dsp:spPr>
        <a:xfrm>
          <a:off x="754953" y="818582"/>
          <a:ext cx="9760646" cy="65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77" tIns="69177" rIns="69177" bIns="69177" numCol="1" spcCol="1270" anchor="ctr" anchorCtr="0">
          <a:noAutofit/>
        </a:bodyPr>
        <a:lstStyle/>
        <a:p>
          <a:pPr marL="0" lvl="0" indent="0" algn="l" defTabSz="711200">
            <a:lnSpc>
              <a:spcPct val="100000"/>
            </a:lnSpc>
            <a:spcBef>
              <a:spcPct val="0"/>
            </a:spcBef>
            <a:spcAft>
              <a:spcPct val="35000"/>
            </a:spcAft>
            <a:buNone/>
          </a:pPr>
          <a:r>
            <a:rPr lang="en-US" sz="1600" kern="1200"/>
            <a:t>It can detect the language of a document, identify important phrases, recognize people, places, organizations, brands, or events, and measure whether the sentiment is positive or negative.</a:t>
          </a:r>
        </a:p>
      </dsp:txBody>
      <dsp:txXfrm>
        <a:off x="754953" y="818582"/>
        <a:ext cx="9760646" cy="653639"/>
      </dsp:txXfrm>
    </dsp:sp>
    <dsp:sp modelId="{DEB2D62F-D799-4365-9965-2C0D66BDC132}">
      <dsp:nvSpPr>
        <dsp:cNvPr id="0" name=""/>
        <dsp:cNvSpPr/>
      </dsp:nvSpPr>
      <dsp:spPr>
        <a:xfrm>
          <a:off x="0" y="1635631"/>
          <a:ext cx="10515600" cy="653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996ECA-1980-4E56-BC51-843D8D067AC8}">
      <dsp:nvSpPr>
        <dsp:cNvPr id="0" name=""/>
        <dsp:cNvSpPr/>
      </dsp:nvSpPr>
      <dsp:spPr>
        <a:xfrm>
          <a:off x="197725" y="1782700"/>
          <a:ext cx="359501" cy="3595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EEB4D3-ECEC-40FB-9C4E-EBB06C877EA8}">
      <dsp:nvSpPr>
        <dsp:cNvPr id="0" name=""/>
        <dsp:cNvSpPr/>
      </dsp:nvSpPr>
      <dsp:spPr>
        <a:xfrm>
          <a:off x="754953" y="1635631"/>
          <a:ext cx="9760646" cy="65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77" tIns="69177" rIns="69177" bIns="69177" numCol="1" spcCol="1270" anchor="ctr" anchorCtr="0">
          <a:noAutofit/>
        </a:bodyPr>
        <a:lstStyle/>
        <a:p>
          <a:pPr marL="0" lvl="0" indent="0" algn="l" defTabSz="711200">
            <a:lnSpc>
              <a:spcPct val="100000"/>
            </a:lnSpc>
            <a:spcBef>
              <a:spcPct val="0"/>
            </a:spcBef>
            <a:spcAft>
              <a:spcPct val="35000"/>
            </a:spcAft>
            <a:buNone/>
          </a:pPr>
          <a:r>
            <a:rPr lang="en-US" sz="1600" kern="1200"/>
            <a:t>Custom Classification allows an organization to define its own categories. For example, customer emails could be classified as billing, technical support, refund request, or complaint.</a:t>
          </a:r>
        </a:p>
      </dsp:txBody>
      <dsp:txXfrm>
        <a:off x="754953" y="1635631"/>
        <a:ext cx="9760646" cy="653639"/>
      </dsp:txXfrm>
    </dsp:sp>
    <dsp:sp modelId="{F6020FB1-0E06-4B55-8E2C-F0886ED39895}">
      <dsp:nvSpPr>
        <dsp:cNvPr id="0" name=""/>
        <dsp:cNvSpPr/>
      </dsp:nvSpPr>
      <dsp:spPr>
        <a:xfrm>
          <a:off x="0" y="2452680"/>
          <a:ext cx="10515600" cy="653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D6092F-BED7-491D-8A68-EE4BF20546A8}">
      <dsp:nvSpPr>
        <dsp:cNvPr id="0" name=""/>
        <dsp:cNvSpPr/>
      </dsp:nvSpPr>
      <dsp:spPr>
        <a:xfrm>
          <a:off x="197725" y="2599749"/>
          <a:ext cx="359501" cy="3595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CDC5AE-5FF5-4726-AC43-CDED83E05352}">
      <dsp:nvSpPr>
        <dsp:cNvPr id="0" name=""/>
        <dsp:cNvSpPr/>
      </dsp:nvSpPr>
      <dsp:spPr>
        <a:xfrm>
          <a:off x="754953" y="2452680"/>
          <a:ext cx="9760646" cy="65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77" tIns="69177" rIns="69177" bIns="69177" numCol="1" spcCol="1270" anchor="ctr" anchorCtr="0">
          <a:noAutofit/>
        </a:bodyPr>
        <a:lstStyle/>
        <a:p>
          <a:pPr marL="0" lvl="0" indent="0" algn="l" defTabSz="711200">
            <a:lnSpc>
              <a:spcPct val="100000"/>
            </a:lnSpc>
            <a:spcBef>
              <a:spcPct val="0"/>
            </a:spcBef>
            <a:spcAft>
              <a:spcPct val="35000"/>
            </a:spcAft>
            <a:buNone/>
          </a:pPr>
          <a:r>
            <a:rPr lang="en-US" sz="1600" kern="1200"/>
            <a:t>Named Entity Recognition, or NER, identifies common entities such as people, locations, organizations, and dates.</a:t>
          </a:r>
        </a:p>
      </dsp:txBody>
      <dsp:txXfrm>
        <a:off x="754953" y="2452680"/>
        <a:ext cx="9760646" cy="653639"/>
      </dsp:txXfrm>
    </dsp:sp>
    <dsp:sp modelId="{F4D5798C-BB83-44E7-B62E-9D29B64D8EB5}">
      <dsp:nvSpPr>
        <dsp:cNvPr id="0" name=""/>
        <dsp:cNvSpPr/>
      </dsp:nvSpPr>
      <dsp:spPr>
        <a:xfrm>
          <a:off x="0" y="3269729"/>
          <a:ext cx="10515600" cy="653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99FFB-FE2D-4A93-9A84-F5A74AB0E5E0}">
      <dsp:nvSpPr>
        <dsp:cNvPr id="0" name=""/>
        <dsp:cNvSpPr/>
      </dsp:nvSpPr>
      <dsp:spPr>
        <a:xfrm>
          <a:off x="197725" y="3416798"/>
          <a:ext cx="359501" cy="3595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F3CF916-D91B-479B-B293-6E4FA6DE6F3A}">
      <dsp:nvSpPr>
        <dsp:cNvPr id="0" name=""/>
        <dsp:cNvSpPr/>
      </dsp:nvSpPr>
      <dsp:spPr>
        <a:xfrm>
          <a:off x="754953" y="3269729"/>
          <a:ext cx="9760646" cy="65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77" tIns="69177" rIns="69177" bIns="69177" numCol="1" spcCol="1270" anchor="ctr" anchorCtr="0">
          <a:noAutofit/>
        </a:bodyPr>
        <a:lstStyle/>
        <a:p>
          <a:pPr marL="0" lvl="0" indent="0" algn="l" defTabSz="711200">
            <a:lnSpc>
              <a:spcPct val="100000"/>
            </a:lnSpc>
            <a:spcBef>
              <a:spcPct val="0"/>
            </a:spcBef>
            <a:spcAft>
              <a:spcPct val="35000"/>
            </a:spcAft>
            <a:buNone/>
          </a:pPr>
          <a:r>
            <a:rPr lang="en-US" sz="1600" kern="1200"/>
            <a:t>Custom Entity Recognition goes further by learning business-specific entities. A company could train it to recognize policy numbers, product codes, or other internal terminology.</a:t>
          </a:r>
        </a:p>
      </dsp:txBody>
      <dsp:txXfrm>
        <a:off x="754953" y="3269729"/>
        <a:ext cx="9760646" cy="653639"/>
      </dsp:txXfrm>
    </dsp:sp>
    <dsp:sp modelId="{EFBD09E3-ED33-488E-BFBD-1B13CD965CFB}">
      <dsp:nvSpPr>
        <dsp:cNvPr id="0" name=""/>
        <dsp:cNvSpPr/>
      </dsp:nvSpPr>
      <dsp:spPr>
        <a:xfrm>
          <a:off x="0" y="4086778"/>
          <a:ext cx="10515600" cy="65363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D160A5-27A2-4770-B831-C8A826E47FED}">
      <dsp:nvSpPr>
        <dsp:cNvPr id="0" name=""/>
        <dsp:cNvSpPr/>
      </dsp:nvSpPr>
      <dsp:spPr>
        <a:xfrm>
          <a:off x="197725" y="4233847"/>
          <a:ext cx="359501" cy="35950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A9603C-A11C-4AAB-8DB5-B6D7DFD8033E}">
      <dsp:nvSpPr>
        <dsp:cNvPr id="0" name=""/>
        <dsp:cNvSpPr/>
      </dsp:nvSpPr>
      <dsp:spPr>
        <a:xfrm>
          <a:off x="754953" y="4086778"/>
          <a:ext cx="9760646" cy="653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9177" tIns="69177" rIns="69177" bIns="69177" numCol="1" spcCol="1270" anchor="ctr" anchorCtr="0">
          <a:noAutofit/>
        </a:bodyPr>
        <a:lstStyle/>
        <a:p>
          <a:pPr marL="0" lvl="0" indent="0" algn="l" defTabSz="711200">
            <a:lnSpc>
              <a:spcPct val="100000"/>
            </a:lnSpc>
            <a:spcBef>
              <a:spcPct val="0"/>
            </a:spcBef>
            <a:spcAft>
              <a:spcPct val="35000"/>
            </a:spcAft>
            <a:buNone/>
          </a:pPr>
          <a:r>
            <a:rPr lang="en-US" sz="1600" kern="1200"/>
            <a:t>Amazon Comprehend can work in both real-time and asynchronous batch workflows depending on the amount of data being processed.</a:t>
          </a:r>
        </a:p>
      </dsp:txBody>
      <dsp:txXfrm>
        <a:off x="754953" y="4086778"/>
        <a:ext cx="9760646" cy="6536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3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4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4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0F41D7-4C35-4445-B214-2BCB84AB6511}" type="datetimeFigureOut">
              <a:rPr lang="en-IN" smtClean="0"/>
              <a:t>12-09-2026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9781A7-A7B8-4F99-9162-9114A1129718}" type="slidenum">
              <a:rPr lang="en-IN" smtClean="0"/>
              <a:t>‹#›</a:t>
            </a:fld>
            <a:endParaRPr lang="en-IN"/>
          </a:p>
        </p:txBody>
      </p:sp>
    </p:spTree>
    <p:extLst>
      <p:ext uri="{BB962C8B-B14F-4D97-AF65-F5344CB8AC3E}">
        <p14:creationId xmlns:p14="http://schemas.microsoft.com/office/powerpoint/2010/main" val="299894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09781A7-A7B8-4F99-9162-9114A1129718}" type="slidenum">
              <a:rPr lang="en-IN" smtClean="0"/>
              <a:t>7</a:t>
            </a:fld>
            <a:endParaRPr lang="en-IN"/>
          </a:p>
        </p:txBody>
      </p:sp>
    </p:spTree>
    <p:extLst>
      <p:ext uri="{BB962C8B-B14F-4D97-AF65-F5344CB8AC3E}">
        <p14:creationId xmlns:p14="http://schemas.microsoft.com/office/powerpoint/2010/main" val="1082550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44297-C836-29D1-EB9D-A1A60EF27F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00FDEB3-8C1E-625A-75D4-95CF82B789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3E63CD5-EAAB-C564-9A07-D3CF6093ED07}"/>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5" name="Footer Placeholder 4">
            <a:extLst>
              <a:ext uri="{FF2B5EF4-FFF2-40B4-BE49-F238E27FC236}">
                <a16:creationId xmlns:a16="http://schemas.microsoft.com/office/drawing/2014/main" id="{E5B95CA3-C4E1-981F-A52F-88A5776D42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5F3AA6-3311-ED68-7D2F-5548DF5F625C}"/>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207294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9194E-9226-9C1D-72D8-2145D5E216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BB825B-ADBB-33A2-0E10-6620EAA8B4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103A26-EA75-2635-4ECD-7D958961E9A0}"/>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5" name="Footer Placeholder 4">
            <a:extLst>
              <a:ext uri="{FF2B5EF4-FFF2-40B4-BE49-F238E27FC236}">
                <a16:creationId xmlns:a16="http://schemas.microsoft.com/office/drawing/2014/main" id="{3A16DA73-BB96-19D5-F3AB-60B14CE91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32415B-90F2-99F8-A245-B5B9566829D3}"/>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1634162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655C-AAE0-E92D-057D-B23088AF79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00C566-4DE8-5376-C507-0F3D81A04B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2C1C43-59A6-D2AB-65F1-FE00F554F00B}"/>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5" name="Footer Placeholder 4">
            <a:extLst>
              <a:ext uri="{FF2B5EF4-FFF2-40B4-BE49-F238E27FC236}">
                <a16:creationId xmlns:a16="http://schemas.microsoft.com/office/drawing/2014/main" id="{45394B1F-3D66-91DB-FA98-6C2C964CEB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5276C0-E574-5367-C466-444C36EDB2D1}"/>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304032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1FF89-E93F-4998-AB3C-BC5C708F09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A6FD20-CAE8-69C6-1EB1-BB7099A3DC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D2D46A-697E-11B1-307C-7A30198432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775E4E5-385F-8160-9BF8-A83DBE98F60E}"/>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6" name="Footer Placeholder 5">
            <a:extLst>
              <a:ext uri="{FF2B5EF4-FFF2-40B4-BE49-F238E27FC236}">
                <a16:creationId xmlns:a16="http://schemas.microsoft.com/office/drawing/2014/main" id="{DE23DA9B-E583-A694-E5BD-4F5E364D14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2E3F28-832A-F67B-145B-72D36BED6415}"/>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3813433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4021F-3096-E257-9D85-063D98B271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6099BC-0062-7B50-0EEE-03650FB0C3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926E5E-86DB-E3D8-575E-DB54815DBC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B996CAB-BECB-B667-4DFC-B4F7E38EB5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D93317-FE2A-D117-CFA4-EEE6E4A1D8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DE9C894-2C13-8CC2-D44D-113026E4EFDF}"/>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8" name="Footer Placeholder 7">
            <a:extLst>
              <a:ext uri="{FF2B5EF4-FFF2-40B4-BE49-F238E27FC236}">
                <a16:creationId xmlns:a16="http://schemas.microsoft.com/office/drawing/2014/main" id="{090FB32A-19EE-8BB8-83AE-C3B3B918C3E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CA27F8-2E12-1ECF-D27A-B2BA0DFDABF4}"/>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1674281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5F109-97E8-949E-BCA9-3B2DE9ED2A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E4C990-42A6-AD0C-6916-F8615808CB85}"/>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4" name="Footer Placeholder 3">
            <a:extLst>
              <a:ext uri="{FF2B5EF4-FFF2-40B4-BE49-F238E27FC236}">
                <a16:creationId xmlns:a16="http://schemas.microsoft.com/office/drawing/2014/main" id="{AC1C7C66-5443-95B6-B83D-2F53A34AD61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55AE51D-BAE5-564F-A57E-A70C6418860E}"/>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171660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6DEA9E-4578-6CC0-0A56-077027EA291D}"/>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3" name="Footer Placeholder 2">
            <a:extLst>
              <a:ext uri="{FF2B5EF4-FFF2-40B4-BE49-F238E27FC236}">
                <a16:creationId xmlns:a16="http://schemas.microsoft.com/office/drawing/2014/main" id="{00C68BC8-64CF-C1D4-CEC2-96E08EDBB8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810DE0-C4EA-DF1F-A0A7-C0BDF0191AB0}"/>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953303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BF029-62E0-A21A-29E7-6069980153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AE801D-683E-E902-8858-7A32344470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DE6C336-ADD1-D0DF-4BEB-F4EDD274AB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9A0E43-040F-CD5B-D704-CA1913F04D61}"/>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6" name="Footer Placeholder 5">
            <a:extLst>
              <a:ext uri="{FF2B5EF4-FFF2-40B4-BE49-F238E27FC236}">
                <a16:creationId xmlns:a16="http://schemas.microsoft.com/office/drawing/2014/main" id="{72578657-B73A-BCF6-BD54-F65C0463A2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0BB823-1E4C-9E0E-A882-32BA7461921A}"/>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472109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0E889-101D-6838-736A-A176BF666A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35C8A39-82B8-2B46-171A-125DD20D28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EA375E-D1A1-5E70-E332-E81A7D5C5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9565C2-27CD-9287-4F5B-F610FACAFCDF}"/>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6" name="Footer Placeholder 5">
            <a:extLst>
              <a:ext uri="{FF2B5EF4-FFF2-40B4-BE49-F238E27FC236}">
                <a16:creationId xmlns:a16="http://schemas.microsoft.com/office/drawing/2014/main" id="{75DC5A1C-083F-FEF8-E936-8D1C364110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D790F0-5A5D-7BC5-FCF2-B3785B71AC2A}"/>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4080896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A3DA2-9504-9BEE-7404-8E64C7EAC9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EC1BE7-BE0C-037D-D2EA-29B8724817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6E422B-64C9-5E8D-E3C9-3DD23A855D9C}"/>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5" name="Footer Placeholder 4">
            <a:extLst>
              <a:ext uri="{FF2B5EF4-FFF2-40B4-BE49-F238E27FC236}">
                <a16:creationId xmlns:a16="http://schemas.microsoft.com/office/drawing/2014/main" id="{33A4D5DC-CAD1-0E8D-3F04-D62F433A30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6C503-812C-4708-73A5-E736736CD25A}"/>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1155493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CB86DB-3506-D2C5-4D43-89A6967CA8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6F0231-3147-1490-86C3-932A99010B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FB8419-CD74-1F0C-7D47-BD31AA9FE978}"/>
              </a:ext>
            </a:extLst>
          </p:cNvPr>
          <p:cNvSpPr>
            <a:spLocks noGrp="1"/>
          </p:cNvSpPr>
          <p:nvPr>
            <p:ph type="dt" sz="half" idx="10"/>
          </p:nvPr>
        </p:nvSpPr>
        <p:spPr/>
        <p:txBody>
          <a:bodyPr/>
          <a:lstStyle/>
          <a:p>
            <a:fld id="{A107EF1C-B05C-474D-9819-F1AD3DFE7C9A}" type="datetimeFigureOut">
              <a:rPr lang="en-IN" smtClean="0"/>
              <a:t>12-09-2026</a:t>
            </a:fld>
            <a:endParaRPr lang="en-IN"/>
          </a:p>
        </p:txBody>
      </p:sp>
      <p:sp>
        <p:nvSpPr>
          <p:cNvPr id="5" name="Footer Placeholder 4">
            <a:extLst>
              <a:ext uri="{FF2B5EF4-FFF2-40B4-BE49-F238E27FC236}">
                <a16:creationId xmlns:a16="http://schemas.microsoft.com/office/drawing/2014/main" id="{8E1476F7-4701-8DB1-7CC0-CD3662F6B8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9C7BE1-B582-B825-44E8-52FCF540862C}"/>
              </a:ext>
            </a:extLst>
          </p:cNvPr>
          <p:cNvSpPr>
            <a:spLocks noGrp="1"/>
          </p:cNvSpPr>
          <p:nvPr>
            <p:ph type="sldNum" sz="quarter" idx="12"/>
          </p:nvPr>
        </p:nvSpPr>
        <p:spPr/>
        <p:txBody>
          <a:bodyPr/>
          <a:lstStyle/>
          <a:p>
            <a:fld id="{1847E86A-E8DA-4BD0-81E9-17019DCD0A10}" type="slidenum">
              <a:rPr lang="en-IN" smtClean="0"/>
              <a:t>‹#›</a:t>
            </a:fld>
            <a:endParaRPr lang="en-IN"/>
          </a:p>
        </p:txBody>
      </p:sp>
    </p:spTree>
    <p:extLst>
      <p:ext uri="{BB962C8B-B14F-4D97-AF65-F5344CB8AC3E}">
        <p14:creationId xmlns:p14="http://schemas.microsoft.com/office/powerpoint/2010/main" val="1406331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868AE2-B254-E3F7-82F7-451DAD5696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0C7F29-A430-AA16-D947-BA233CC670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1836F1-1188-992F-4B0E-36DCFD6B59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07EF1C-B05C-474D-9819-F1AD3DFE7C9A}" type="datetimeFigureOut">
              <a:rPr lang="en-IN" smtClean="0"/>
              <a:t>12-09-2026</a:t>
            </a:fld>
            <a:endParaRPr lang="en-IN"/>
          </a:p>
        </p:txBody>
      </p:sp>
      <p:sp>
        <p:nvSpPr>
          <p:cNvPr id="5" name="Footer Placeholder 4">
            <a:extLst>
              <a:ext uri="{FF2B5EF4-FFF2-40B4-BE49-F238E27FC236}">
                <a16:creationId xmlns:a16="http://schemas.microsoft.com/office/drawing/2014/main" id="{E827D443-4E22-8BD5-9696-6204AE121B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D512A4A-C24D-BA17-A4F5-D76FB4F92B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47E86A-E8DA-4BD0-81E9-17019DCD0A10}" type="slidenum">
              <a:rPr lang="en-IN" smtClean="0"/>
              <a:t>‹#›</a:t>
            </a:fld>
            <a:endParaRPr lang="en-IN"/>
          </a:p>
        </p:txBody>
      </p:sp>
    </p:spTree>
    <p:extLst>
      <p:ext uri="{BB962C8B-B14F-4D97-AF65-F5344CB8AC3E}">
        <p14:creationId xmlns:p14="http://schemas.microsoft.com/office/powerpoint/2010/main" val="3228046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Connected wire-frame lines and dots">
            <a:extLst>
              <a:ext uri="{FF2B5EF4-FFF2-40B4-BE49-F238E27FC236}">
                <a16:creationId xmlns:a16="http://schemas.microsoft.com/office/drawing/2014/main" id="{B49B50FF-BAFF-0743-5A21-608345CF9459}"/>
              </a:ext>
            </a:extLst>
          </p:cNvPr>
          <p:cNvPicPr>
            <a:picLocks noChangeAspect="1"/>
          </p:cNvPicPr>
          <p:nvPr/>
        </p:nvPicPr>
        <p:blipFill>
          <a:blip r:embed="rId2">
            <a:alphaModFix amt="50000"/>
          </a:blip>
          <a:srcRect t="11546" b="4185"/>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59BD4390-8163-254D-4EF0-D21AFCCCB2BF}"/>
              </a:ext>
            </a:extLst>
          </p:cNvPr>
          <p:cNvSpPr>
            <a:spLocks noGrp="1"/>
          </p:cNvSpPr>
          <p:nvPr>
            <p:ph type="ctrTitle"/>
          </p:nvPr>
        </p:nvSpPr>
        <p:spPr>
          <a:xfrm>
            <a:off x="1524000" y="1122362"/>
            <a:ext cx="9144000" cy="2900518"/>
          </a:xfrm>
        </p:spPr>
        <p:txBody>
          <a:bodyPr>
            <a:normAutofit/>
          </a:bodyPr>
          <a:lstStyle/>
          <a:p>
            <a:r>
              <a:rPr lang="en-US" b="1">
                <a:solidFill>
                  <a:srgbClr val="FFFFFF"/>
                </a:solidFill>
                <a:latin typeface="Calibri" pitchFamily="34" charset="0"/>
                <a:ea typeface="Calibri" pitchFamily="34" charset="-122"/>
                <a:cs typeface="Calibri" pitchFamily="34" charset="-120"/>
              </a:rPr>
              <a:t>Preparing and Managing Data for Generative AI on AWS</a:t>
            </a:r>
            <a:endParaRPr lang="en-IN">
              <a:solidFill>
                <a:srgbClr val="FFFFFF"/>
              </a:solidFill>
            </a:endParaRPr>
          </a:p>
        </p:txBody>
      </p:sp>
      <p:sp>
        <p:nvSpPr>
          <p:cNvPr id="3" name="Subtitle 2">
            <a:extLst>
              <a:ext uri="{FF2B5EF4-FFF2-40B4-BE49-F238E27FC236}">
                <a16:creationId xmlns:a16="http://schemas.microsoft.com/office/drawing/2014/main" id="{8EDB76D6-A01F-3F3E-5E35-AE8C95DEC1D9}"/>
              </a:ext>
            </a:extLst>
          </p:cNvPr>
          <p:cNvSpPr>
            <a:spLocks noGrp="1"/>
          </p:cNvSpPr>
          <p:nvPr>
            <p:ph type="subTitle" idx="1"/>
          </p:nvPr>
        </p:nvSpPr>
        <p:spPr>
          <a:xfrm>
            <a:off x="1524000" y="4159404"/>
            <a:ext cx="9144000" cy="1098395"/>
          </a:xfrm>
        </p:spPr>
        <p:txBody>
          <a:bodyPr>
            <a:normAutofit/>
          </a:bodyPr>
          <a:lstStyle/>
          <a:p>
            <a:r>
              <a:rPr lang="en-US" sz="1500">
                <a:solidFill>
                  <a:srgbClr val="FFFFFF"/>
                </a:solidFill>
                <a:latin typeface="Calibri" pitchFamily="34" charset="0"/>
                <a:ea typeface="Calibri" pitchFamily="34" charset="-122"/>
                <a:cs typeface="Calibri" pitchFamily="34" charset="-120"/>
              </a:rPr>
              <a:t>Bedrock Data Automation, SageMaker Data Wrangler, AWS Glue, Amazon Transcribe, and Amazon Comprehend</a:t>
            </a:r>
            <a:endParaRPr lang="en-US" sz="1500">
              <a:solidFill>
                <a:srgbClr val="FFFFFF"/>
              </a:solidFill>
            </a:endParaRPr>
          </a:p>
          <a:p>
            <a:r>
              <a:rPr lang="en-US" sz="1500">
                <a:solidFill>
                  <a:srgbClr val="FFFFFF"/>
                </a:solidFill>
                <a:latin typeface="Calibri" pitchFamily="34" charset="0"/>
                <a:ea typeface="Calibri" pitchFamily="34" charset="-122"/>
                <a:cs typeface="Calibri" pitchFamily="34" charset="-120"/>
              </a:rPr>
              <a:t>Presented by: Akash Patel</a:t>
            </a:r>
            <a:endParaRPr lang="en-US" sz="1500">
              <a:solidFill>
                <a:srgbClr val="FFFFFF"/>
              </a:solidFill>
            </a:endParaRPr>
          </a:p>
          <a:p>
            <a:r>
              <a:rPr lang="en-US" sz="1500">
                <a:solidFill>
                  <a:srgbClr val="FFFFFF"/>
                </a:solidFill>
                <a:latin typeface="Calibri" pitchFamily="34" charset="0"/>
                <a:ea typeface="Calibri" pitchFamily="34" charset="-122"/>
                <a:cs typeface="Calibri" pitchFamily="34" charset="-120"/>
              </a:rPr>
              <a:t>Concordia University Chicago</a:t>
            </a:r>
            <a:endParaRPr lang="en-US" sz="1500">
              <a:solidFill>
                <a:srgbClr val="FFFFFF"/>
              </a:solidFill>
            </a:endParaRPr>
          </a:p>
          <a:p>
            <a:endParaRPr lang="en-IN" sz="1500">
              <a:solidFill>
                <a:srgbClr val="FFFFFF"/>
              </a:solidFill>
            </a:endParaRPr>
          </a:p>
        </p:txBody>
      </p:sp>
    </p:spTree>
    <p:extLst>
      <p:ext uri="{BB962C8B-B14F-4D97-AF65-F5344CB8AC3E}">
        <p14:creationId xmlns:p14="http://schemas.microsoft.com/office/powerpoint/2010/main" val="113546230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4516EA-252B-BCC2-42ED-4D45BB93BBE6}"/>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latin typeface="Calibri" pitchFamily="34" charset="0"/>
                <a:ea typeface="Calibri" pitchFamily="34" charset="-122"/>
                <a:cs typeface="Calibri" pitchFamily="34" charset="-120"/>
              </a:rPr>
              <a:t>Why Data Preparation Matters in Generative AI</a:t>
            </a:r>
            <a:endParaRPr lang="en-IN" sz="4000">
              <a:solidFill>
                <a:srgbClr val="FFFFFF"/>
              </a:solidFill>
            </a:endParaRPr>
          </a:p>
        </p:txBody>
      </p:sp>
      <p:sp>
        <p:nvSpPr>
          <p:cNvPr id="3" name="Content Placeholder 2">
            <a:extLst>
              <a:ext uri="{FF2B5EF4-FFF2-40B4-BE49-F238E27FC236}">
                <a16:creationId xmlns:a16="http://schemas.microsoft.com/office/drawing/2014/main" id="{8AC64539-9AF7-ADF4-A8AF-4B8C2ACF1CDB}"/>
              </a:ext>
            </a:extLst>
          </p:cNvPr>
          <p:cNvSpPr>
            <a:spLocks noGrp="1"/>
          </p:cNvSpPr>
          <p:nvPr>
            <p:ph idx="1"/>
          </p:nvPr>
        </p:nvSpPr>
        <p:spPr>
          <a:xfrm>
            <a:off x="4810259" y="649480"/>
            <a:ext cx="6555347" cy="5546047"/>
          </a:xfrm>
        </p:spPr>
        <p:txBody>
          <a:bodyPr anchor="ctr">
            <a:normAutofit/>
          </a:bodyPr>
          <a:lstStyle/>
          <a:p>
            <a:r>
              <a:rPr lang="en-US" sz="1700">
                <a:latin typeface="Calibri" pitchFamily="34" charset="0"/>
                <a:ea typeface="Calibri" pitchFamily="34" charset="-122"/>
                <a:cs typeface="Calibri" pitchFamily="34" charset="-120"/>
              </a:rPr>
              <a:t>A Generative AI application is only as useful as the data it receives. Even a powerful Foundation Model may give weak or confusing results when the input data is incomplete, badly formatted, or difficult to understand.</a:t>
            </a:r>
            <a:endParaRPr lang="en-US" sz="1700"/>
          </a:p>
          <a:p>
            <a:endParaRPr lang="en-US" sz="1700"/>
          </a:p>
          <a:p>
            <a:r>
              <a:rPr lang="en-US" sz="1700">
                <a:latin typeface="Calibri" pitchFamily="34" charset="0"/>
                <a:ea typeface="Calibri" pitchFamily="34" charset="-122"/>
                <a:cs typeface="Calibri" pitchFamily="34" charset="-120"/>
              </a:rPr>
              <a:t>Real business data comes in many different forms. An organization may have structured database records, PDFs, scanned documents, emails, images, audio recordings, videos, and application logs.</a:t>
            </a:r>
            <a:endParaRPr lang="en-US" sz="1700"/>
          </a:p>
          <a:p>
            <a:endParaRPr lang="en-US" sz="1700"/>
          </a:p>
          <a:p>
            <a:r>
              <a:rPr lang="en-US" sz="1700">
                <a:latin typeface="Calibri" pitchFamily="34" charset="0"/>
                <a:ea typeface="Calibri" pitchFamily="34" charset="-122"/>
                <a:cs typeface="Calibri" pitchFamily="34" charset="-120"/>
              </a:rPr>
              <a:t>Before this information can be used by a model, Knowledge Base, or machine learning workflow, it often needs to be cleaned, organized, transformed, or converted into a useful structure.</a:t>
            </a:r>
            <a:endParaRPr lang="en-US" sz="1700"/>
          </a:p>
          <a:p>
            <a:endParaRPr lang="en-US" sz="1700"/>
          </a:p>
          <a:p>
            <a:r>
              <a:rPr lang="en-US" sz="1700">
                <a:latin typeface="Calibri" pitchFamily="34" charset="0"/>
                <a:ea typeface="Calibri" pitchFamily="34" charset="-122"/>
                <a:cs typeface="Calibri" pitchFamily="34" charset="-120"/>
              </a:rPr>
              <a:t>This video focuses on the AWS services that help prepare and process this information before it becomes part of a Generative AI system.</a:t>
            </a:r>
            <a:endParaRPr lang="en-US" sz="1700"/>
          </a:p>
          <a:p>
            <a:endParaRPr lang="en-US" sz="1700"/>
          </a:p>
          <a:p>
            <a:r>
              <a:rPr lang="en-US" sz="1700">
                <a:latin typeface="Calibri" pitchFamily="34" charset="0"/>
                <a:ea typeface="Calibri" pitchFamily="34" charset="-122"/>
                <a:cs typeface="Calibri" pitchFamily="34" charset="-120"/>
              </a:rPr>
              <a:t>Main idea:</a:t>
            </a:r>
            <a:endParaRPr lang="en-US" sz="1700"/>
          </a:p>
          <a:p>
            <a:pPr marL="0" indent="0">
              <a:buNone/>
            </a:pPr>
            <a:r>
              <a:rPr lang="en-US" sz="1700">
                <a:latin typeface="Calibri" pitchFamily="34" charset="0"/>
                <a:ea typeface="Calibri" pitchFamily="34" charset="-122"/>
                <a:cs typeface="Calibri" pitchFamily="34" charset="-120"/>
              </a:rPr>
              <a:t>Good AI results begin with usable, organized, and trustworthy data.</a:t>
            </a:r>
            <a:endParaRPr lang="en-US" sz="1700"/>
          </a:p>
        </p:txBody>
      </p:sp>
    </p:spTree>
    <p:extLst>
      <p:ext uri="{BB962C8B-B14F-4D97-AF65-F5344CB8AC3E}">
        <p14:creationId xmlns:p14="http://schemas.microsoft.com/office/powerpoint/2010/main" val="3420901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0BF84D-D731-1284-ABD8-0D32F8800DB3}"/>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Calibri" pitchFamily="34" charset="0"/>
                <a:ea typeface="Calibri" pitchFamily="34" charset="-122"/>
                <a:cs typeface="Calibri" pitchFamily="34" charset="-120"/>
              </a:rPr>
              <a:t>Structured Data and Bedrock API Requests</a:t>
            </a:r>
            <a:endParaRPr lang="en-IN">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ACD46926-AF7A-E3D2-DD12-050708D319AE}"/>
              </a:ext>
            </a:extLst>
          </p:cNvPr>
          <p:cNvSpPr>
            <a:spLocks noGrp="1"/>
          </p:cNvSpPr>
          <p:nvPr>
            <p:ph idx="1"/>
          </p:nvPr>
        </p:nvSpPr>
        <p:spPr>
          <a:xfrm>
            <a:off x="4447308" y="591344"/>
            <a:ext cx="6906491" cy="5585619"/>
          </a:xfrm>
        </p:spPr>
        <p:txBody>
          <a:bodyPr anchor="ctr">
            <a:normAutofit/>
          </a:bodyPr>
          <a:lstStyle/>
          <a:p>
            <a:r>
              <a:rPr lang="en-US" sz="1300">
                <a:latin typeface="Calibri" pitchFamily="34" charset="0"/>
                <a:ea typeface="Calibri" pitchFamily="34" charset="-122"/>
                <a:cs typeface="Calibri" pitchFamily="34" charset="-120"/>
              </a:rPr>
              <a:t>Structured data follows a known format or schema. Examples include database tables, CSV files, and JSON objects where each field has a clear purpose.</a:t>
            </a:r>
            <a:endParaRPr lang="en-US" sz="1300"/>
          </a:p>
          <a:p>
            <a:endParaRPr lang="en-US" sz="1300"/>
          </a:p>
          <a:p>
            <a:r>
              <a:rPr lang="en-US" sz="1300">
                <a:latin typeface="Calibri" pitchFamily="34" charset="0"/>
                <a:ea typeface="Calibri" pitchFamily="34" charset="-122"/>
                <a:cs typeface="Calibri" pitchFamily="34" charset="-120"/>
              </a:rPr>
              <a:t>Amazon Bedrock API requests generally use JSON. JSON provides a structured way to send the prompt, model settings, messages, and other configuration information to the service.</a:t>
            </a:r>
            <a:endParaRPr lang="en-US" sz="1300"/>
          </a:p>
          <a:p>
            <a:endParaRPr lang="en-US" sz="1300"/>
          </a:p>
          <a:p>
            <a:r>
              <a:rPr lang="en-US" sz="1300">
                <a:latin typeface="Calibri" pitchFamily="34" charset="0"/>
                <a:ea typeface="Calibri" pitchFamily="34" charset="-122"/>
                <a:cs typeface="Calibri" pitchFamily="34" charset="-120"/>
              </a:rPr>
              <a:t>A request may include fields such as the prompt text, temperature, maximum tokens, model ID, or conversation messages depending on the API being used.</a:t>
            </a:r>
            <a:endParaRPr lang="en-US" sz="1300"/>
          </a:p>
          <a:p>
            <a:endParaRPr lang="en-US" sz="1300"/>
          </a:p>
          <a:p>
            <a:r>
              <a:rPr lang="en-US" sz="1300">
                <a:latin typeface="Calibri" pitchFamily="34" charset="0"/>
                <a:ea typeface="Calibri" pitchFamily="34" charset="-122"/>
                <a:cs typeface="Calibri" pitchFamily="34" charset="-120"/>
              </a:rPr>
              <a:t>SageMaker endpoints also expect the application to provide data in the format required by the deployed model. For many LLM applications this is JSON, while traditional machine learning models may use formats such as CSV.</a:t>
            </a:r>
            <a:endParaRPr lang="en-US" sz="1300"/>
          </a:p>
          <a:p>
            <a:endParaRPr lang="en-US" sz="1300"/>
          </a:p>
          <a:p>
            <a:r>
              <a:rPr lang="en-US" sz="1300">
                <a:latin typeface="Calibri" pitchFamily="34" charset="0"/>
                <a:ea typeface="Calibri" pitchFamily="34" charset="-122"/>
                <a:cs typeface="Calibri" pitchFamily="34" charset="-120"/>
              </a:rPr>
              <a:t>AWS does not automatically understand every custom input format. The application and model endpoint need to agree on the expected structure.</a:t>
            </a:r>
            <a:endParaRPr lang="en-US" sz="1300"/>
          </a:p>
          <a:p>
            <a:endParaRPr lang="en-US" sz="1300"/>
          </a:p>
          <a:p>
            <a:r>
              <a:rPr lang="en-US" sz="1300">
                <a:latin typeface="Calibri" pitchFamily="34" charset="0"/>
                <a:ea typeface="Calibri" pitchFamily="34" charset="-122"/>
                <a:cs typeface="Calibri" pitchFamily="34" charset="-120"/>
              </a:rPr>
              <a:t>Simple example:</a:t>
            </a:r>
            <a:endParaRPr lang="en-US" sz="1300"/>
          </a:p>
          <a:p>
            <a:pPr marL="0" indent="0">
              <a:buNone/>
            </a:pPr>
            <a:r>
              <a:rPr lang="en-US" sz="1300">
                <a:latin typeface="Calibri" pitchFamily="34" charset="0"/>
                <a:ea typeface="Calibri" pitchFamily="34" charset="-122"/>
                <a:cs typeface="Calibri" pitchFamily="34" charset="-120"/>
              </a:rPr>
              <a:t>Instead of sending only "Hello", an application may send structured JSON containing the user's role, message content, and model configuration.</a:t>
            </a:r>
            <a:endParaRPr lang="en-US" sz="1300"/>
          </a:p>
        </p:txBody>
      </p:sp>
    </p:spTree>
    <p:extLst>
      <p:ext uri="{BB962C8B-B14F-4D97-AF65-F5344CB8AC3E}">
        <p14:creationId xmlns:p14="http://schemas.microsoft.com/office/powerpoint/2010/main" val="3198398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07B2D-70D3-2DA3-4BCF-D4DFB36DD7C6}"/>
              </a:ext>
            </a:extLst>
          </p:cNvPr>
          <p:cNvSpPr>
            <a:spLocks noGrp="1"/>
          </p:cNvSpPr>
          <p:nvPr>
            <p:ph type="title"/>
          </p:nvPr>
        </p:nvSpPr>
        <p:spPr/>
        <p:txBody>
          <a:bodyPr/>
          <a:lstStyle/>
          <a:p>
            <a:r>
              <a:rPr lang="en-US" b="1">
                <a:solidFill>
                  <a:srgbClr val="000000"/>
                </a:solidFill>
                <a:latin typeface="Calibri" pitchFamily="34" charset="0"/>
                <a:ea typeface="Calibri" pitchFamily="34" charset="-122"/>
                <a:cs typeface="Calibri" pitchFamily="34" charset="-120"/>
              </a:rPr>
              <a:t>The Challenge of Unstructured Data</a:t>
            </a:r>
            <a:endParaRPr lang="en-IN" dirty="0"/>
          </a:p>
        </p:txBody>
      </p:sp>
      <p:graphicFrame>
        <p:nvGraphicFramePr>
          <p:cNvPr id="7" name="Content Placeholder 2">
            <a:extLst>
              <a:ext uri="{FF2B5EF4-FFF2-40B4-BE49-F238E27FC236}">
                <a16:creationId xmlns:a16="http://schemas.microsoft.com/office/drawing/2014/main" id="{70E5637D-DAF1-A2A9-D97D-E0EA49AB4453}"/>
              </a:ext>
            </a:extLst>
          </p:cNvPr>
          <p:cNvGraphicFramePr>
            <a:graphicFrameLocks noGrp="1"/>
          </p:cNvGraphicFramePr>
          <p:nvPr>
            <p:ph idx="1"/>
          </p:nvPr>
        </p:nvGraphicFramePr>
        <p:xfrm>
          <a:off x="838200" y="1825625"/>
          <a:ext cx="10515600" cy="4753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3506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717E5B-2C1D-4094-9D25-6FF6FBD92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 y="1219200"/>
            <a:ext cx="4510838" cy="380455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E3CE4426-D0F8-BBA0-1846-D2D93E96ACE1}"/>
              </a:ext>
            </a:extLst>
          </p:cNvPr>
          <p:cNvSpPr>
            <a:spLocks noGrp="1"/>
          </p:cNvSpPr>
          <p:nvPr>
            <p:ph type="title"/>
          </p:nvPr>
        </p:nvSpPr>
        <p:spPr>
          <a:xfrm>
            <a:off x="1139044" y="2090114"/>
            <a:ext cx="3382890" cy="2481886"/>
          </a:xfrm>
        </p:spPr>
        <p:txBody>
          <a:bodyPr>
            <a:normAutofit/>
          </a:bodyPr>
          <a:lstStyle/>
          <a:p>
            <a:pPr algn="ctr"/>
            <a:r>
              <a:rPr lang="en-US" sz="4100" b="1">
                <a:latin typeface="Calibri" pitchFamily="34" charset="0"/>
                <a:ea typeface="Calibri" pitchFamily="34" charset="-122"/>
                <a:cs typeface="Calibri" pitchFamily="34" charset="-120"/>
              </a:rPr>
              <a:t>Divider Strings for Better Data Segmentation</a:t>
            </a:r>
            <a:endParaRPr lang="en-IN" sz="4100"/>
          </a:p>
        </p:txBody>
      </p:sp>
      <p:sp>
        <p:nvSpPr>
          <p:cNvPr id="3" name="Content Placeholder 2">
            <a:extLst>
              <a:ext uri="{FF2B5EF4-FFF2-40B4-BE49-F238E27FC236}">
                <a16:creationId xmlns:a16="http://schemas.microsoft.com/office/drawing/2014/main" id="{39EFC8BC-BE5C-F625-1428-575EDC0868F1}"/>
              </a:ext>
            </a:extLst>
          </p:cNvPr>
          <p:cNvSpPr>
            <a:spLocks noGrp="1"/>
          </p:cNvSpPr>
          <p:nvPr>
            <p:ph idx="1"/>
          </p:nvPr>
        </p:nvSpPr>
        <p:spPr>
          <a:xfrm>
            <a:off x="5285014" y="964850"/>
            <a:ext cx="6068786" cy="4928300"/>
          </a:xfrm>
        </p:spPr>
        <p:txBody>
          <a:bodyPr anchor="ctr">
            <a:normAutofit/>
          </a:bodyPr>
          <a:lstStyle/>
          <a:p>
            <a:r>
              <a:rPr lang="en-US" sz="1300">
                <a:latin typeface="Calibri" pitchFamily="34" charset="0"/>
                <a:ea typeface="Calibri" pitchFamily="34" charset="-122"/>
                <a:cs typeface="Calibri" pitchFamily="34" charset="-120"/>
              </a:rPr>
              <a:t>Sometimes we need to preserve document boundaries before the content is chunked for a Knowledge Base or vector store.</a:t>
            </a:r>
            <a:endParaRPr lang="en-US" sz="1300"/>
          </a:p>
          <a:p>
            <a:endParaRPr lang="en-US" sz="1300"/>
          </a:p>
          <a:p>
            <a:r>
              <a:rPr lang="en-US" sz="1300">
                <a:latin typeface="Calibri" pitchFamily="34" charset="0"/>
                <a:ea typeface="Calibri" pitchFamily="34" charset="-122"/>
                <a:cs typeface="Calibri" pitchFamily="34" charset="-120"/>
              </a:rPr>
              <a:t>Divider strings are special markers added to the text to show where important sections begin or end.</a:t>
            </a:r>
            <a:endParaRPr lang="en-US" sz="1300"/>
          </a:p>
          <a:p>
            <a:endParaRPr lang="en-US" sz="1300"/>
          </a:p>
          <a:p>
            <a:r>
              <a:rPr lang="en-US" sz="1300">
                <a:latin typeface="Calibri" pitchFamily="34" charset="0"/>
                <a:ea typeface="Calibri" pitchFamily="34" charset="-122"/>
                <a:cs typeface="Calibri" pitchFamily="34" charset="-120"/>
              </a:rPr>
              <a:t>For example, an HTML heading such as &lt;h1&gt;Executive Summary&lt;/h1&gt; could be converted into something like:</a:t>
            </a:r>
            <a:endParaRPr lang="en-US" sz="1300"/>
          </a:p>
          <a:p>
            <a:pPr marL="0" indent="0">
              <a:buNone/>
            </a:pPr>
            <a:r>
              <a:rPr lang="en-US" sz="1300">
                <a:latin typeface="Calibri" pitchFamily="34" charset="0"/>
                <a:ea typeface="Calibri" pitchFamily="34" charset="-122"/>
                <a:cs typeface="Calibri" pitchFamily="34" charset="-120"/>
              </a:rPr>
              <a:t>&lt;SECTION_BREAK:Executive Summary&gt;</a:t>
            </a:r>
            <a:endParaRPr lang="en-US" sz="1300"/>
          </a:p>
          <a:p>
            <a:endParaRPr lang="en-US" sz="1300"/>
          </a:p>
          <a:p>
            <a:r>
              <a:rPr lang="en-US" sz="1300">
                <a:latin typeface="Calibri" pitchFamily="34" charset="0"/>
                <a:ea typeface="Calibri" pitchFamily="34" charset="-122"/>
                <a:cs typeface="Calibri" pitchFamily="34" charset="-120"/>
              </a:rPr>
              <a:t>This gives the later chunking process a clearer signal that a new topic has started.</a:t>
            </a:r>
            <a:endParaRPr lang="en-US" sz="1300"/>
          </a:p>
          <a:p>
            <a:endParaRPr lang="en-US" sz="1300"/>
          </a:p>
          <a:p>
            <a:r>
              <a:rPr lang="en-US" sz="1300">
                <a:latin typeface="Calibri" pitchFamily="34" charset="0"/>
                <a:ea typeface="Calibri" pitchFamily="34" charset="-122"/>
                <a:cs typeface="Calibri" pitchFamily="34" charset="-120"/>
              </a:rPr>
              <a:t>A Lambda preprocessing function can add these markers automatically, or an AWS Glue ETL job can perform the transformation as part of a larger data pipeline.</a:t>
            </a:r>
            <a:endParaRPr lang="en-US" sz="1300"/>
          </a:p>
          <a:p>
            <a:endParaRPr lang="en-US" sz="1300"/>
          </a:p>
          <a:p>
            <a:r>
              <a:rPr lang="en-US" sz="1300">
                <a:latin typeface="Calibri" pitchFamily="34" charset="0"/>
                <a:ea typeface="Calibri" pitchFamily="34" charset="-122"/>
                <a:cs typeface="Calibri" pitchFamily="34" charset="-120"/>
              </a:rPr>
              <a:t>Why it matters:</a:t>
            </a:r>
            <a:endParaRPr lang="en-US" sz="1300"/>
          </a:p>
          <a:p>
            <a:pPr marL="0" indent="0">
              <a:buNone/>
            </a:pPr>
            <a:r>
              <a:rPr lang="en-US" sz="1300">
                <a:latin typeface="Calibri" pitchFamily="34" charset="0"/>
                <a:ea typeface="Calibri" pitchFamily="34" charset="-122"/>
                <a:cs typeface="Calibri" pitchFamily="34" charset="-120"/>
              </a:rPr>
              <a:t>Better segmentation can help prevent unrelated sections from being mixed into the same chunk, which can later improve retrieval quality.</a:t>
            </a:r>
            <a:endParaRPr lang="en-US" sz="1300"/>
          </a:p>
        </p:txBody>
      </p:sp>
    </p:spTree>
    <p:extLst>
      <p:ext uri="{BB962C8B-B14F-4D97-AF65-F5344CB8AC3E}">
        <p14:creationId xmlns:p14="http://schemas.microsoft.com/office/powerpoint/2010/main" val="3763138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C19D01-687A-5E8C-0653-F4301BB152E6}"/>
              </a:ext>
            </a:extLst>
          </p:cNvPr>
          <p:cNvSpPr>
            <a:spLocks noGrp="1"/>
          </p:cNvSpPr>
          <p:nvPr>
            <p:ph type="title"/>
          </p:nvPr>
        </p:nvSpPr>
        <p:spPr>
          <a:xfrm>
            <a:off x="686834" y="591344"/>
            <a:ext cx="3200400" cy="5585619"/>
          </a:xfrm>
        </p:spPr>
        <p:txBody>
          <a:bodyPr>
            <a:normAutofit/>
          </a:bodyPr>
          <a:lstStyle/>
          <a:p>
            <a:r>
              <a:rPr lang="en-US" sz="4100" b="1">
                <a:solidFill>
                  <a:srgbClr val="FFFFFF"/>
                </a:solidFill>
                <a:latin typeface="Calibri" pitchFamily="34" charset="0"/>
                <a:ea typeface="Calibri" pitchFamily="34" charset="-122"/>
                <a:cs typeface="Calibri" pitchFamily="34" charset="-120"/>
              </a:rPr>
              <a:t>What Is Amazon Bedrock Data Automation?</a:t>
            </a:r>
            <a:endParaRPr lang="en-IN" sz="41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9884297-39FC-641A-1231-059EB15775D8}"/>
              </a:ext>
            </a:extLst>
          </p:cNvPr>
          <p:cNvSpPr>
            <a:spLocks noGrp="1"/>
          </p:cNvSpPr>
          <p:nvPr>
            <p:ph idx="1"/>
          </p:nvPr>
        </p:nvSpPr>
        <p:spPr>
          <a:xfrm>
            <a:off x="4447308" y="591344"/>
            <a:ext cx="6906491" cy="5585619"/>
          </a:xfrm>
        </p:spPr>
        <p:txBody>
          <a:bodyPr anchor="ctr">
            <a:normAutofit/>
          </a:bodyPr>
          <a:lstStyle/>
          <a:p>
            <a:r>
              <a:rPr lang="en-US" sz="1300">
                <a:latin typeface="Calibri" pitchFamily="34" charset="0"/>
                <a:ea typeface="Calibri" pitchFamily="34" charset="-122"/>
                <a:cs typeface="Calibri" pitchFamily="34" charset="-120"/>
              </a:rPr>
              <a:t>Amazon Bedrock Data Automation, or BDA, is designed to extract structured information from different types of content.</a:t>
            </a:r>
            <a:endParaRPr lang="en-US" sz="1300"/>
          </a:p>
          <a:p>
            <a:endParaRPr lang="en-US" sz="1300"/>
          </a:p>
          <a:p>
            <a:r>
              <a:rPr lang="en-US" sz="1300">
                <a:latin typeface="Calibri" pitchFamily="34" charset="0"/>
                <a:ea typeface="Calibri" pitchFamily="34" charset="-122"/>
                <a:cs typeface="Calibri" pitchFamily="34" charset="-120"/>
              </a:rPr>
              <a:t>It is multimodal, meaning it can process more than only text. The course covers documents, images, video, and audio.</a:t>
            </a:r>
            <a:endParaRPr lang="en-US" sz="1300"/>
          </a:p>
          <a:p>
            <a:endParaRPr lang="en-US" sz="1300"/>
          </a:p>
          <a:p>
            <a:r>
              <a:rPr lang="en-US" sz="1300">
                <a:latin typeface="Calibri" pitchFamily="34" charset="0"/>
                <a:ea typeface="Calibri" pitchFamily="34" charset="-122"/>
                <a:cs typeface="Calibri" pitchFamily="34" charset="-120"/>
              </a:rPr>
              <a:t>BDA can help prepare information for Knowledge Bases and vector stores, where clean and structured content is important for later retrieval.</a:t>
            </a:r>
            <a:endParaRPr lang="en-US" sz="1300"/>
          </a:p>
          <a:p>
            <a:endParaRPr lang="en-US" sz="1300"/>
          </a:p>
          <a:p>
            <a:r>
              <a:rPr lang="en-US" sz="1300">
                <a:latin typeface="Calibri" pitchFamily="34" charset="0"/>
                <a:ea typeface="Calibri" pitchFamily="34" charset="-122"/>
                <a:cs typeface="Calibri" pitchFamily="34" charset="-120"/>
              </a:rPr>
              <a:t>It can also support Intelligent Document Processing, where an organization automatically extracts useful fields from forms, reports, licenses, invoices, or similar documents.</a:t>
            </a:r>
            <a:endParaRPr lang="en-US" sz="1300"/>
          </a:p>
          <a:p>
            <a:endParaRPr lang="en-US" sz="1300"/>
          </a:p>
          <a:p>
            <a:r>
              <a:rPr lang="en-US" sz="1300">
                <a:latin typeface="Calibri" pitchFamily="34" charset="0"/>
                <a:ea typeface="Calibri" pitchFamily="34" charset="-122"/>
                <a:cs typeface="Calibri" pitchFamily="34" charset="-120"/>
              </a:rPr>
              <a:t>For video and other media, BDA can create summaries, recognize text, detect scenes or content, and return structured information that another application can use.</a:t>
            </a:r>
            <a:endParaRPr lang="en-US" sz="1300"/>
          </a:p>
          <a:p>
            <a:endParaRPr lang="en-US" sz="1300"/>
          </a:p>
          <a:p>
            <a:r>
              <a:rPr lang="en-US" sz="1300">
                <a:latin typeface="Calibri" pitchFamily="34" charset="0"/>
                <a:ea typeface="Calibri" pitchFamily="34" charset="-122"/>
                <a:cs typeface="Calibri" pitchFamily="34" charset="-120"/>
              </a:rPr>
              <a:t>Simple idea:</a:t>
            </a:r>
            <a:endParaRPr lang="en-US" sz="1300"/>
          </a:p>
          <a:p>
            <a:pPr marL="0" indent="0">
              <a:buNone/>
            </a:pPr>
            <a:r>
              <a:rPr lang="en-US" sz="1300">
                <a:latin typeface="Calibri" pitchFamily="34" charset="0"/>
                <a:ea typeface="Calibri" pitchFamily="34" charset="-122"/>
                <a:cs typeface="Calibri" pitchFamily="34" charset="-120"/>
              </a:rPr>
              <a:t>BDA helps turn messy real-world content into organized machine-readable information.</a:t>
            </a:r>
            <a:endParaRPr lang="en-US" sz="1300"/>
          </a:p>
        </p:txBody>
      </p:sp>
    </p:spTree>
    <p:extLst>
      <p:ext uri="{BB962C8B-B14F-4D97-AF65-F5344CB8AC3E}">
        <p14:creationId xmlns:p14="http://schemas.microsoft.com/office/powerpoint/2010/main" val="2866403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688E73-49B9-4052-A836-D248C825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B6AEE0C-07FE-4154-BC7C-2F20530BC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Computer script on a screen">
            <a:extLst>
              <a:ext uri="{FF2B5EF4-FFF2-40B4-BE49-F238E27FC236}">
                <a16:creationId xmlns:a16="http://schemas.microsoft.com/office/drawing/2014/main" id="{40A3DAEB-11B9-0830-EF3B-51C2B795EC26}"/>
              </a:ext>
            </a:extLst>
          </p:cNvPr>
          <p:cNvPicPr>
            <a:picLocks noChangeAspect="1"/>
          </p:cNvPicPr>
          <p:nvPr/>
        </p:nvPicPr>
        <p:blipFill>
          <a:blip r:embed="rId3">
            <a:alphaModFix amt="60000"/>
          </a:blip>
          <a:srcRect t="5981" b="9749"/>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2AFFBF79-6EF1-ED18-9B18-4DCD68AAC4E0}"/>
              </a:ext>
            </a:extLst>
          </p:cNvPr>
          <p:cNvSpPr>
            <a:spLocks noGrp="1"/>
          </p:cNvSpPr>
          <p:nvPr>
            <p:ph type="title"/>
          </p:nvPr>
        </p:nvSpPr>
        <p:spPr>
          <a:xfrm>
            <a:off x="838199" y="557189"/>
            <a:ext cx="5155263" cy="5571899"/>
          </a:xfrm>
        </p:spPr>
        <p:txBody>
          <a:bodyPr>
            <a:normAutofit/>
          </a:bodyPr>
          <a:lstStyle/>
          <a:p>
            <a:r>
              <a:rPr lang="en-US" b="1">
                <a:solidFill>
                  <a:srgbClr val="FFFFFF"/>
                </a:solidFill>
                <a:latin typeface="Calibri" pitchFamily="34" charset="0"/>
                <a:ea typeface="Calibri" pitchFamily="34" charset="-122"/>
                <a:cs typeface="Calibri" pitchFamily="34" charset="-120"/>
              </a:rPr>
              <a:t>Standard Output vs. Custom Output in BDA</a:t>
            </a:r>
            <a:endParaRPr lang="en-IN">
              <a:solidFill>
                <a:srgbClr val="FFFFFF"/>
              </a:solidFill>
            </a:endParaRPr>
          </a:p>
        </p:txBody>
      </p:sp>
      <p:sp>
        <p:nvSpPr>
          <p:cNvPr id="3" name="Content Placeholder 2">
            <a:extLst>
              <a:ext uri="{FF2B5EF4-FFF2-40B4-BE49-F238E27FC236}">
                <a16:creationId xmlns:a16="http://schemas.microsoft.com/office/drawing/2014/main" id="{86673C72-32D6-4386-A289-0542BEE5CF7F}"/>
              </a:ext>
            </a:extLst>
          </p:cNvPr>
          <p:cNvSpPr>
            <a:spLocks noGrp="1"/>
          </p:cNvSpPr>
          <p:nvPr>
            <p:ph idx="1"/>
          </p:nvPr>
        </p:nvSpPr>
        <p:spPr>
          <a:xfrm>
            <a:off x="6195375" y="557189"/>
            <a:ext cx="5158424" cy="5571899"/>
          </a:xfrm>
        </p:spPr>
        <p:txBody>
          <a:bodyPr anchor="ctr">
            <a:normAutofit/>
          </a:bodyPr>
          <a:lstStyle/>
          <a:p>
            <a:pPr marL="0" indent="0">
              <a:buNone/>
            </a:pPr>
            <a:r>
              <a:rPr lang="en-US" sz="1300">
                <a:solidFill>
                  <a:srgbClr val="FFFFFF"/>
                </a:solidFill>
                <a:latin typeface="Calibri" pitchFamily="34" charset="0"/>
                <a:ea typeface="Calibri" pitchFamily="34" charset="-122"/>
                <a:cs typeface="Calibri" pitchFamily="34" charset="-120"/>
              </a:rPr>
              <a:t>BDA can produce information in two main ways.</a:t>
            </a:r>
            <a:endParaRPr lang="en-US" sz="1300">
              <a:solidFill>
                <a:srgbClr val="FFFFFF"/>
              </a:solidFill>
            </a:endParaRPr>
          </a:p>
          <a:p>
            <a:pPr marL="0" indent="0">
              <a:buNone/>
            </a:pPr>
            <a:endParaRPr lang="en-US" sz="1300">
              <a:solidFill>
                <a:srgbClr val="FFFFFF"/>
              </a:solidFill>
            </a:endParaRPr>
          </a:p>
          <a:p>
            <a:r>
              <a:rPr lang="en-US" sz="1300">
                <a:solidFill>
                  <a:srgbClr val="FFFFFF"/>
                </a:solidFill>
                <a:latin typeface="Calibri" pitchFamily="34" charset="0"/>
                <a:ea typeface="Calibri" pitchFamily="34" charset="-122"/>
                <a:cs typeface="Calibri" pitchFamily="34" charset="-120"/>
              </a:rPr>
              <a:t>Standard Output</a:t>
            </a:r>
            <a:endParaRPr lang="en-US" sz="1300">
              <a:solidFill>
                <a:srgbClr val="FFFFFF"/>
              </a:solidFill>
            </a:endParaRPr>
          </a:p>
          <a:p>
            <a:pPr marL="0" indent="0">
              <a:buNone/>
            </a:pPr>
            <a:r>
              <a:rPr lang="en-US" sz="1300">
                <a:solidFill>
                  <a:srgbClr val="FFFFFF"/>
                </a:solidFill>
                <a:latin typeface="Calibri" pitchFamily="34" charset="0"/>
                <a:ea typeface="Calibri" pitchFamily="34" charset="-122"/>
                <a:cs typeface="Calibri" pitchFamily="34" charset="-120"/>
              </a:rPr>
              <a:t>If a file is submitted without detailed instructions, BDA can determine a useful default output based on the media type.</a:t>
            </a:r>
            <a:endParaRPr lang="en-US" sz="1300">
              <a:solidFill>
                <a:srgbClr val="FFFFFF"/>
              </a:solidFill>
            </a:endParaRPr>
          </a:p>
          <a:p>
            <a:pPr marL="0" indent="0">
              <a:buNone/>
            </a:pPr>
            <a:endParaRPr lang="en-US" sz="1300">
              <a:solidFill>
                <a:srgbClr val="FFFFFF"/>
              </a:solidFill>
            </a:endParaRPr>
          </a:p>
          <a:p>
            <a:pPr marL="0" indent="0">
              <a:buNone/>
            </a:pPr>
            <a:r>
              <a:rPr lang="en-US" sz="1300">
                <a:solidFill>
                  <a:srgbClr val="FFFFFF"/>
                </a:solidFill>
                <a:latin typeface="Calibri" pitchFamily="34" charset="0"/>
                <a:ea typeface="Calibri" pitchFamily="34" charset="-122"/>
                <a:cs typeface="Calibri" pitchFamily="34" charset="-120"/>
              </a:rPr>
              <a:t>A document may produce JSON, while audio may produce a transcript and related information.</a:t>
            </a:r>
            <a:endParaRPr lang="en-US" sz="1300">
              <a:solidFill>
                <a:srgbClr val="FFFFFF"/>
              </a:solidFill>
            </a:endParaRPr>
          </a:p>
          <a:p>
            <a:pPr marL="0" indent="0">
              <a:buNone/>
            </a:pPr>
            <a:endParaRPr lang="en-US" sz="1300">
              <a:solidFill>
                <a:srgbClr val="FFFFFF"/>
              </a:solidFill>
            </a:endParaRPr>
          </a:p>
          <a:p>
            <a:r>
              <a:rPr lang="en-US" sz="1300">
                <a:solidFill>
                  <a:srgbClr val="FFFFFF"/>
                </a:solidFill>
                <a:latin typeface="Calibri" pitchFamily="34" charset="0"/>
                <a:ea typeface="Calibri" pitchFamily="34" charset="-122"/>
                <a:cs typeface="Calibri" pitchFamily="34" charset="-120"/>
              </a:rPr>
              <a:t>Custom Output</a:t>
            </a:r>
            <a:endParaRPr lang="en-US" sz="1300">
              <a:solidFill>
                <a:srgbClr val="FFFFFF"/>
              </a:solidFill>
            </a:endParaRPr>
          </a:p>
          <a:p>
            <a:pPr marL="0" indent="0">
              <a:buNone/>
            </a:pPr>
            <a:r>
              <a:rPr lang="en-US" sz="1300">
                <a:solidFill>
                  <a:srgbClr val="FFFFFF"/>
                </a:solidFill>
                <a:latin typeface="Calibri" pitchFamily="34" charset="0"/>
                <a:ea typeface="Calibri" pitchFamily="34" charset="-122"/>
                <a:cs typeface="Calibri" pitchFamily="34" charset="-120"/>
              </a:rPr>
              <a:t>When an application needs specific information, the output can be customized. Developers define exactly which fields should be extracted rather than accepting everything BDA identifies. These requirements are defined through Blueprints.</a:t>
            </a:r>
            <a:endParaRPr lang="en-US" sz="1300">
              <a:solidFill>
                <a:srgbClr val="FFFFFF"/>
              </a:solidFill>
            </a:endParaRPr>
          </a:p>
          <a:p>
            <a:pPr marL="0" indent="0">
              <a:buNone/>
            </a:pPr>
            <a:endParaRPr lang="en-US" sz="1300">
              <a:solidFill>
                <a:srgbClr val="FFFFFF"/>
              </a:solidFill>
            </a:endParaRPr>
          </a:p>
          <a:p>
            <a:r>
              <a:rPr lang="en-US" sz="1300">
                <a:solidFill>
                  <a:srgbClr val="FFFFFF"/>
                </a:solidFill>
                <a:latin typeface="Calibri" pitchFamily="34" charset="0"/>
                <a:ea typeface="Calibri" pitchFamily="34" charset="-122"/>
                <a:cs typeface="Calibri" pitchFamily="34" charset="-120"/>
              </a:rPr>
              <a:t>Projects</a:t>
            </a:r>
            <a:endParaRPr lang="en-US" sz="1300">
              <a:solidFill>
                <a:srgbClr val="FFFFFF"/>
              </a:solidFill>
            </a:endParaRPr>
          </a:p>
          <a:p>
            <a:pPr marL="0" indent="0">
              <a:buNone/>
            </a:pPr>
            <a:r>
              <a:rPr lang="en-US" sz="1300">
                <a:solidFill>
                  <a:srgbClr val="FFFFFF"/>
                </a:solidFill>
                <a:latin typeface="Calibri" pitchFamily="34" charset="0"/>
                <a:ea typeface="Calibri" pitchFamily="34" charset="-122"/>
                <a:cs typeface="Calibri" pitchFamily="34" charset="-120"/>
              </a:rPr>
              <a:t>Output configurations can be stored inside a BDA Project. A single Project can contain several Blueprints for different document types.</a:t>
            </a:r>
            <a:endParaRPr lang="en-US" sz="1300">
              <a:solidFill>
                <a:srgbClr val="FFFFFF"/>
              </a:solidFill>
            </a:endParaRPr>
          </a:p>
          <a:p>
            <a:pPr marL="0" indent="0">
              <a:buNone/>
            </a:pPr>
            <a:endParaRPr lang="en-US" sz="1300">
              <a:solidFill>
                <a:srgbClr val="FFFFFF"/>
              </a:solidFill>
            </a:endParaRPr>
          </a:p>
          <a:p>
            <a:pPr marL="0" indent="0">
              <a:buNone/>
            </a:pPr>
            <a:r>
              <a:rPr lang="en-US" sz="1300">
                <a:solidFill>
                  <a:srgbClr val="FFFFFF"/>
                </a:solidFill>
                <a:latin typeface="Calibri" pitchFamily="34" charset="0"/>
                <a:ea typeface="Calibri" pitchFamily="34" charset="-122"/>
                <a:cs typeface="Calibri" pitchFamily="34" charset="-120"/>
              </a:rPr>
              <a:t>This allows one application to process different kinds of documents while still producing predictable structured results.</a:t>
            </a:r>
            <a:endParaRPr lang="en-US" sz="1300">
              <a:solidFill>
                <a:srgbClr val="FFFFFF"/>
              </a:solidFill>
            </a:endParaRPr>
          </a:p>
        </p:txBody>
      </p:sp>
    </p:spTree>
    <p:extLst>
      <p:ext uri="{BB962C8B-B14F-4D97-AF65-F5344CB8AC3E}">
        <p14:creationId xmlns:p14="http://schemas.microsoft.com/office/powerpoint/2010/main" val="2625149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0213D-6453-C2C1-685E-D8F4F471ECEA}"/>
              </a:ext>
            </a:extLst>
          </p:cNvPr>
          <p:cNvSpPr>
            <a:spLocks noGrp="1"/>
          </p:cNvSpPr>
          <p:nvPr>
            <p:ph type="title"/>
          </p:nvPr>
        </p:nvSpPr>
        <p:spPr>
          <a:xfrm>
            <a:off x="841248" y="256032"/>
            <a:ext cx="10506456" cy="1014984"/>
          </a:xfrm>
        </p:spPr>
        <p:txBody>
          <a:bodyPr anchor="b">
            <a:normAutofit/>
          </a:bodyPr>
          <a:lstStyle/>
          <a:p>
            <a:r>
              <a:rPr lang="en-US" b="1">
                <a:latin typeface="Calibri" pitchFamily="34" charset="0"/>
                <a:ea typeface="Calibri" pitchFamily="34" charset="-122"/>
                <a:cs typeface="Calibri" pitchFamily="34" charset="-120"/>
              </a:rPr>
              <a:t>How BDA Processes Different Media</a:t>
            </a:r>
            <a:endParaRPr lang="en-IN"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11D0BE29-E695-9A12-8E0A-116D0EE43365}"/>
              </a:ext>
            </a:extLst>
          </p:cNvPr>
          <p:cNvGraphicFramePr>
            <a:graphicFrameLocks noGrp="1"/>
          </p:cNvGraphicFramePr>
          <p:nvPr>
            <p:ph idx="1"/>
            <p:extLst>
              <p:ext uri="{D42A27DB-BD31-4B8C-83A1-F6EECF244321}">
                <p14:modId xmlns:p14="http://schemas.microsoft.com/office/powerpoint/2010/main" val="40791147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7839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E8B314-7237-E8AF-F78F-0FA9DB0C8619}"/>
              </a:ext>
            </a:extLst>
          </p:cNvPr>
          <p:cNvSpPr>
            <a:spLocks noGrp="1"/>
          </p:cNvSpPr>
          <p:nvPr>
            <p:ph type="title"/>
          </p:nvPr>
        </p:nvSpPr>
        <p:spPr>
          <a:xfrm>
            <a:off x="686834" y="1153572"/>
            <a:ext cx="3200400" cy="4461163"/>
          </a:xfrm>
        </p:spPr>
        <p:txBody>
          <a:bodyPr>
            <a:normAutofit/>
          </a:bodyPr>
          <a:lstStyle/>
          <a:p>
            <a:r>
              <a:rPr lang="en-US" b="1">
                <a:solidFill>
                  <a:srgbClr val="FFFFFF"/>
                </a:solidFill>
                <a:latin typeface="Calibri" pitchFamily="34" charset="0"/>
                <a:ea typeface="Calibri" pitchFamily="34" charset="-122"/>
                <a:cs typeface="Calibri" pitchFamily="34" charset="-120"/>
              </a:rPr>
              <a:t>BDA Blueprints and Why They Are Useful</a:t>
            </a:r>
            <a:endParaRPr lang="en-IN">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2FC0E03-34A0-1F84-CA8B-F22F9C1F95FD}"/>
              </a:ext>
            </a:extLst>
          </p:cNvPr>
          <p:cNvSpPr>
            <a:spLocks noGrp="1"/>
          </p:cNvSpPr>
          <p:nvPr>
            <p:ph idx="1"/>
          </p:nvPr>
        </p:nvSpPr>
        <p:spPr>
          <a:xfrm>
            <a:off x="4447308" y="591344"/>
            <a:ext cx="6906491" cy="5585619"/>
          </a:xfrm>
        </p:spPr>
        <p:txBody>
          <a:bodyPr anchor="ctr">
            <a:normAutofit/>
          </a:bodyPr>
          <a:lstStyle/>
          <a:p>
            <a:r>
              <a:rPr lang="en-US" sz="1300">
                <a:latin typeface="Calibri" pitchFamily="34" charset="0"/>
                <a:ea typeface="Calibri" pitchFamily="34" charset="-122"/>
                <a:cs typeface="Calibri" pitchFamily="34" charset="-120"/>
              </a:rPr>
              <a:t>A Blueprint tells Bedrock Data Automation exactly what information should be extracted from a certain type of document.</a:t>
            </a:r>
            <a:endParaRPr lang="en-US" sz="1300"/>
          </a:p>
          <a:p>
            <a:endParaRPr lang="en-US" sz="1300"/>
          </a:p>
          <a:p>
            <a:r>
              <a:rPr lang="en-US" sz="1300">
                <a:latin typeface="Calibri" pitchFamily="34" charset="0"/>
                <a:ea typeface="Calibri" pitchFamily="34" charset="-122"/>
                <a:cs typeface="Calibri" pitchFamily="34" charset="-120"/>
              </a:rPr>
              <a:t>A Blueprint can define simple fields, tables, groups of related fields, and custom data types.</a:t>
            </a:r>
            <a:endParaRPr lang="en-US" sz="1300"/>
          </a:p>
          <a:p>
            <a:endParaRPr lang="en-US" sz="1300"/>
          </a:p>
          <a:p>
            <a:r>
              <a:rPr lang="en-US" sz="1300">
                <a:latin typeface="Calibri" pitchFamily="34" charset="0"/>
                <a:ea typeface="Calibri" pitchFamily="34" charset="-122"/>
                <a:cs typeface="Calibri" pitchFamily="34" charset="-120"/>
              </a:rPr>
              <a:t>For example, an address could be treated as one custom type containing street, city, state, and ZIP code.</a:t>
            </a:r>
            <a:endParaRPr lang="en-US" sz="1300"/>
          </a:p>
          <a:p>
            <a:endParaRPr lang="en-US" sz="1300"/>
          </a:p>
          <a:p>
            <a:r>
              <a:rPr lang="en-US" sz="1300">
                <a:latin typeface="Calibri" pitchFamily="34" charset="0"/>
                <a:ea typeface="Calibri" pitchFamily="34" charset="-122"/>
                <a:cs typeface="Calibri" pitchFamily="34" charset="-120"/>
              </a:rPr>
              <a:t>AWS provides existing Blueprints for common document types, while organizations can also create their own.</a:t>
            </a:r>
            <a:endParaRPr lang="en-US" sz="1300"/>
          </a:p>
          <a:p>
            <a:endParaRPr lang="en-US" sz="1300"/>
          </a:p>
          <a:p>
            <a:r>
              <a:rPr lang="en-US" sz="1300">
                <a:latin typeface="Calibri" pitchFamily="34" charset="0"/>
                <a:ea typeface="Calibri" pitchFamily="34" charset="-122"/>
                <a:cs typeface="Calibri" pitchFamily="34" charset="-120"/>
              </a:rPr>
              <a:t>Blueprints can even be created from a prompt, which can reduce some of the manual setup when designing an extraction workflow.</a:t>
            </a:r>
            <a:endParaRPr lang="en-US" sz="1300"/>
          </a:p>
          <a:p>
            <a:pPr marL="0" indent="0">
              <a:buNone/>
            </a:pPr>
            <a:endParaRPr lang="en-US" sz="1300"/>
          </a:p>
          <a:p>
            <a:pPr marL="0" indent="0">
              <a:buNone/>
            </a:pPr>
            <a:r>
              <a:rPr lang="en-US" sz="1300">
                <a:latin typeface="Calibri" pitchFamily="34" charset="0"/>
                <a:ea typeface="Calibri" pitchFamily="34" charset="-122"/>
                <a:cs typeface="Calibri" pitchFamily="34" charset="-120"/>
              </a:rPr>
              <a:t>Main uses of Blueprints</a:t>
            </a:r>
            <a:endParaRPr lang="en-US" sz="1300"/>
          </a:p>
          <a:p>
            <a:pPr marL="0" indent="0">
              <a:buNone/>
            </a:pPr>
            <a:r>
              <a:rPr lang="en-US" sz="1300">
                <a:latin typeface="Calibri" pitchFamily="34" charset="0"/>
                <a:ea typeface="Calibri" pitchFamily="34" charset="-122"/>
                <a:cs typeface="Calibri" pitchFamily="34" charset="-120"/>
              </a:rPr>
              <a:t>Classification – identify what kind of document was received.</a:t>
            </a:r>
            <a:endParaRPr lang="en-US" sz="1300"/>
          </a:p>
          <a:p>
            <a:pPr marL="0" indent="0">
              <a:buNone/>
            </a:pPr>
            <a:r>
              <a:rPr lang="en-US" sz="1300">
                <a:latin typeface="Calibri" pitchFamily="34" charset="0"/>
                <a:ea typeface="Calibri" pitchFamily="34" charset="-122"/>
                <a:cs typeface="Calibri" pitchFamily="34" charset="-120"/>
              </a:rPr>
              <a:t>Extraction – pull out selected fields or table values.</a:t>
            </a:r>
            <a:endParaRPr lang="en-US" sz="1300"/>
          </a:p>
          <a:p>
            <a:pPr marL="0" indent="0">
              <a:buNone/>
            </a:pPr>
            <a:r>
              <a:rPr lang="en-US" sz="1300">
                <a:latin typeface="Calibri" pitchFamily="34" charset="0"/>
                <a:ea typeface="Calibri" pitchFamily="34" charset="-122"/>
                <a:cs typeface="Calibri" pitchFamily="34" charset="-120"/>
              </a:rPr>
              <a:t>Normalization – return values in a consistent format.</a:t>
            </a:r>
            <a:endParaRPr lang="en-US" sz="1300"/>
          </a:p>
          <a:p>
            <a:pPr marL="0" indent="0">
              <a:buNone/>
            </a:pPr>
            <a:r>
              <a:rPr lang="en-US" sz="1300">
                <a:latin typeface="Calibri" pitchFamily="34" charset="0"/>
                <a:ea typeface="Calibri" pitchFamily="34" charset="-122"/>
                <a:cs typeface="Calibri" pitchFamily="34" charset="-120"/>
              </a:rPr>
              <a:t>Transformation – reorganize or split information.</a:t>
            </a:r>
            <a:endParaRPr lang="en-US" sz="1300"/>
          </a:p>
          <a:p>
            <a:pPr marL="0" indent="0">
              <a:buNone/>
            </a:pPr>
            <a:r>
              <a:rPr lang="en-US" sz="1300">
                <a:latin typeface="Calibri" pitchFamily="34" charset="0"/>
                <a:ea typeface="Calibri" pitchFamily="34" charset="-122"/>
                <a:cs typeface="Calibri" pitchFamily="34" charset="-120"/>
              </a:rPr>
              <a:t>Validation – check whether extracted values meet expected rules.</a:t>
            </a:r>
            <a:endParaRPr lang="en-US" sz="1300"/>
          </a:p>
        </p:txBody>
      </p:sp>
    </p:spTree>
    <p:extLst>
      <p:ext uri="{BB962C8B-B14F-4D97-AF65-F5344CB8AC3E}">
        <p14:creationId xmlns:p14="http://schemas.microsoft.com/office/powerpoint/2010/main" val="141012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1C41BD-C766-C74E-FED6-E10C483B7052}"/>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latin typeface="Calibri" pitchFamily="34" charset="0"/>
                <a:ea typeface="Calibri" pitchFamily="34" charset="-122"/>
                <a:cs typeface="Calibri" pitchFamily="34" charset="-120"/>
              </a:rPr>
              <a:t>SageMaker Data Wrangler</a:t>
            </a:r>
            <a:endParaRPr lang="en-IN" sz="4000">
              <a:solidFill>
                <a:srgbClr val="FFFFFF"/>
              </a:solidFill>
            </a:endParaRPr>
          </a:p>
        </p:txBody>
      </p:sp>
      <p:sp>
        <p:nvSpPr>
          <p:cNvPr id="3" name="Content Placeholder 2">
            <a:extLst>
              <a:ext uri="{FF2B5EF4-FFF2-40B4-BE49-F238E27FC236}">
                <a16:creationId xmlns:a16="http://schemas.microsoft.com/office/drawing/2014/main" id="{C5A6EE67-1E7E-7331-8345-62A8F3C6AAC1}"/>
              </a:ext>
            </a:extLst>
          </p:cNvPr>
          <p:cNvSpPr>
            <a:spLocks noGrp="1"/>
          </p:cNvSpPr>
          <p:nvPr>
            <p:ph idx="1"/>
          </p:nvPr>
        </p:nvSpPr>
        <p:spPr>
          <a:xfrm>
            <a:off x="4810259" y="649480"/>
            <a:ext cx="6555347" cy="5546047"/>
          </a:xfrm>
        </p:spPr>
        <p:txBody>
          <a:bodyPr anchor="ctr">
            <a:normAutofit/>
          </a:bodyPr>
          <a:lstStyle/>
          <a:p>
            <a:r>
              <a:rPr lang="en-US" sz="1400">
                <a:latin typeface="Calibri" pitchFamily="34" charset="0"/>
                <a:ea typeface="Calibri" pitchFamily="34" charset="-122"/>
                <a:cs typeface="Calibri" pitchFamily="34" charset="-120"/>
              </a:rPr>
              <a:t>SageMaker Data Wrangler provides a visual environment for preparing data for machine learning. It is designed to reduce the amount of manual code needed for common data-cleaning and transformation tasks.</a:t>
            </a:r>
            <a:endParaRPr lang="en-US" sz="1400"/>
          </a:p>
          <a:p>
            <a:endParaRPr lang="en-US" sz="1400"/>
          </a:p>
          <a:p>
            <a:r>
              <a:rPr lang="en-US" sz="1400">
                <a:latin typeface="Calibri" pitchFamily="34" charset="0"/>
                <a:ea typeface="Calibri" pitchFamily="34" charset="-122"/>
                <a:cs typeface="Calibri" pitchFamily="34" charset="-120"/>
              </a:rPr>
              <a:t>Users can import a dataset, preview the columns, visualize patterns, apply transformations, and then export the resulting data flow.</a:t>
            </a:r>
            <a:endParaRPr lang="en-US" sz="1400"/>
          </a:p>
          <a:p>
            <a:endParaRPr lang="en-US" sz="1400"/>
          </a:p>
          <a:p>
            <a:r>
              <a:rPr lang="en-US" sz="1400">
                <a:latin typeface="Calibri" pitchFamily="34" charset="0"/>
                <a:ea typeface="Calibri" pitchFamily="34" charset="-122"/>
                <a:cs typeface="Calibri" pitchFamily="34" charset="-120"/>
              </a:rPr>
              <a:t>Data Wrangler includes hundreds of built-in transformations, while custom transformations can also be written using tools such as pandas, PySpark, or PySpark SQL.</a:t>
            </a:r>
            <a:endParaRPr lang="en-US" sz="1400"/>
          </a:p>
          <a:p>
            <a:endParaRPr lang="en-US" sz="1400"/>
          </a:p>
          <a:p>
            <a:r>
              <a:rPr lang="en-US" sz="1400">
                <a:latin typeface="Calibri" pitchFamily="34" charset="0"/>
                <a:ea typeface="Calibri" pitchFamily="34" charset="-122"/>
                <a:cs typeface="Calibri" pitchFamily="34" charset="-120"/>
              </a:rPr>
              <a:t>It can help handle common data problems such as missing values, outliers, unbalanced datasets, and unnecessary dimensions.</a:t>
            </a:r>
            <a:endParaRPr lang="en-US" sz="1400"/>
          </a:p>
          <a:p>
            <a:endParaRPr lang="en-US" sz="1400"/>
          </a:p>
          <a:p>
            <a:r>
              <a:rPr lang="en-US" sz="1400">
                <a:latin typeface="Calibri" pitchFamily="34" charset="0"/>
                <a:ea typeface="Calibri" pitchFamily="34" charset="-122"/>
                <a:cs typeface="Calibri" pitchFamily="34" charset="-120"/>
              </a:rPr>
              <a:t>For image datasets, it can also perform operations such as resizing, enhancement, or other transformations.</a:t>
            </a:r>
            <a:endParaRPr lang="en-US" sz="1400"/>
          </a:p>
          <a:p>
            <a:endParaRPr lang="en-US" sz="1400"/>
          </a:p>
          <a:p>
            <a:r>
              <a:rPr lang="en-US" sz="1400">
                <a:latin typeface="Calibri" pitchFamily="34" charset="0"/>
                <a:ea typeface="Calibri" pitchFamily="34" charset="-122"/>
                <a:cs typeface="Calibri" pitchFamily="34" charset="-120"/>
              </a:rPr>
              <a:t>Quick Model:</a:t>
            </a:r>
            <a:endParaRPr lang="en-US" sz="1400"/>
          </a:p>
          <a:p>
            <a:pPr marL="0" indent="0">
              <a:buNone/>
            </a:pPr>
            <a:r>
              <a:rPr lang="en-US" sz="1400">
                <a:latin typeface="Calibri" pitchFamily="34" charset="0"/>
                <a:ea typeface="Calibri" pitchFamily="34" charset="-122"/>
                <a:cs typeface="Calibri" pitchFamily="34" charset="-120"/>
              </a:rPr>
              <a:t>Data Wrangler can create a quick model using the prepared data so that users can check whether their transformations are actually improving the dataset.</a:t>
            </a:r>
            <a:endParaRPr lang="en-US" sz="1400"/>
          </a:p>
        </p:txBody>
      </p:sp>
    </p:spTree>
    <p:extLst>
      <p:ext uri="{BB962C8B-B14F-4D97-AF65-F5344CB8AC3E}">
        <p14:creationId xmlns:p14="http://schemas.microsoft.com/office/powerpoint/2010/main" val="175963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BE9AF-7A8A-B737-403C-1A1933062358}"/>
              </a:ext>
            </a:extLst>
          </p:cNvPr>
          <p:cNvSpPr>
            <a:spLocks noGrp="1"/>
          </p:cNvSpPr>
          <p:nvPr>
            <p:ph type="title"/>
          </p:nvPr>
        </p:nvSpPr>
        <p:spPr/>
        <p:txBody>
          <a:bodyPr/>
          <a:lstStyle/>
          <a:p>
            <a:r>
              <a:rPr lang="en-US" b="1" dirty="0">
                <a:solidFill>
                  <a:srgbClr val="000000"/>
                </a:solidFill>
                <a:latin typeface="Calibri" pitchFamily="34" charset="0"/>
                <a:ea typeface="Calibri" pitchFamily="34" charset="-122"/>
                <a:cs typeface="Calibri" pitchFamily="34" charset="-120"/>
              </a:rPr>
              <a:t>Data Wrangler in an AWS Data Workflow</a:t>
            </a:r>
            <a:endParaRPr lang="en-IN" dirty="0"/>
          </a:p>
        </p:txBody>
      </p:sp>
      <p:graphicFrame>
        <p:nvGraphicFramePr>
          <p:cNvPr id="5" name="Content Placeholder 2">
            <a:extLst>
              <a:ext uri="{FF2B5EF4-FFF2-40B4-BE49-F238E27FC236}">
                <a16:creationId xmlns:a16="http://schemas.microsoft.com/office/drawing/2014/main" id="{77BCA7C9-4A3F-8080-555C-F00461F1AC05}"/>
              </a:ext>
            </a:extLst>
          </p:cNvPr>
          <p:cNvGraphicFramePr>
            <a:graphicFrameLocks noGrp="1"/>
          </p:cNvGraphicFramePr>
          <p:nvPr>
            <p:ph idx="1"/>
          </p:nvPr>
        </p:nvGraphicFramePr>
        <p:xfrm>
          <a:off x="838200" y="1825624"/>
          <a:ext cx="10515600" cy="4856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1043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F0C70-D0A8-1EF2-52B2-B5EE08CF1807}"/>
              </a:ext>
            </a:extLst>
          </p:cNvPr>
          <p:cNvSpPr>
            <a:spLocks noGrp="1"/>
          </p:cNvSpPr>
          <p:nvPr>
            <p:ph type="title"/>
          </p:nvPr>
        </p:nvSpPr>
        <p:spPr/>
        <p:txBody>
          <a:bodyPr/>
          <a:lstStyle/>
          <a:p>
            <a:r>
              <a:rPr lang="en-US" b="1" dirty="0">
                <a:solidFill>
                  <a:srgbClr val="000000"/>
                </a:solidFill>
                <a:latin typeface="Calibri" pitchFamily="34" charset="0"/>
                <a:ea typeface="Calibri" pitchFamily="34" charset="-122"/>
                <a:cs typeface="Calibri" pitchFamily="34" charset="-120"/>
              </a:rPr>
              <a:t>AWS Glue for Data Discovery and ETL</a:t>
            </a:r>
            <a:endParaRPr lang="en-IN" dirty="0"/>
          </a:p>
        </p:txBody>
      </p:sp>
      <p:graphicFrame>
        <p:nvGraphicFramePr>
          <p:cNvPr id="5" name="Content Placeholder 2">
            <a:extLst>
              <a:ext uri="{FF2B5EF4-FFF2-40B4-BE49-F238E27FC236}">
                <a16:creationId xmlns:a16="http://schemas.microsoft.com/office/drawing/2014/main" id="{9AEDA855-EC44-23FE-9401-3B9C1DBF571D}"/>
              </a:ext>
            </a:extLst>
          </p:cNvPr>
          <p:cNvGraphicFramePr>
            <a:graphicFrameLocks noGrp="1"/>
          </p:cNvGraphicFramePr>
          <p:nvPr>
            <p:ph idx="1"/>
          </p:nvPr>
        </p:nvGraphicFramePr>
        <p:xfrm>
          <a:off x="838200" y="1825624"/>
          <a:ext cx="10515600" cy="4805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61423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339EE9-5436-4860-BBFC-7CD7C90DB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A770EBD-5B77-46EC-BF58-EF27ACD6B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5" y="0"/>
            <a:ext cx="7537705" cy="6858000"/>
          </a:xfrm>
          <a:custGeom>
            <a:avLst/>
            <a:gdLst>
              <a:gd name="connsiteX0" fmla="*/ 1008599 w 7299977"/>
              <a:gd name="connsiteY0" fmla="*/ 0 h 6858000"/>
              <a:gd name="connsiteX1" fmla="*/ 4420653 w 7299977"/>
              <a:gd name="connsiteY1" fmla="*/ 0 h 6858000"/>
              <a:gd name="connsiteX2" fmla="*/ 5511704 w 7299977"/>
              <a:gd name="connsiteY2" fmla="*/ 0 h 6858000"/>
              <a:gd name="connsiteX3" fmla="*/ 7299977 w 7299977"/>
              <a:gd name="connsiteY3" fmla="*/ 0 h 6858000"/>
              <a:gd name="connsiteX4" fmla="*/ 7299977 w 7299977"/>
              <a:gd name="connsiteY4" fmla="*/ 6858000 h 6858000"/>
              <a:gd name="connsiteX5" fmla="*/ 5511704 w 7299977"/>
              <a:gd name="connsiteY5" fmla="*/ 6858000 h 6858000"/>
              <a:gd name="connsiteX6" fmla="*/ 4420653 w 7299977"/>
              <a:gd name="connsiteY6" fmla="*/ 6858000 h 6858000"/>
              <a:gd name="connsiteX7" fmla="*/ 1592997 w 7299977"/>
              <a:gd name="connsiteY7" fmla="*/ 6858000 h 6858000"/>
              <a:gd name="connsiteX8" fmla="*/ 1232473 w 7299977"/>
              <a:gd name="connsiteY8" fmla="*/ 6658805 h 6858000"/>
              <a:gd name="connsiteX9" fmla="*/ 1075471 w 7299977"/>
              <a:gd name="connsiteY9" fmla="*/ 6431153 h 6858000"/>
              <a:gd name="connsiteX10" fmla="*/ 1020229 w 7299977"/>
              <a:gd name="connsiteY10" fmla="*/ 6367127 h 6858000"/>
              <a:gd name="connsiteX11" fmla="*/ 883579 w 7299977"/>
              <a:gd name="connsiteY11" fmla="*/ 6281757 h 6858000"/>
              <a:gd name="connsiteX12" fmla="*/ 645167 w 7299977"/>
              <a:gd name="connsiteY12" fmla="*/ 6100347 h 6858000"/>
              <a:gd name="connsiteX13" fmla="*/ 732391 w 7299977"/>
              <a:gd name="connsiteY13" fmla="*/ 6057663 h 6858000"/>
              <a:gd name="connsiteX14" fmla="*/ 985339 w 7299977"/>
              <a:gd name="connsiteY14" fmla="*/ 6167932 h 6858000"/>
              <a:gd name="connsiteX15" fmla="*/ 1168509 w 7299977"/>
              <a:gd name="connsiteY15" fmla="*/ 6196388 h 6858000"/>
              <a:gd name="connsiteX16" fmla="*/ 909746 w 7299977"/>
              <a:gd name="connsiteY16" fmla="*/ 6004307 h 6858000"/>
              <a:gd name="connsiteX17" fmla="*/ 659704 w 7299977"/>
              <a:gd name="connsiteY17" fmla="*/ 5755314 h 6858000"/>
              <a:gd name="connsiteX18" fmla="*/ 851597 w 7299977"/>
              <a:gd name="connsiteY18" fmla="*/ 5801555 h 6858000"/>
              <a:gd name="connsiteX19" fmla="*/ 860319 w 7299977"/>
              <a:gd name="connsiteY19" fmla="*/ 5769542 h 6858000"/>
              <a:gd name="connsiteX20" fmla="*/ 691686 w 7299977"/>
              <a:gd name="connsiteY20" fmla="*/ 5474306 h 6858000"/>
              <a:gd name="connsiteX21" fmla="*/ 610278 w 7299977"/>
              <a:gd name="connsiteY21" fmla="*/ 5353367 h 6858000"/>
              <a:gd name="connsiteX22" fmla="*/ 238123 w 7299977"/>
              <a:gd name="connsiteY22" fmla="*/ 4994104 h 6858000"/>
              <a:gd name="connsiteX23" fmla="*/ 592833 w 7299977"/>
              <a:gd name="connsiteY23" fmla="*/ 5154171 h 6858000"/>
              <a:gd name="connsiteX24" fmla="*/ 226494 w 7299977"/>
              <a:gd name="connsiteY24" fmla="*/ 4805580 h 6858000"/>
              <a:gd name="connsiteX25" fmla="*/ 49139 w 7299977"/>
              <a:gd name="connsiteY25" fmla="*/ 4677526 h 6858000"/>
              <a:gd name="connsiteX26" fmla="*/ 5527 w 7299977"/>
              <a:gd name="connsiteY26" fmla="*/ 4602828 h 6858000"/>
              <a:gd name="connsiteX27" fmla="*/ 84029 w 7299977"/>
              <a:gd name="connsiteY27" fmla="*/ 4585042 h 6858000"/>
              <a:gd name="connsiteX28" fmla="*/ 325347 w 7299977"/>
              <a:gd name="connsiteY28" fmla="*/ 4613499 h 6858000"/>
              <a:gd name="connsiteX29" fmla="*/ 25879 w 7299977"/>
              <a:gd name="connsiteY29" fmla="*/ 4378734 h 6858000"/>
              <a:gd name="connsiteX30" fmla="*/ 249753 w 7299977"/>
              <a:gd name="connsiteY30" fmla="*/ 4414305 h 6858000"/>
              <a:gd name="connsiteX31" fmla="*/ 313718 w 7299977"/>
              <a:gd name="connsiteY31" fmla="*/ 4321821 h 6858000"/>
              <a:gd name="connsiteX32" fmla="*/ 418386 w 7299977"/>
              <a:gd name="connsiteY32" fmla="*/ 4172424 h 6858000"/>
              <a:gd name="connsiteX33" fmla="*/ 491072 w 7299977"/>
              <a:gd name="connsiteY33" fmla="*/ 4090612 h 6858000"/>
              <a:gd name="connsiteX34" fmla="*/ 520147 w 7299977"/>
              <a:gd name="connsiteY34" fmla="*/ 3827390 h 6858000"/>
              <a:gd name="connsiteX35" fmla="*/ 459090 w 7299977"/>
              <a:gd name="connsiteY35" fmla="*/ 3539269 h 6858000"/>
              <a:gd name="connsiteX36" fmla="*/ 290458 w 7299977"/>
              <a:gd name="connsiteY36" fmla="*/ 3393429 h 6858000"/>
              <a:gd name="connsiteX37" fmla="*/ 339884 w 7299977"/>
              <a:gd name="connsiteY37" fmla="*/ 3229805 h 6858000"/>
              <a:gd name="connsiteX38" fmla="*/ 697501 w 7299977"/>
              <a:gd name="connsiteY38" fmla="*/ 3329402 h 6858000"/>
              <a:gd name="connsiteX39" fmla="*/ 165437 w 7299977"/>
              <a:gd name="connsiteY39" fmla="*/ 2941684 h 6858000"/>
              <a:gd name="connsiteX40" fmla="*/ 255568 w 7299977"/>
              <a:gd name="connsiteY40" fmla="*/ 2923898 h 6858000"/>
              <a:gd name="connsiteX41" fmla="*/ 578296 w 7299977"/>
              <a:gd name="connsiteY41" fmla="*/ 2703362 h 6858000"/>
              <a:gd name="connsiteX42" fmla="*/ 595740 w 7299977"/>
              <a:gd name="connsiteY42" fmla="*/ 2692689 h 6858000"/>
              <a:gd name="connsiteX43" fmla="*/ 650982 w 7299977"/>
              <a:gd name="connsiteY43" fmla="*/ 2553965 h 6858000"/>
              <a:gd name="connsiteX44" fmla="*/ 825429 w 7299977"/>
              <a:gd name="connsiteY44" fmla="*/ 2532623 h 6858000"/>
              <a:gd name="connsiteX45" fmla="*/ 970802 w 7299977"/>
              <a:gd name="connsiteY45" fmla="*/ 2564636 h 6858000"/>
              <a:gd name="connsiteX46" fmla="*/ 1127805 w 7299977"/>
              <a:gd name="connsiteY46" fmla="*/ 2525509 h 6858000"/>
              <a:gd name="connsiteX47" fmla="*/ 1267362 w 7299977"/>
              <a:gd name="connsiteY47" fmla="*/ 2543294 h 6858000"/>
              <a:gd name="connsiteX48" fmla="*/ 1386568 w 7299977"/>
              <a:gd name="connsiteY48" fmla="*/ 2518395 h 6858000"/>
              <a:gd name="connsiteX49" fmla="*/ 1270270 w 7299977"/>
              <a:gd name="connsiteY49" fmla="*/ 2401012 h 6858000"/>
              <a:gd name="connsiteX50" fmla="*/ 1107453 w 7299977"/>
              <a:gd name="connsiteY50" fmla="*/ 2401012 h 6858000"/>
              <a:gd name="connsiteX51" fmla="*/ 991154 w 7299977"/>
              <a:gd name="connsiteY51" fmla="*/ 2326314 h 6858000"/>
              <a:gd name="connsiteX52" fmla="*/ 880671 w 7299977"/>
              <a:gd name="connsiteY52" fmla="*/ 2191146 h 6858000"/>
              <a:gd name="connsiteX53" fmla="*/ 491072 w 7299977"/>
              <a:gd name="connsiteY53" fmla="*/ 1974165 h 6858000"/>
              <a:gd name="connsiteX54" fmla="*/ 421293 w 7299977"/>
              <a:gd name="connsiteY54" fmla="*/ 1892353 h 6858000"/>
              <a:gd name="connsiteX55" fmla="*/ 1531941 w 7299977"/>
              <a:gd name="connsiteY55" fmla="*/ 2208931 h 6858000"/>
              <a:gd name="connsiteX56" fmla="*/ 1188861 w 7299977"/>
              <a:gd name="connsiteY56" fmla="*/ 2077320 h 6858000"/>
              <a:gd name="connsiteX57" fmla="*/ 1421458 w 7299977"/>
              <a:gd name="connsiteY57" fmla="*/ 2102219 h 6858000"/>
              <a:gd name="connsiteX58" fmla="*/ 1549386 w 7299977"/>
              <a:gd name="connsiteY58" fmla="*/ 2013292 h 6858000"/>
              <a:gd name="connsiteX59" fmla="*/ 1549386 w 7299977"/>
              <a:gd name="connsiteY59" fmla="*/ 1984836 h 6858000"/>
              <a:gd name="connsiteX60" fmla="*/ 1453440 w 7299977"/>
              <a:gd name="connsiteY60" fmla="*/ 1903025 h 6858000"/>
              <a:gd name="connsiteX61" fmla="*/ 1398198 w 7299977"/>
              <a:gd name="connsiteY61" fmla="*/ 1849668 h 6858000"/>
              <a:gd name="connsiteX62" fmla="*/ 1247011 w 7299977"/>
              <a:gd name="connsiteY62" fmla="*/ 1657587 h 6858000"/>
              <a:gd name="connsiteX63" fmla="*/ 1354586 w 7299977"/>
              <a:gd name="connsiteY63" fmla="*/ 1636245 h 6858000"/>
              <a:gd name="connsiteX64" fmla="*/ 1395290 w 7299977"/>
              <a:gd name="connsiteY64" fmla="*/ 1597117 h 6858000"/>
              <a:gd name="connsiteX65" fmla="*/ 1366216 w 7299977"/>
              <a:gd name="connsiteY65" fmla="*/ 1540204 h 6858000"/>
              <a:gd name="connsiteX66" fmla="*/ 1031858 w 7299977"/>
              <a:gd name="connsiteY66" fmla="*/ 1365909 h 6858000"/>
              <a:gd name="connsiteX67" fmla="*/ 1005692 w 7299977"/>
              <a:gd name="connsiteY67" fmla="*/ 1230741 h 6858000"/>
              <a:gd name="connsiteX68" fmla="*/ 1069655 w 7299977"/>
              <a:gd name="connsiteY68" fmla="*/ 1209399 h 6858000"/>
              <a:gd name="connsiteX69" fmla="*/ 1142342 w 7299977"/>
              <a:gd name="connsiteY69" fmla="*/ 1220069 h 6858000"/>
              <a:gd name="connsiteX70" fmla="*/ 1084193 w 7299977"/>
              <a:gd name="connsiteY70" fmla="*/ 1113358 h 6858000"/>
              <a:gd name="connsiteX71" fmla="*/ 848689 w 7299977"/>
              <a:gd name="connsiteY71" fmla="*/ 1006647 h 6858000"/>
              <a:gd name="connsiteX72" fmla="*/ 805077 w 7299977"/>
              <a:gd name="connsiteY72" fmla="*/ 949734 h 6858000"/>
              <a:gd name="connsiteX73" fmla="*/ 863226 w 7299977"/>
              <a:gd name="connsiteY73" fmla="*/ 921277 h 6858000"/>
              <a:gd name="connsiteX74" fmla="*/ 906838 w 7299977"/>
              <a:gd name="connsiteY74" fmla="*/ 910606 h 6858000"/>
              <a:gd name="connsiteX75" fmla="*/ 5527 w 7299977"/>
              <a:gd name="connsiteY75" fmla="*/ 465975 h 6858000"/>
              <a:gd name="connsiteX76" fmla="*/ 209049 w 7299977"/>
              <a:gd name="connsiteY76" fmla="*/ 462417 h 6858000"/>
              <a:gd name="connsiteX77" fmla="*/ 409664 w 7299977"/>
              <a:gd name="connsiteY77" fmla="*/ 533558 h 6858000"/>
              <a:gd name="connsiteX78" fmla="*/ 621908 w 7299977"/>
              <a:gd name="connsiteY78" fmla="*/ 522887 h 6858000"/>
              <a:gd name="connsiteX79" fmla="*/ 822522 w 7299977"/>
              <a:gd name="connsiteY79" fmla="*/ 558458 h 6858000"/>
              <a:gd name="connsiteX80" fmla="*/ 996969 w 7299977"/>
              <a:gd name="connsiteY80" fmla="*/ 558458 h 6858000"/>
              <a:gd name="connsiteX81" fmla="*/ 834151 w 7299977"/>
              <a:gd name="connsiteY81" fmla="*/ 505101 h 6858000"/>
              <a:gd name="connsiteX82" fmla="*/ 773095 w 7299977"/>
              <a:gd name="connsiteY82" fmla="*/ 416176 h 6858000"/>
              <a:gd name="connsiteX83" fmla="*/ 793447 w 7299977"/>
              <a:gd name="connsiteY83" fmla="*/ 334364 h 6858000"/>
              <a:gd name="connsiteX84" fmla="*/ 860319 w 7299977"/>
              <a:gd name="connsiteY84" fmla="*/ 359262 h 6858000"/>
              <a:gd name="connsiteX85" fmla="*/ 938820 w 7299977"/>
              <a:gd name="connsiteY85" fmla="*/ 451747 h 6858000"/>
              <a:gd name="connsiteX86" fmla="*/ 956265 w 7299977"/>
              <a:gd name="connsiteY86" fmla="*/ 394834 h 6858000"/>
              <a:gd name="connsiteX87" fmla="*/ 1002784 w 7299977"/>
              <a:gd name="connsiteY87" fmla="*/ 352148 h 6858000"/>
              <a:gd name="connsiteX88" fmla="*/ 1270270 w 7299977"/>
              <a:gd name="connsiteY88" fmla="*/ 373491 h 6858000"/>
              <a:gd name="connsiteX89" fmla="*/ 1092915 w 7299977"/>
              <a:gd name="connsiteY89" fmla="*/ 192082 h 6858000"/>
              <a:gd name="connsiteX90" fmla="*/ 979525 w 7299977"/>
              <a:gd name="connsiteY90" fmla="*/ 163625 h 6858000"/>
              <a:gd name="connsiteX91" fmla="*/ 953358 w 7299977"/>
              <a:gd name="connsiteY91" fmla="*/ 88927 h 6858000"/>
              <a:gd name="connsiteX92" fmla="*/ 1005692 w 7299977"/>
              <a:gd name="connsiteY92" fmla="*/ 71141 h 6858000"/>
              <a:gd name="connsiteX93" fmla="*/ 1267362 w 7299977"/>
              <a:gd name="connsiteY93" fmla="*/ 135168 h 6858000"/>
              <a:gd name="connsiteX94" fmla="*/ 1310975 w 7299977"/>
              <a:gd name="connsiteY94" fmla="*/ 110269 h 6858000"/>
              <a:gd name="connsiteX95" fmla="*/ 1008599 w 7299977"/>
              <a:gd name="connsiteY9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299977" h="6858000">
                <a:moveTo>
                  <a:pt x="1008599" y="0"/>
                </a:moveTo>
                <a:lnTo>
                  <a:pt x="4420653" y="0"/>
                </a:lnTo>
                <a:lnTo>
                  <a:pt x="5511704" y="0"/>
                </a:lnTo>
                <a:lnTo>
                  <a:pt x="7299977" y="0"/>
                </a:lnTo>
                <a:lnTo>
                  <a:pt x="7299977" y="6858000"/>
                </a:lnTo>
                <a:lnTo>
                  <a:pt x="5511704" y="6858000"/>
                </a:lnTo>
                <a:lnTo>
                  <a:pt x="4420653" y="6858000"/>
                </a:lnTo>
                <a:lnTo>
                  <a:pt x="1592997" y="6858000"/>
                </a:lnTo>
                <a:cubicBezTo>
                  <a:pt x="1473792" y="6786859"/>
                  <a:pt x="1360401" y="6701489"/>
                  <a:pt x="1232473" y="6658805"/>
                </a:cubicBezTo>
                <a:cubicBezTo>
                  <a:pt x="1145250" y="6630349"/>
                  <a:pt x="1060933" y="6580550"/>
                  <a:pt x="1075471" y="6431153"/>
                </a:cubicBezTo>
                <a:cubicBezTo>
                  <a:pt x="1078378" y="6388469"/>
                  <a:pt x="1055118" y="6356456"/>
                  <a:pt x="1020229" y="6367127"/>
                </a:cubicBezTo>
                <a:cubicBezTo>
                  <a:pt x="953358" y="6388469"/>
                  <a:pt x="921375" y="6327999"/>
                  <a:pt x="883579" y="6281757"/>
                </a:cubicBezTo>
                <a:cubicBezTo>
                  <a:pt x="816707" y="6199945"/>
                  <a:pt x="752743" y="6114575"/>
                  <a:pt x="645167" y="6100347"/>
                </a:cubicBezTo>
                <a:cubicBezTo>
                  <a:pt x="665519" y="6036320"/>
                  <a:pt x="700408" y="6043434"/>
                  <a:pt x="732391" y="6057663"/>
                </a:cubicBezTo>
                <a:cubicBezTo>
                  <a:pt x="816707" y="6093234"/>
                  <a:pt x="901023" y="6132361"/>
                  <a:pt x="985339" y="6167932"/>
                </a:cubicBezTo>
                <a:cubicBezTo>
                  <a:pt x="1040581" y="6189274"/>
                  <a:pt x="1095822" y="6221287"/>
                  <a:pt x="1168509" y="6196388"/>
                </a:cubicBezTo>
                <a:cubicBezTo>
                  <a:pt x="1104545" y="6068335"/>
                  <a:pt x="996969" y="6043434"/>
                  <a:pt x="909746" y="6004307"/>
                </a:cubicBezTo>
                <a:cubicBezTo>
                  <a:pt x="802169" y="5954508"/>
                  <a:pt x="738206" y="5862025"/>
                  <a:pt x="659704" y="5755314"/>
                </a:cubicBezTo>
                <a:cubicBezTo>
                  <a:pt x="738206" y="5726858"/>
                  <a:pt x="787632" y="5805112"/>
                  <a:pt x="851597" y="5801555"/>
                </a:cubicBezTo>
                <a:cubicBezTo>
                  <a:pt x="854504" y="5790884"/>
                  <a:pt x="860319" y="5769542"/>
                  <a:pt x="860319" y="5769542"/>
                </a:cubicBezTo>
                <a:cubicBezTo>
                  <a:pt x="755650" y="5712629"/>
                  <a:pt x="709132" y="5605917"/>
                  <a:pt x="691686" y="5474306"/>
                </a:cubicBezTo>
                <a:cubicBezTo>
                  <a:pt x="685872" y="5406721"/>
                  <a:pt x="648075" y="5385379"/>
                  <a:pt x="610278" y="5353367"/>
                </a:cubicBezTo>
                <a:cubicBezTo>
                  <a:pt x="482350" y="5243097"/>
                  <a:pt x="345700" y="5143500"/>
                  <a:pt x="238123" y="4994104"/>
                </a:cubicBezTo>
                <a:cubicBezTo>
                  <a:pt x="363144" y="5011889"/>
                  <a:pt x="461997" y="5111487"/>
                  <a:pt x="592833" y="5154171"/>
                </a:cubicBezTo>
                <a:cubicBezTo>
                  <a:pt x="488165" y="4990547"/>
                  <a:pt x="351514" y="4905177"/>
                  <a:pt x="226494" y="4805580"/>
                </a:cubicBezTo>
                <a:cubicBezTo>
                  <a:pt x="168344" y="4759339"/>
                  <a:pt x="116011" y="4702425"/>
                  <a:pt x="49139" y="4677526"/>
                </a:cubicBezTo>
                <a:cubicBezTo>
                  <a:pt x="25879" y="4670412"/>
                  <a:pt x="-14826" y="4652628"/>
                  <a:pt x="5527" y="4602828"/>
                </a:cubicBezTo>
                <a:cubicBezTo>
                  <a:pt x="22972" y="4560144"/>
                  <a:pt x="54954" y="4574373"/>
                  <a:pt x="84029" y="4585042"/>
                </a:cubicBezTo>
                <a:cubicBezTo>
                  <a:pt x="153807" y="4613499"/>
                  <a:pt x="229401" y="4613499"/>
                  <a:pt x="325347" y="4613499"/>
                </a:cubicBezTo>
                <a:cubicBezTo>
                  <a:pt x="243939" y="4478331"/>
                  <a:pt x="95658" y="4521016"/>
                  <a:pt x="25879" y="4378734"/>
                </a:cubicBezTo>
                <a:cubicBezTo>
                  <a:pt x="113103" y="4353835"/>
                  <a:pt x="179975" y="4403633"/>
                  <a:pt x="249753" y="4414305"/>
                </a:cubicBezTo>
                <a:cubicBezTo>
                  <a:pt x="313718" y="4424975"/>
                  <a:pt x="328254" y="4400076"/>
                  <a:pt x="313718" y="4321821"/>
                </a:cubicBezTo>
                <a:cubicBezTo>
                  <a:pt x="290458" y="4200882"/>
                  <a:pt x="325347" y="4140411"/>
                  <a:pt x="418386" y="4172424"/>
                </a:cubicBezTo>
                <a:cubicBezTo>
                  <a:pt x="505609" y="4204438"/>
                  <a:pt x="514332" y="4158196"/>
                  <a:pt x="491072" y="4090612"/>
                </a:cubicBezTo>
                <a:cubicBezTo>
                  <a:pt x="456183" y="3991015"/>
                  <a:pt x="493979" y="3912759"/>
                  <a:pt x="520147" y="3827390"/>
                </a:cubicBezTo>
                <a:cubicBezTo>
                  <a:pt x="560851" y="3699337"/>
                  <a:pt x="543407" y="3635309"/>
                  <a:pt x="459090" y="3539269"/>
                </a:cubicBezTo>
                <a:cubicBezTo>
                  <a:pt x="409664" y="3485914"/>
                  <a:pt x="360236" y="3439672"/>
                  <a:pt x="290458" y="3393429"/>
                </a:cubicBezTo>
                <a:cubicBezTo>
                  <a:pt x="450368" y="3368530"/>
                  <a:pt x="284643" y="3283162"/>
                  <a:pt x="339884" y="3229805"/>
                </a:cubicBezTo>
                <a:cubicBezTo>
                  <a:pt x="453275" y="3208463"/>
                  <a:pt x="543407" y="3379202"/>
                  <a:pt x="697501" y="3329402"/>
                </a:cubicBezTo>
                <a:cubicBezTo>
                  <a:pt x="511425" y="3183563"/>
                  <a:pt x="302087" y="3137322"/>
                  <a:pt x="165437" y="2941684"/>
                </a:cubicBezTo>
                <a:cubicBezTo>
                  <a:pt x="197419" y="2899000"/>
                  <a:pt x="229401" y="2941684"/>
                  <a:pt x="255568" y="2923898"/>
                </a:cubicBezTo>
                <a:cubicBezTo>
                  <a:pt x="255568" y="2913227"/>
                  <a:pt x="560851" y="2980812"/>
                  <a:pt x="578296" y="2703362"/>
                </a:cubicBezTo>
                <a:cubicBezTo>
                  <a:pt x="584111" y="2703362"/>
                  <a:pt x="589926" y="2703362"/>
                  <a:pt x="595740" y="2692689"/>
                </a:cubicBezTo>
                <a:cubicBezTo>
                  <a:pt x="627722" y="2653563"/>
                  <a:pt x="598648" y="2561080"/>
                  <a:pt x="650982" y="2553965"/>
                </a:cubicBezTo>
                <a:cubicBezTo>
                  <a:pt x="709132" y="2546851"/>
                  <a:pt x="764373" y="2514837"/>
                  <a:pt x="825429" y="2532623"/>
                </a:cubicBezTo>
                <a:cubicBezTo>
                  <a:pt x="871949" y="2546851"/>
                  <a:pt x="921375" y="2564636"/>
                  <a:pt x="970802" y="2564636"/>
                </a:cubicBezTo>
                <a:cubicBezTo>
                  <a:pt x="1023136" y="2564636"/>
                  <a:pt x="1095822" y="2685576"/>
                  <a:pt x="1127805" y="2525509"/>
                </a:cubicBezTo>
                <a:cubicBezTo>
                  <a:pt x="1127805" y="2518395"/>
                  <a:pt x="1217936" y="2536181"/>
                  <a:pt x="1267362" y="2543294"/>
                </a:cubicBezTo>
                <a:cubicBezTo>
                  <a:pt x="1308067" y="2550408"/>
                  <a:pt x="1357494" y="2582422"/>
                  <a:pt x="1386568" y="2518395"/>
                </a:cubicBezTo>
                <a:cubicBezTo>
                  <a:pt x="1401105" y="2479267"/>
                  <a:pt x="1331326" y="2408126"/>
                  <a:pt x="1270270" y="2401012"/>
                </a:cubicBezTo>
                <a:cubicBezTo>
                  <a:pt x="1215029" y="2393898"/>
                  <a:pt x="1159787" y="2386784"/>
                  <a:pt x="1107453" y="2401012"/>
                </a:cubicBezTo>
                <a:cubicBezTo>
                  <a:pt x="1043489" y="2418796"/>
                  <a:pt x="1008599" y="2390340"/>
                  <a:pt x="991154" y="2326314"/>
                </a:cubicBezTo>
                <a:cubicBezTo>
                  <a:pt x="970802" y="2258731"/>
                  <a:pt x="933005" y="2223159"/>
                  <a:pt x="880671" y="2191146"/>
                </a:cubicBezTo>
                <a:cubicBezTo>
                  <a:pt x="752743" y="2112891"/>
                  <a:pt x="630630" y="2020407"/>
                  <a:pt x="491072" y="1974165"/>
                </a:cubicBezTo>
                <a:cubicBezTo>
                  <a:pt x="464905" y="1967051"/>
                  <a:pt x="432923" y="1952823"/>
                  <a:pt x="421293" y="1892353"/>
                </a:cubicBezTo>
                <a:cubicBezTo>
                  <a:pt x="799262" y="1984836"/>
                  <a:pt x="1142342" y="2223159"/>
                  <a:pt x="1531941" y="2208931"/>
                </a:cubicBezTo>
                <a:cubicBezTo>
                  <a:pt x="1427272" y="2134233"/>
                  <a:pt x="1302252" y="2130676"/>
                  <a:pt x="1188861" y="2077320"/>
                </a:cubicBezTo>
                <a:cubicBezTo>
                  <a:pt x="1270270" y="2038192"/>
                  <a:pt x="1345864" y="2080877"/>
                  <a:pt x="1421458" y="2102219"/>
                </a:cubicBezTo>
                <a:cubicBezTo>
                  <a:pt x="1485422" y="2120004"/>
                  <a:pt x="1543571" y="2123562"/>
                  <a:pt x="1549386" y="2013292"/>
                </a:cubicBezTo>
                <a:cubicBezTo>
                  <a:pt x="1549386" y="2002622"/>
                  <a:pt x="1549386" y="1995507"/>
                  <a:pt x="1549386" y="1984836"/>
                </a:cubicBezTo>
                <a:cubicBezTo>
                  <a:pt x="1526126" y="1938595"/>
                  <a:pt x="1494144" y="1917252"/>
                  <a:pt x="1453440" y="1903025"/>
                </a:cubicBezTo>
                <a:cubicBezTo>
                  <a:pt x="1430180" y="1895910"/>
                  <a:pt x="1398198" y="1881683"/>
                  <a:pt x="1398198" y="1849668"/>
                </a:cubicBezTo>
                <a:cubicBezTo>
                  <a:pt x="1401105" y="1728729"/>
                  <a:pt x="1322604" y="1693158"/>
                  <a:pt x="1247011" y="1657587"/>
                </a:cubicBezTo>
                <a:cubicBezTo>
                  <a:pt x="1287715" y="1597117"/>
                  <a:pt x="1322604" y="1639802"/>
                  <a:pt x="1354586" y="1636245"/>
                </a:cubicBezTo>
                <a:cubicBezTo>
                  <a:pt x="1374939" y="1632688"/>
                  <a:pt x="1395290" y="1629132"/>
                  <a:pt x="1395290" y="1597117"/>
                </a:cubicBezTo>
                <a:cubicBezTo>
                  <a:pt x="1395290" y="1572219"/>
                  <a:pt x="1386568" y="1540204"/>
                  <a:pt x="1366216" y="1540204"/>
                </a:cubicBezTo>
                <a:cubicBezTo>
                  <a:pt x="1238288" y="1536647"/>
                  <a:pt x="1165601" y="1365909"/>
                  <a:pt x="1031858" y="1365909"/>
                </a:cubicBezTo>
                <a:cubicBezTo>
                  <a:pt x="950450" y="1365909"/>
                  <a:pt x="1072563" y="1269868"/>
                  <a:pt x="1005692" y="1230741"/>
                </a:cubicBezTo>
                <a:cubicBezTo>
                  <a:pt x="991154" y="1220069"/>
                  <a:pt x="1046396" y="1205842"/>
                  <a:pt x="1069655" y="1209399"/>
                </a:cubicBezTo>
                <a:cubicBezTo>
                  <a:pt x="1092915" y="1212955"/>
                  <a:pt x="1113268" y="1237855"/>
                  <a:pt x="1142342" y="1220069"/>
                </a:cubicBezTo>
                <a:cubicBezTo>
                  <a:pt x="1156879" y="1156043"/>
                  <a:pt x="1119082" y="1131144"/>
                  <a:pt x="1084193" y="1113358"/>
                </a:cubicBezTo>
                <a:cubicBezTo>
                  <a:pt x="1008599" y="1070674"/>
                  <a:pt x="933005" y="1020875"/>
                  <a:pt x="848689" y="1006647"/>
                </a:cubicBezTo>
                <a:cubicBezTo>
                  <a:pt x="819615" y="1003089"/>
                  <a:pt x="802169" y="985305"/>
                  <a:pt x="805077" y="949734"/>
                </a:cubicBezTo>
                <a:cubicBezTo>
                  <a:pt x="810892" y="903491"/>
                  <a:pt x="839967" y="917720"/>
                  <a:pt x="863226" y="921277"/>
                </a:cubicBezTo>
                <a:cubicBezTo>
                  <a:pt x="877764" y="924835"/>
                  <a:pt x="892301" y="935506"/>
                  <a:pt x="906838" y="910606"/>
                </a:cubicBezTo>
                <a:cubicBezTo>
                  <a:pt x="566666" y="658055"/>
                  <a:pt x="386404" y="672284"/>
                  <a:pt x="5527" y="465975"/>
                </a:cubicBezTo>
                <a:cubicBezTo>
                  <a:pt x="89843" y="426847"/>
                  <a:pt x="150900" y="455303"/>
                  <a:pt x="209049" y="462417"/>
                </a:cubicBezTo>
                <a:cubicBezTo>
                  <a:pt x="354422" y="480203"/>
                  <a:pt x="264290" y="512216"/>
                  <a:pt x="409664" y="533558"/>
                </a:cubicBezTo>
                <a:cubicBezTo>
                  <a:pt x="479443" y="544229"/>
                  <a:pt x="543407" y="579800"/>
                  <a:pt x="621908" y="522887"/>
                </a:cubicBezTo>
                <a:cubicBezTo>
                  <a:pt x="674242" y="483759"/>
                  <a:pt x="758558" y="526444"/>
                  <a:pt x="822522" y="558458"/>
                </a:cubicBezTo>
                <a:cubicBezTo>
                  <a:pt x="874856" y="586915"/>
                  <a:pt x="927190" y="594028"/>
                  <a:pt x="996969" y="558458"/>
                </a:cubicBezTo>
                <a:cubicBezTo>
                  <a:pt x="933005" y="537116"/>
                  <a:pt x="883579" y="519330"/>
                  <a:pt x="834151" y="505101"/>
                </a:cubicBezTo>
                <a:cubicBezTo>
                  <a:pt x="793447" y="494431"/>
                  <a:pt x="770187" y="469532"/>
                  <a:pt x="773095" y="416176"/>
                </a:cubicBezTo>
                <a:cubicBezTo>
                  <a:pt x="773095" y="387720"/>
                  <a:pt x="764373" y="348592"/>
                  <a:pt x="793447" y="334364"/>
                </a:cubicBezTo>
                <a:cubicBezTo>
                  <a:pt x="816707" y="320135"/>
                  <a:pt x="848689" y="334364"/>
                  <a:pt x="860319" y="359262"/>
                </a:cubicBezTo>
                <a:cubicBezTo>
                  <a:pt x="874856" y="405504"/>
                  <a:pt x="889393" y="448189"/>
                  <a:pt x="938820" y="451747"/>
                </a:cubicBezTo>
                <a:cubicBezTo>
                  <a:pt x="1005692" y="458860"/>
                  <a:pt x="967894" y="430405"/>
                  <a:pt x="956265" y="394834"/>
                </a:cubicBezTo>
                <a:cubicBezTo>
                  <a:pt x="944635" y="355706"/>
                  <a:pt x="979525" y="345034"/>
                  <a:pt x="1002784" y="352148"/>
                </a:cubicBezTo>
                <a:cubicBezTo>
                  <a:pt x="1090008" y="384162"/>
                  <a:pt x="1180139" y="327250"/>
                  <a:pt x="1270270" y="373491"/>
                </a:cubicBezTo>
                <a:cubicBezTo>
                  <a:pt x="1247011" y="259665"/>
                  <a:pt x="1197583" y="209867"/>
                  <a:pt x="1092915" y="192082"/>
                </a:cubicBezTo>
                <a:cubicBezTo>
                  <a:pt x="1055118" y="188525"/>
                  <a:pt x="1014414" y="195638"/>
                  <a:pt x="979525" y="163625"/>
                </a:cubicBezTo>
                <a:cubicBezTo>
                  <a:pt x="959172" y="145839"/>
                  <a:pt x="938820" y="124497"/>
                  <a:pt x="953358" y="88927"/>
                </a:cubicBezTo>
                <a:cubicBezTo>
                  <a:pt x="962080" y="64027"/>
                  <a:pt x="985339" y="64027"/>
                  <a:pt x="1005692" y="71141"/>
                </a:cubicBezTo>
                <a:cubicBezTo>
                  <a:pt x="1090008" y="110269"/>
                  <a:pt x="1180139" y="120941"/>
                  <a:pt x="1267362" y="135168"/>
                </a:cubicBezTo>
                <a:cubicBezTo>
                  <a:pt x="1281900" y="138725"/>
                  <a:pt x="1296437" y="145839"/>
                  <a:pt x="1310975" y="110269"/>
                </a:cubicBezTo>
                <a:cubicBezTo>
                  <a:pt x="1209214" y="78255"/>
                  <a:pt x="1110360" y="35571"/>
                  <a:pt x="1008599" y="0"/>
                </a:cubicBezTo>
                <a:close/>
              </a:path>
            </a:pathLst>
          </a:custGeom>
          <a:solidFill>
            <a:schemeClr val="bg2">
              <a:alpha val="5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97E2EAC4-8C51-F6FF-CA31-73698CAD7F7E}"/>
              </a:ext>
            </a:extLst>
          </p:cNvPr>
          <p:cNvSpPr>
            <a:spLocks noGrp="1"/>
          </p:cNvSpPr>
          <p:nvPr>
            <p:ph type="title"/>
          </p:nvPr>
        </p:nvSpPr>
        <p:spPr>
          <a:xfrm>
            <a:off x="905484" y="1065749"/>
            <a:ext cx="3748810" cy="4726502"/>
          </a:xfrm>
        </p:spPr>
        <p:txBody>
          <a:bodyPr>
            <a:normAutofit/>
          </a:bodyPr>
          <a:lstStyle/>
          <a:p>
            <a:r>
              <a:rPr lang="en-US" b="1">
                <a:latin typeface="Calibri" pitchFamily="34" charset="0"/>
                <a:ea typeface="Calibri" pitchFamily="34" charset="-122"/>
                <a:cs typeface="Calibri" pitchFamily="34" charset="-120"/>
              </a:rPr>
              <a:t>Glue Studio, Partitions, and Data Quality</a:t>
            </a:r>
            <a:endParaRPr lang="en-IN" dirty="0"/>
          </a:p>
        </p:txBody>
      </p:sp>
      <p:sp>
        <p:nvSpPr>
          <p:cNvPr id="3" name="Content Placeholder 2">
            <a:extLst>
              <a:ext uri="{FF2B5EF4-FFF2-40B4-BE49-F238E27FC236}">
                <a16:creationId xmlns:a16="http://schemas.microsoft.com/office/drawing/2014/main" id="{84A954F1-353C-3A2F-151B-CBF0C0D07289}"/>
              </a:ext>
            </a:extLst>
          </p:cNvPr>
          <p:cNvSpPr>
            <a:spLocks noGrp="1"/>
          </p:cNvSpPr>
          <p:nvPr>
            <p:ph idx="1"/>
          </p:nvPr>
        </p:nvSpPr>
        <p:spPr>
          <a:xfrm>
            <a:off x="6400800" y="713313"/>
            <a:ext cx="4953000" cy="5431376"/>
          </a:xfrm>
        </p:spPr>
        <p:txBody>
          <a:bodyPr anchor="ctr">
            <a:normAutofit/>
          </a:bodyPr>
          <a:lstStyle/>
          <a:p>
            <a:pPr marL="0" indent="0">
              <a:buNone/>
            </a:pPr>
            <a:r>
              <a:rPr lang="en-US" sz="1400">
                <a:latin typeface="Calibri" pitchFamily="34" charset="0"/>
                <a:ea typeface="Calibri" pitchFamily="34" charset="-122"/>
                <a:cs typeface="Calibri" pitchFamily="34" charset="-120"/>
              </a:rPr>
              <a:t>AWS Glue includes several features beyond basic crawling.</a:t>
            </a:r>
            <a:endParaRPr lang="en-US" sz="1400"/>
          </a:p>
          <a:p>
            <a:pPr marL="0" indent="0">
              <a:buNone/>
            </a:pPr>
            <a:endParaRPr lang="en-US" sz="1400"/>
          </a:p>
          <a:p>
            <a:r>
              <a:rPr lang="en-US" sz="1400">
                <a:latin typeface="Calibri" pitchFamily="34" charset="0"/>
                <a:ea typeface="Calibri" pitchFamily="34" charset="-122"/>
                <a:cs typeface="Calibri" pitchFamily="34" charset="-120"/>
              </a:rPr>
              <a:t>S3 Partitions</a:t>
            </a:r>
            <a:endParaRPr lang="en-US" sz="1400"/>
          </a:p>
          <a:p>
            <a:pPr marL="0" indent="0">
              <a:buNone/>
            </a:pPr>
            <a:r>
              <a:rPr lang="en-US" sz="1400">
                <a:latin typeface="Calibri" pitchFamily="34" charset="0"/>
                <a:ea typeface="Calibri" pitchFamily="34" charset="-122"/>
                <a:cs typeface="Calibri" pitchFamily="34" charset="-120"/>
              </a:rPr>
              <a:t>How data is organized in S3 can strongly affect query efficiency. If sensor data is normally searched by date, folders may be organized as year / month / day / device. If most searches are by device, another structure may work better.</a:t>
            </a:r>
            <a:endParaRPr lang="en-US" sz="1400"/>
          </a:p>
          <a:p>
            <a:pPr marL="0" indent="0">
              <a:buNone/>
            </a:pPr>
            <a:endParaRPr lang="en-US" sz="1400"/>
          </a:p>
          <a:p>
            <a:r>
              <a:rPr lang="en-US" sz="1400">
                <a:latin typeface="Calibri" pitchFamily="34" charset="0"/>
                <a:ea typeface="Calibri" pitchFamily="34" charset="-122"/>
                <a:cs typeface="Calibri" pitchFamily="34" charset="-120"/>
              </a:rPr>
              <a:t>Glue Studio</a:t>
            </a:r>
            <a:endParaRPr lang="en-US" sz="1400"/>
          </a:p>
          <a:p>
            <a:pPr marL="0" indent="0">
              <a:buNone/>
            </a:pPr>
            <a:r>
              <a:rPr lang="en-US" sz="1400">
                <a:latin typeface="Calibri" pitchFamily="34" charset="0"/>
                <a:ea typeface="Calibri" pitchFamily="34" charset="-122"/>
                <a:cs typeface="Calibri" pitchFamily="34" charset="-120"/>
              </a:rPr>
              <a:t>Provides a visual interface for creating ETL jobs. Users can connect sources, apply transformations, join datasets, and define targets through a visual workflow.</a:t>
            </a:r>
            <a:endParaRPr lang="en-US" sz="1400"/>
          </a:p>
          <a:p>
            <a:pPr marL="0" indent="0">
              <a:buNone/>
            </a:pPr>
            <a:endParaRPr lang="en-US" sz="1400"/>
          </a:p>
          <a:p>
            <a:r>
              <a:rPr lang="en-US" sz="1400">
                <a:latin typeface="Calibri" pitchFamily="34" charset="0"/>
                <a:ea typeface="Calibri" pitchFamily="34" charset="-122"/>
                <a:cs typeface="Calibri" pitchFamily="34" charset="-120"/>
              </a:rPr>
              <a:t>Glue Data Quality</a:t>
            </a:r>
            <a:endParaRPr lang="en-US" sz="1400"/>
          </a:p>
          <a:p>
            <a:pPr marL="0" indent="0">
              <a:buNone/>
            </a:pPr>
            <a:r>
              <a:rPr lang="en-US" sz="1400">
                <a:latin typeface="Calibri" pitchFamily="34" charset="0"/>
                <a:ea typeface="Calibri" pitchFamily="34" charset="-122"/>
                <a:cs typeface="Calibri" pitchFamily="34" charset="-120"/>
              </a:rPr>
              <a:t>Allows organizations to define rules that data should satisfy. Rules can be written using Data Quality Definition Language, or DQDL.</a:t>
            </a:r>
            <a:endParaRPr lang="en-US" sz="1400"/>
          </a:p>
          <a:p>
            <a:pPr marL="0" indent="0">
              <a:buNone/>
            </a:pPr>
            <a:endParaRPr lang="en-US" sz="1400"/>
          </a:p>
          <a:p>
            <a:pPr marL="0" indent="0">
              <a:buNone/>
            </a:pPr>
            <a:r>
              <a:rPr lang="en-US" sz="1400">
                <a:latin typeface="Calibri" pitchFamily="34" charset="0"/>
                <a:ea typeface="Calibri" pitchFamily="34" charset="-122"/>
                <a:cs typeface="Calibri" pitchFamily="34" charset="-120"/>
              </a:rPr>
              <a:t>A failed quality check can stop a Glue job or simply be reported through CloudWatch. This helps prevent poor-quality data from quietly moving farther into the AI pipeline.</a:t>
            </a:r>
            <a:endParaRPr lang="en-US" sz="1400"/>
          </a:p>
        </p:txBody>
      </p:sp>
    </p:spTree>
    <p:extLst>
      <p:ext uri="{BB962C8B-B14F-4D97-AF65-F5344CB8AC3E}">
        <p14:creationId xmlns:p14="http://schemas.microsoft.com/office/powerpoint/2010/main" val="1655033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D9EAA-D89E-DF67-8970-F3A082842E6A}"/>
              </a:ext>
            </a:extLst>
          </p:cNvPr>
          <p:cNvSpPr>
            <a:spLocks noGrp="1"/>
          </p:cNvSpPr>
          <p:nvPr>
            <p:ph type="title"/>
          </p:nvPr>
        </p:nvSpPr>
        <p:spPr/>
        <p:txBody>
          <a:bodyPr>
            <a:normAutofit/>
          </a:bodyPr>
          <a:lstStyle/>
          <a:p>
            <a:r>
              <a:rPr lang="en-US" b="1" dirty="0">
                <a:solidFill>
                  <a:srgbClr val="000000"/>
                </a:solidFill>
                <a:latin typeface="Calibri" pitchFamily="34" charset="0"/>
                <a:ea typeface="Calibri" pitchFamily="34" charset="-122"/>
                <a:cs typeface="Calibri" pitchFamily="34" charset="-120"/>
              </a:rPr>
              <a:t>Monitoring Data Pipelines with Amazon CloudWatch</a:t>
            </a:r>
            <a:endParaRPr lang="en-IN" dirty="0"/>
          </a:p>
        </p:txBody>
      </p:sp>
      <p:graphicFrame>
        <p:nvGraphicFramePr>
          <p:cNvPr id="5" name="Content Placeholder 2">
            <a:extLst>
              <a:ext uri="{FF2B5EF4-FFF2-40B4-BE49-F238E27FC236}">
                <a16:creationId xmlns:a16="http://schemas.microsoft.com/office/drawing/2014/main" id="{ECF90651-7079-DE3C-6D7F-617343AC0186}"/>
              </a:ext>
            </a:extLst>
          </p:cNvPr>
          <p:cNvGraphicFramePr>
            <a:graphicFrameLocks noGrp="1"/>
          </p:cNvGraphicFramePr>
          <p:nvPr>
            <p:ph idx="1"/>
          </p:nvPr>
        </p:nvGraphicFramePr>
        <p:xfrm>
          <a:off x="838200" y="1825624"/>
          <a:ext cx="10515600" cy="47592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5984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1E750-BE37-6D87-C842-50B4E4578FEB}"/>
              </a:ext>
            </a:extLst>
          </p:cNvPr>
          <p:cNvSpPr>
            <a:spLocks noGrp="1"/>
          </p:cNvSpPr>
          <p:nvPr>
            <p:ph type="title"/>
          </p:nvPr>
        </p:nvSpPr>
        <p:spPr/>
        <p:txBody>
          <a:bodyPr>
            <a:normAutofit/>
          </a:bodyPr>
          <a:lstStyle/>
          <a:p>
            <a:r>
              <a:rPr lang="en-US" b="1">
                <a:solidFill>
                  <a:srgbClr val="000000"/>
                </a:solidFill>
                <a:latin typeface="Calibri" pitchFamily="34" charset="0"/>
                <a:ea typeface="Calibri" pitchFamily="34" charset="-122"/>
                <a:cs typeface="Calibri" pitchFamily="34" charset="-120"/>
              </a:rPr>
              <a:t>Amazon Transcribe: Turning Speech into Usable Data</a:t>
            </a:r>
            <a:endParaRPr lang="en-IN" dirty="0"/>
          </a:p>
        </p:txBody>
      </p:sp>
      <p:graphicFrame>
        <p:nvGraphicFramePr>
          <p:cNvPr id="5" name="Content Placeholder 2">
            <a:extLst>
              <a:ext uri="{FF2B5EF4-FFF2-40B4-BE49-F238E27FC236}">
                <a16:creationId xmlns:a16="http://schemas.microsoft.com/office/drawing/2014/main" id="{654D8E42-40FF-6712-1E15-77FB504EC34F}"/>
              </a:ext>
            </a:extLst>
          </p:cNvPr>
          <p:cNvGraphicFramePr>
            <a:graphicFrameLocks noGrp="1"/>
          </p:cNvGraphicFramePr>
          <p:nvPr>
            <p:ph idx="1"/>
          </p:nvPr>
        </p:nvGraphicFramePr>
        <p:xfrm>
          <a:off x="838200" y="1825625"/>
          <a:ext cx="10515600" cy="4753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430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82715-5629-63FE-7BF2-757540A03240}"/>
              </a:ext>
            </a:extLst>
          </p:cNvPr>
          <p:cNvSpPr>
            <a:spLocks noGrp="1"/>
          </p:cNvSpPr>
          <p:nvPr>
            <p:ph type="title"/>
          </p:nvPr>
        </p:nvSpPr>
        <p:spPr/>
        <p:txBody>
          <a:bodyPr/>
          <a:lstStyle/>
          <a:p>
            <a:r>
              <a:rPr lang="en-US" b="1" dirty="0">
                <a:solidFill>
                  <a:srgbClr val="000000"/>
                </a:solidFill>
                <a:latin typeface="Calibri" pitchFamily="34" charset="0"/>
                <a:ea typeface="Calibri" pitchFamily="34" charset="-122"/>
                <a:cs typeface="Calibri" pitchFamily="34" charset="-120"/>
              </a:rPr>
              <a:t>Amazon Comprehend: Understanding Text</a:t>
            </a:r>
            <a:endParaRPr lang="en-IN" dirty="0"/>
          </a:p>
        </p:txBody>
      </p:sp>
      <p:graphicFrame>
        <p:nvGraphicFramePr>
          <p:cNvPr id="5" name="Content Placeholder 2">
            <a:extLst>
              <a:ext uri="{FF2B5EF4-FFF2-40B4-BE49-F238E27FC236}">
                <a16:creationId xmlns:a16="http://schemas.microsoft.com/office/drawing/2014/main" id="{ABF7BDA2-D949-5288-F551-ADA338C6E83B}"/>
              </a:ext>
            </a:extLst>
          </p:cNvPr>
          <p:cNvGraphicFramePr>
            <a:graphicFrameLocks noGrp="1"/>
          </p:cNvGraphicFramePr>
          <p:nvPr>
            <p:ph idx="1"/>
          </p:nvPr>
        </p:nvGraphicFramePr>
        <p:xfrm>
          <a:off x="838200" y="1825625"/>
          <a:ext cx="10515600" cy="4741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7220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77F357-D8E3-1972-6919-DCA6664D4FCC}"/>
              </a:ext>
            </a:extLst>
          </p:cNvPr>
          <p:cNvSpPr>
            <a:spLocks noGrp="1"/>
          </p:cNvSpPr>
          <p:nvPr>
            <p:ph type="title"/>
          </p:nvPr>
        </p:nvSpPr>
        <p:spPr>
          <a:xfrm>
            <a:off x="466722" y="586855"/>
            <a:ext cx="3201366" cy="3387497"/>
          </a:xfrm>
        </p:spPr>
        <p:txBody>
          <a:bodyPr anchor="b">
            <a:normAutofit/>
          </a:bodyPr>
          <a:lstStyle/>
          <a:p>
            <a:pPr algn="r"/>
            <a:r>
              <a:rPr lang="en-US" sz="4000" b="1">
                <a:solidFill>
                  <a:srgbClr val="FFFFFF"/>
                </a:solidFill>
                <a:latin typeface="Calibri" pitchFamily="34" charset="0"/>
                <a:ea typeface="Calibri" pitchFamily="34" charset="-122"/>
                <a:cs typeface="Calibri" pitchFamily="34" charset="-120"/>
              </a:rPr>
              <a:t>Connecting These Services in a GenAI Data Pipeline</a:t>
            </a:r>
            <a:endParaRPr lang="en-IN" sz="4000">
              <a:solidFill>
                <a:srgbClr val="FFFFFF"/>
              </a:solidFill>
            </a:endParaRPr>
          </a:p>
        </p:txBody>
      </p:sp>
      <p:sp>
        <p:nvSpPr>
          <p:cNvPr id="3" name="Content Placeholder 2">
            <a:extLst>
              <a:ext uri="{FF2B5EF4-FFF2-40B4-BE49-F238E27FC236}">
                <a16:creationId xmlns:a16="http://schemas.microsoft.com/office/drawing/2014/main" id="{E3B85805-5A4E-9770-1234-B6978C7CE2A1}"/>
              </a:ext>
            </a:extLst>
          </p:cNvPr>
          <p:cNvSpPr>
            <a:spLocks noGrp="1"/>
          </p:cNvSpPr>
          <p:nvPr>
            <p:ph idx="1"/>
          </p:nvPr>
        </p:nvSpPr>
        <p:spPr>
          <a:xfrm>
            <a:off x="4810259" y="511388"/>
            <a:ext cx="6599613" cy="6222967"/>
          </a:xfrm>
        </p:spPr>
        <p:txBody>
          <a:bodyPr anchor="ctr">
            <a:normAutofit fontScale="92500" lnSpcReduction="20000"/>
          </a:bodyPr>
          <a:lstStyle/>
          <a:p>
            <a:pPr marL="0" indent="0">
              <a:buNone/>
            </a:pPr>
            <a:r>
              <a:rPr lang="en-US" sz="1200" dirty="0">
                <a:latin typeface="Calibri" pitchFamily="34" charset="0"/>
                <a:ea typeface="Calibri" pitchFamily="34" charset="-122"/>
                <a:cs typeface="Calibri" pitchFamily="34" charset="-120"/>
              </a:rPr>
              <a:t>These services solve different parts of the data-preparation problem.</a:t>
            </a:r>
            <a:endParaRPr lang="en-US" sz="1200" dirty="0"/>
          </a:p>
          <a:p>
            <a:pPr marL="0" indent="0">
              <a:buNone/>
            </a:pPr>
            <a:endParaRPr lang="en-US" sz="1200" dirty="0">
              <a:latin typeface="Calibri" pitchFamily="34" charset="0"/>
              <a:ea typeface="Calibri" pitchFamily="34" charset="-122"/>
              <a:cs typeface="Calibri" pitchFamily="34" charset="-120"/>
            </a:endParaRPr>
          </a:p>
          <a:p>
            <a:pPr marL="0" indent="0">
              <a:buNone/>
            </a:pPr>
            <a:r>
              <a:rPr lang="en-US" sz="1200" dirty="0">
                <a:latin typeface="Calibri" pitchFamily="34" charset="0"/>
                <a:ea typeface="Calibri" pitchFamily="34" charset="-122"/>
                <a:cs typeface="Calibri" pitchFamily="34" charset="-120"/>
              </a:rPr>
              <a:t>Example Workflow</a:t>
            </a:r>
            <a:endParaRPr lang="en-US" sz="1200" dirty="0"/>
          </a:p>
          <a:p>
            <a:pPr marL="0" indent="0">
              <a:buNone/>
            </a:pPr>
            <a:r>
              <a:rPr lang="en-US" sz="1200" dirty="0">
                <a:latin typeface="Calibri" pitchFamily="34" charset="0"/>
                <a:ea typeface="Calibri" pitchFamily="34" charset="-122"/>
                <a:cs typeface="Calibri" pitchFamily="34" charset="-120"/>
              </a:rPr>
              <a:t>Raw Files in Amazon S3</a:t>
            </a:r>
            <a:endParaRPr lang="en-US" sz="1200" dirty="0"/>
          </a:p>
          <a:p>
            <a:pPr marL="0" indent="0">
              <a:buNone/>
            </a:pPr>
            <a:r>
              <a:rPr lang="en-US" sz="1200" dirty="0">
                <a:latin typeface="Calibri" pitchFamily="34" charset="0"/>
                <a:ea typeface="Calibri" pitchFamily="34" charset="-122"/>
                <a:cs typeface="Calibri" pitchFamily="34" charset="-120"/>
              </a:rPr>
              <a:t>↓</a:t>
            </a:r>
            <a:endParaRPr lang="en-US" sz="1200" dirty="0"/>
          </a:p>
          <a:p>
            <a:pPr marL="0" indent="0">
              <a:buNone/>
            </a:pPr>
            <a:r>
              <a:rPr lang="en-US" sz="1200" dirty="0">
                <a:latin typeface="Calibri" pitchFamily="34" charset="0"/>
                <a:ea typeface="Calibri" pitchFamily="34" charset="-122"/>
                <a:cs typeface="Calibri" pitchFamily="34" charset="-120"/>
              </a:rPr>
              <a:t>Bedrock Data Automation</a:t>
            </a:r>
            <a:endParaRPr lang="en-US" sz="1200" dirty="0"/>
          </a:p>
          <a:p>
            <a:pPr marL="0" indent="0">
              <a:buNone/>
            </a:pPr>
            <a:r>
              <a:rPr lang="en-US" sz="1200" dirty="0">
                <a:latin typeface="Calibri" pitchFamily="34" charset="0"/>
                <a:ea typeface="Calibri" pitchFamily="34" charset="-122"/>
                <a:cs typeface="Calibri" pitchFamily="34" charset="-120"/>
              </a:rPr>
              <a:t>Extract useful structure from documents, images, audio, or video.</a:t>
            </a:r>
            <a:endParaRPr lang="en-US" sz="1200" dirty="0"/>
          </a:p>
          <a:p>
            <a:pPr marL="0" indent="0">
              <a:buNone/>
            </a:pPr>
            <a:r>
              <a:rPr lang="en-US" sz="1200" dirty="0">
                <a:latin typeface="Calibri" pitchFamily="34" charset="0"/>
                <a:ea typeface="Calibri" pitchFamily="34" charset="-122"/>
                <a:cs typeface="Calibri" pitchFamily="34" charset="-120"/>
              </a:rPr>
              <a:t>↓</a:t>
            </a:r>
            <a:endParaRPr lang="en-US" sz="1200" dirty="0"/>
          </a:p>
          <a:p>
            <a:pPr marL="0" indent="0">
              <a:buNone/>
            </a:pPr>
            <a:r>
              <a:rPr lang="en-US" sz="1200" dirty="0">
                <a:latin typeface="Calibri" pitchFamily="34" charset="0"/>
                <a:ea typeface="Calibri" pitchFamily="34" charset="-122"/>
                <a:cs typeface="Calibri" pitchFamily="34" charset="-120"/>
              </a:rPr>
              <a:t>AWS Lambda + Amazon Comprehend</a:t>
            </a:r>
            <a:endParaRPr lang="en-US" sz="1200" dirty="0"/>
          </a:p>
          <a:p>
            <a:pPr marL="0" indent="0">
              <a:buNone/>
            </a:pPr>
            <a:r>
              <a:rPr lang="en-US" sz="1200" dirty="0">
                <a:latin typeface="Calibri" pitchFamily="34" charset="0"/>
                <a:ea typeface="Calibri" pitchFamily="34" charset="-122"/>
                <a:cs typeface="Calibri" pitchFamily="34" charset="-120"/>
              </a:rPr>
              <a:t>Detect language, classify information, identify entities, or redact sensitive data.</a:t>
            </a:r>
            <a:endParaRPr lang="en-US" sz="1200" dirty="0"/>
          </a:p>
          <a:p>
            <a:pPr marL="0" indent="0">
              <a:buNone/>
            </a:pPr>
            <a:r>
              <a:rPr lang="en-US" sz="1200" dirty="0">
                <a:latin typeface="Calibri" pitchFamily="34" charset="0"/>
                <a:ea typeface="Calibri" pitchFamily="34" charset="-122"/>
                <a:cs typeface="Calibri" pitchFamily="34" charset="-120"/>
              </a:rPr>
              <a:t>↓</a:t>
            </a:r>
            <a:endParaRPr lang="en-US" sz="1200" dirty="0"/>
          </a:p>
          <a:p>
            <a:pPr marL="0" indent="0">
              <a:buNone/>
            </a:pPr>
            <a:r>
              <a:rPr lang="en-US" sz="1200" dirty="0">
                <a:latin typeface="Calibri" pitchFamily="34" charset="0"/>
                <a:ea typeface="Calibri" pitchFamily="34" charset="-122"/>
                <a:cs typeface="Calibri" pitchFamily="34" charset="-120"/>
              </a:rPr>
              <a:t>AWS Glue</a:t>
            </a:r>
            <a:endParaRPr lang="en-US" sz="1200" dirty="0"/>
          </a:p>
          <a:p>
            <a:pPr marL="0" indent="0">
              <a:buNone/>
            </a:pPr>
            <a:r>
              <a:rPr lang="en-US" sz="1200" dirty="0">
                <a:latin typeface="Calibri" pitchFamily="34" charset="0"/>
                <a:ea typeface="Calibri" pitchFamily="34" charset="-122"/>
                <a:cs typeface="Calibri" pitchFamily="34" charset="-120"/>
              </a:rPr>
              <a:t>Catalog, transform, and validate the prepared information.</a:t>
            </a:r>
            <a:endParaRPr lang="en-US" sz="1200" dirty="0"/>
          </a:p>
          <a:p>
            <a:pPr marL="0" indent="0">
              <a:buNone/>
            </a:pPr>
            <a:r>
              <a:rPr lang="en-US" sz="1200" dirty="0">
                <a:latin typeface="Calibri" pitchFamily="34" charset="0"/>
                <a:ea typeface="Calibri" pitchFamily="34" charset="-122"/>
                <a:cs typeface="Calibri" pitchFamily="34" charset="-120"/>
              </a:rPr>
              <a:t>↓</a:t>
            </a:r>
            <a:endParaRPr lang="en-US" sz="1200" dirty="0"/>
          </a:p>
          <a:p>
            <a:pPr marL="0" indent="0">
              <a:buNone/>
            </a:pPr>
            <a:r>
              <a:rPr lang="en-US" sz="1200" dirty="0">
                <a:latin typeface="Calibri" pitchFamily="34" charset="0"/>
                <a:ea typeface="Calibri" pitchFamily="34" charset="-122"/>
                <a:cs typeface="Calibri" pitchFamily="34" charset="-120"/>
              </a:rPr>
              <a:t>Amazon Bedrock / Knowledge Base / ML Application</a:t>
            </a:r>
            <a:endParaRPr lang="en-US" sz="1200" dirty="0"/>
          </a:p>
          <a:p>
            <a:pPr marL="0" indent="0">
              <a:buNone/>
            </a:pPr>
            <a:r>
              <a:rPr lang="en-US" sz="1200" dirty="0">
                <a:latin typeface="Calibri" pitchFamily="34" charset="0"/>
                <a:ea typeface="Calibri" pitchFamily="34" charset="-122"/>
                <a:cs typeface="Calibri" pitchFamily="34" charset="-120"/>
              </a:rPr>
              <a:t>↓</a:t>
            </a:r>
            <a:endParaRPr lang="en-US" sz="1200" dirty="0"/>
          </a:p>
          <a:p>
            <a:pPr marL="0" indent="0">
              <a:buNone/>
            </a:pPr>
            <a:r>
              <a:rPr lang="en-US" sz="1200" dirty="0">
                <a:latin typeface="Calibri" pitchFamily="34" charset="0"/>
                <a:ea typeface="Calibri" pitchFamily="34" charset="-122"/>
                <a:cs typeface="Calibri" pitchFamily="34" charset="-120"/>
              </a:rPr>
              <a:t>Amazon CloudWatch</a:t>
            </a:r>
            <a:endParaRPr lang="en-US" sz="1200" dirty="0"/>
          </a:p>
          <a:p>
            <a:pPr marL="0" indent="0">
              <a:buNone/>
            </a:pPr>
            <a:r>
              <a:rPr lang="en-US" sz="1200" dirty="0">
                <a:latin typeface="Calibri" pitchFamily="34" charset="0"/>
                <a:ea typeface="Calibri" pitchFamily="34" charset="-122"/>
                <a:cs typeface="Calibri" pitchFamily="34" charset="-120"/>
              </a:rPr>
              <a:t>Monitor the AWS services and the health of the pipeline.</a:t>
            </a:r>
            <a:endParaRPr lang="en-US" sz="1200" dirty="0"/>
          </a:p>
          <a:p>
            <a:pPr marL="0" indent="0">
              <a:buNone/>
            </a:pPr>
            <a:endParaRPr lang="en-US" sz="1200" dirty="0">
              <a:latin typeface="Calibri" pitchFamily="34" charset="0"/>
              <a:ea typeface="Calibri" pitchFamily="34" charset="-122"/>
              <a:cs typeface="Calibri" pitchFamily="34" charset="-120"/>
            </a:endParaRPr>
          </a:p>
          <a:p>
            <a:pPr marL="0" indent="0">
              <a:buNone/>
            </a:pPr>
            <a:r>
              <a:rPr lang="en-US" sz="1200" dirty="0">
                <a:latin typeface="Calibri" pitchFamily="34" charset="0"/>
                <a:ea typeface="Calibri" pitchFamily="34" charset="-122"/>
                <a:cs typeface="Calibri" pitchFamily="34" charset="-120"/>
              </a:rPr>
              <a:t>Where does Data Wrangler fit?</a:t>
            </a:r>
          </a:p>
          <a:p>
            <a:pPr marL="0" indent="0">
              <a:buNone/>
            </a:pPr>
            <a:r>
              <a:rPr lang="en-US" sz="1200" dirty="0">
                <a:latin typeface="Calibri" pitchFamily="34" charset="0"/>
                <a:ea typeface="Calibri" pitchFamily="34" charset="-122"/>
                <a:cs typeface="Calibri" pitchFamily="34" charset="-120"/>
              </a:rPr>
              <a:t>SageMaker Data Wrangler is useful when the prepared information is going into a machine learning workflow that needs additional exploration, visualization, cleaning, or transformation.</a:t>
            </a:r>
            <a:endParaRPr lang="en-US" sz="1200" dirty="0"/>
          </a:p>
          <a:p>
            <a:pPr marL="0" indent="0">
              <a:buNone/>
            </a:pPr>
            <a:endParaRPr lang="en-US" sz="1200" dirty="0">
              <a:latin typeface="Calibri" pitchFamily="34" charset="0"/>
              <a:ea typeface="Calibri" pitchFamily="34" charset="-122"/>
              <a:cs typeface="Calibri" pitchFamily="34" charset="-120"/>
            </a:endParaRPr>
          </a:p>
          <a:p>
            <a:pPr marL="0" indent="0">
              <a:buNone/>
            </a:pPr>
            <a:r>
              <a:rPr lang="en-US" sz="1200" dirty="0">
                <a:latin typeface="Calibri" pitchFamily="34" charset="0"/>
                <a:ea typeface="Calibri" pitchFamily="34" charset="-122"/>
                <a:cs typeface="Calibri" pitchFamily="34" charset="-120"/>
              </a:rPr>
              <a:t>The important point is that these AWS services are not identical. Each service handles a different data-management problem, and they can be combined when the application requires several stages of preparation.</a:t>
            </a:r>
            <a:endParaRPr lang="en-US" sz="1200" dirty="0"/>
          </a:p>
        </p:txBody>
      </p:sp>
    </p:spTree>
    <p:extLst>
      <p:ext uri="{BB962C8B-B14F-4D97-AF65-F5344CB8AC3E}">
        <p14:creationId xmlns:p14="http://schemas.microsoft.com/office/powerpoint/2010/main" val="4134825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9CB83-46A0-5139-B852-E737193721F7}"/>
              </a:ext>
            </a:extLst>
          </p:cNvPr>
          <p:cNvSpPr>
            <a:spLocks noGrp="1"/>
          </p:cNvSpPr>
          <p:nvPr>
            <p:ph type="title"/>
          </p:nvPr>
        </p:nvSpPr>
        <p:spPr>
          <a:xfrm>
            <a:off x="1245072" y="1289765"/>
            <a:ext cx="3651101" cy="4270963"/>
          </a:xfrm>
        </p:spPr>
        <p:txBody>
          <a:bodyPr anchor="ctr">
            <a:normAutofit/>
          </a:bodyPr>
          <a:lstStyle/>
          <a:p>
            <a:pPr algn="ctr"/>
            <a:r>
              <a:rPr lang="en-US" sz="5600" b="1">
                <a:solidFill>
                  <a:srgbClr val="FFFFFF"/>
                </a:solidFill>
                <a:latin typeface="Calibri" pitchFamily="34" charset="0"/>
                <a:ea typeface="Calibri" pitchFamily="34" charset="-122"/>
                <a:cs typeface="Calibri" pitchFamily="34" charset="-120"/>
              </a:rPr>
              <a:t>Key Takeaways</a:t>
            </a:r>
            <a:endParaRPr lang="en-IN" sz="5600">
              <a:solidFill>
                <a:srgbClr val="FFFFFF"/>
              </a:solidFill>
            </a:endParaRP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ACBDFA51-BC68-30B5-9CA5-5640BD7CA9CE}"/>
              </a:ext>
            </a:extLst>
          </p:cNvPr>
          <p:cNvSpPr>
            <a:spLocks noGrp="1"/>
          </p:cNvSpPr>
          <p:nvPr>
            <p:ph idx="1"/>
          </p:nvPr>
        </p:nvSpPr>
        <p:spPr>
          <a:xfrm>
            <a:off x="6297233" y="518400"/>
            <a:ext cx="4771607" cy="5837949"/>
          </a:xfrm>
        </p:spPr>
        <p:txBody>
          <a:bodyPr anchor="ctr">
            <a:normAutofit/>
          </a:bodyPr>
          <a:lstStyle/>
          <a:p>
            <a:r>
              <a:rPr lang="en-US" sz="1100">
                <a:solidFill>
                  <a:schemeClr val="tx1">
                    <a:alpha val="80000"/>
                  </a:schemeClr>
                </a:solidFill>
                <a:latin typeface="Calibri" pitchFamily="34" charset="0"/>
                <a:ea typeface="Calibri" pitchFamily="34" charset="-122"/>
                <a:cs typeface="Calibri" pitchFamily="34" charset="-120"/>
              </a:rPr>
              <a:t>Structured data follows a known format such as JSON, while unstructured data often needs additional processing before an AI system can use it effectively.</a:t>
            </a:r>
            <a:endParaRPr lang="en-US" sz="1100">
              <a:solidFill>
                <a:schemeClr val="tx1">
                  <a:alpha val="80000"/>
                </a:schemeClr>
              </a:solidFill>
            </a:endParaRPr>
          </a:p>
          <a:p>
            <a:endParaRPr lang="en-US" sz="1100">
              <a:solidFill>
                <a:schemeClr val="tx1">
                  <a:alpha val="80000"/>
                </a:schemeClr>
              </a:solidFill>
            </a:endParaRPr>
          </a:p>
          <a:p>
            <a:r>
              <a:rPr lang="en-US" sz="1100">
                <a:solidFill>
                  <a:schemeClr val="tx1">
                    <a:alpha val="80000"/>
                  </a:schemeClr>
                </a:solidFill>
                <a:latin typeface="Calibri" pitchFamily="34" charset="0"/>
                <a:ea typeface="Calibri" pitchFamily="34" charset="-122"/>
                <a:cs typeface="Calibri" pitchFamily="34" charset="-120"/>
              </a:rPr>
              <a:t>Bedrock Data Automation helps convert documents, images, audio, and video into structured information. Blueprints allow organizations to control exactly what information should be extracted.</a:t>
            </a:r>
            <a:endParaRPr lang="en-US" sz="1100">
              <a:solidFill>
                <a:schemeClr val="tx1">
                  <a:alpha val="80000"/>
                </a:schemeClr>
              </a:solidFill>
            </a:endParaRPr>
          </a:p>
          <a:p>
            <a:endParaRPr lang="en-US" sz="1100">
              <a:solidFill>
                <a:schemeClr val="tx1">
                  <a:alpha val="80000"/>
                </a:schemeClr>
              </a:solidFill>
            </a:endParaRPr>
          </a:p>
          <a:p>
            <a:r>
              <a:rPr lang="en-US" sz="1100">
                <a:solidFill>
                  <a:schemeClr val="tx1">
                    <a:alpha val="80000"/>
                  </a:schemeClr>
                </a:solidFill>
                <a:latin typeface="Calibri" pitchFamily="34" charset="0"/>
                <a:ea typeface="Calibri" pitchFamily="34" charset="-122"/>
                <a:cs typeface="Calibri" pitchFamily="34" charset="-120"/>
              </a:rPr>
              <a:t>SageMaker Data Wrangler is useful for visually exploring, cleaning, transforming, and testing datasets before they enter machine learning workflows.</a:t>
            </a:r>
            <a:endParaRPr lang="en-US" sz="1100">
              <a:solidFill>
                <a:schemeClr val="tx1">
                  <a:alpha val="80000"/>
                </a:schemeClr>
              </a:solidFill>
            </a:endParaRPr>
          </a:p>
          <a:p>
            <a:endParaRPr lang="en-US" sz="1100">
              <a:solidFill>
                <a:schemeClr val="tx1">
                  <a:alpha val="80000"/>
                </a:schemeClr>
              </a:solidFill>
            </a:endParaRPr>
          </a:p>
          <a:p>
            <a:r>
              <a:rPr lang="en-US" sz="1100">
                <a:solidFill>
                  <a:schemeClr val="tx1">
                    <a:alpha val="80000"/>
                  </a:schemeClr>
                </a:solidFill>
                <a:latin typeface="Calibri" pitchFamily="34" charset="0"/>
                <a:ea typeface="Calibri" pitchFamily="34" charset="-122"/>
                <a:cs typeface="Calibri" pitchFamily="34" charset="-120"/>
              </a:rPr>
              <a:t>AWS Glue provides serverless data discovery, cataloging, ETL, and data-quality capabilities. Glue Crawlers and the Data Catalog make large datasets easier for other AWS services to understand.</a:t>
            </a:r>
            <a:endParaRPr lang="en-US" sz="1100">
              <a:solidFill>
                <a:schemeClr val="tx1">
                  <a:alpha val="80000"/>
                </a:schemeClr>
              </a:solidFill>
            </a:endParaRPr>
          </a:p>
          <a:p>
            <a:endParaRPr lang="en-US" sz="1100">
              <a:solidFill>
                <a:schemeClr val="tx1">
                  <a:alpha val="80000"/>
                </a:schemeClr>
              </a:solidFill>
            </a:endParaRPr>
          </a:p>
          <a:p>
            <a:r>
              <a:rPr lang="en-US" sz="1100">
                <a:solidFill>
                  <a:schemeClr val="tx1">
                    <a:alpha val="80000"/>
                  </a:schemeClr>
                </a:solidFill>
                <a:latin typeface="Calibri" pitchFamily="34" charset="0"/>
                <a:ea typeface="Calibri" pitchFamily="34" charset="-122"/>
                <a:cs typeface="Calibri" pitchFamily="34" charset="-120"/>
              </a:rPr>
              <a:t>CloudWatch provides the monitoring needed to observe the AWS services running these pipelines.</a:t>
            </a:r>
            <a:endParaRPr lang="en-US" sz="1100">
              <a:solidFill>
                <a:schemeClr val="tx1">
                  <a:alpha val="80000"/>
                </a:schemeClr>
              </a:solidFill>
            </a:endParaRPr>
          </a:p>
          <a:p>
            <a:endParaRPr lang="en-US" sz="1100">
              <a:solidFill>
                <a:schemeClr val="tx1">
                  <a:alpha val="80000"/>
                </a:schemeClr>
              </a:solidFill>
            </a:endParaRPr>
          </a:p>
          <a:p>
            <a:r>
              <a:rPr lang="en-US" sz="1100">
                <a:solidFill>
                  <a:schemeClr val="tx1">
                    <a:alpha val="80000"/>
                  </a:schemeClr>
                </a:solidFill>
                <a:latin typeface="Calibri" pitchFamily="34" charset="0"/>
                <a:ea typeface="Calibri" pitchFamily="34" charset="-122"/>
                <a:cs typeface="Calibri" pitchFamily="34" charset="-120"/>
              </a:rPr>
              <a:t>Amazon Transcribe converts speech into text, while Amazon Comprehend analyzes text for language, sentiment, entities, topics, and custom business information.</a:t>
            </a:r>
            <a:endParaRPr lang="en-US" sz="1100">
              <a:solidFill>
                <a:schemeClr val="tx1">
                  <a:alpha val="80000"/>
                </a:schemeClr>
              </a:solidFill>
            </a:endParaRPr>
          </a:p>
          <a:p>
            <a:endParaRPr lang="en-US" sz="1100">
              <a:solidFill>
                <a:schemeClr val="tx1">
                  <a:alpha val="80000"/>
                </a:schemeClr>
              </a:solidFill>
            </a:endParaRPr>
          </a:p>
          <a:p>
            <a:r>
              <a:rPr lang="en-US" sz="1100">
                <a:solidFill>
                  <a:schemeClr val="tx1">
                    <a:alpha val="80000"/>
                  </a:schemeClr>
                </a:solidFill>
                <a:latin typeface="Calibri" pitchFamily="34" charset="0"/>
                <a:ea typeface="Calibri" pitchFamily="34" charset="-122"/>
                <a:cs typeface="Calibri" pitchFamily="34" charset="-120"/>
              </a:rPr>
              <a:t>Main lesson:</a:t>
            </a:r>
            <a:endParaRPr lang="en-US" sz="1100">
              <a:solidFill>
                <a:schemeClr val="tx1">
                  <a:alpha val="80000"/>
                </a:schemeClr>
              </a:solidFill>
            </a:endParaRPr>
          </a:p>
          <a:p>
            <a:pPr marL="0" indent="0">
              <a:buNone/>
            </a:pPr>
            <a:r>
              <a:rPr lang="en-US" sz="1100">
                <a:solidFill>
                  <a:schemeClr val="tx1">
                    <a:alpha val="80000"/>
                  </a:schemeClr>
                </a:solidFill>
                <a:latin typeface="Calibri" pitchFamily="34" charset="0"/>
                <a:ea typeface="Calibri" pitchFamily="34" charset="-122"/>
                <a:cs typeface="Calibri" pitchFamily="34" charset="-120"/>
              </a:rPr>
              <a:t>A successful Generative AI system depends on more than a Foundation Model. The data must first be extracted, structured, cleaned, validated, and monitored so the model receives information it can actually use.</a:t>
            </a:r>
            <a:endParaRPr lang="en-US" sz="11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8119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18BEE07-6F1D-339B-52D3-36D0222E47E9}"/>
              </a:ext>
            </a:extLst>
          </p:cNvPr>
          <p:cNvPicPr>
            <a:picLocks noChangeAspect="1"/>
          </p:cNvPicPr>
          <p:nvPr/>
        </p:nvPicPr>
        <p:blipFill>
          <a:blip r:embed="rId2">
            <a:alphaModFix amt="55000"/>
          </a:blip>
          <a:srcRect/>
          <a:stretch>
            <a:fillRect/>
          </a:stretch>
        </p:blipFill>
        <p:spPr>
          <a:xfrm>
            <a:off x="20" y="-9107"/>
            <a:ext cx="12191980" cy="6858000"/>
          </a:xfrm>
          <a:prstGeom prst="rect">
            <a:avLst/>
          </a:prstGeom>
        </p:spPr>
      </p:pic>
      <p:sp>
        <p:nvSpPr>
          <p:cNvPr id="2" name="Title 1">
            <a:extLst>
              <a:ext uri="{FF2B5EF4-FFF2-40B4-BE49-F238E27FC236}">
                <a16:creationId xmlns:a16="http://schemas.microsoft.com/office/drawing/2014/main" id="{5EDA8209-F009-AFFE-D280-25104C1E2E57}"/>
              </a:ext>
            </a:extLst>
          </p:cNvPr>
          <p:cNvSpPr>
            <a:spLocks noGrp="1"/>
          </p:cNvSpPr>
          <p:nvPr>
            <p:ph type="title"/>
          </p:nvPr>
        </p:nvSpPr>
        <p:spPr>
          <a:xfrm>
            <a:off x="686834" y="591344"/>
            <a:ext cx="3200400" cy="5585619"/>
          </a:xfrm>
        </p:spPr>
        <p:txBody>
          <a:bodyPr>
            <a:normAutofit/>
          </a:bodyPr>
          <a:lstStyle/>
          <a:p>
            <a:r>
              <a:rPr lang="en-US" b="1">
                <a:solidFill>
                  <a:srgbClr val="FFFFFF"/>
                </a:solidFill>
                <a:latin typeface="Calibri" pitchFamily="34" charset="0"/>
                <a:ea typeface="Calibri" pitchFamily="34" charset="-122"/>
                <a:cs typeface="Calibri" pitchFamily="34" charset="-120"/>
              </a:rPr>
              <a:t>Thank You</a:t>
            </a:r>
            <a:endParaRPr lang="en-IN">
              <a:solidFill>
                <a:srgbClr val="FFFFFF"/>
              </a:solidFill>
            </a:endParaRP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C27E248-1B67-38FC-7360-23BBED1ADC41}"/>
              </a:ext>
            </a:extLst>
          </p:cNvPr>
          <p:cNvSpPr>
            <a:spLocks noGrp="1"/>
          </p:cNvSpPr>
          <p:nvPr>
            <p:ph idx="1"/>
          </p:nvPr>
        </p:nvSpPr>
        <p:spPr>
          <a:xfrm>
            <a:off x="4447308" y="591344"/>
            <a:ext cx="6906491" cy="5585619"/>
          </a:xfrm>
        </p:spPr>
        <p:txBody>
          <a:bodyPr anchor="ctr">
            <a:normAutofit/>
          </a:bodyPr>
          <a:lstStyle/>
          <a:p>
            <a:pPr marL="0" indent="0">
              <a:buNone/>
            </a:pPr>
            <a:r>
              <a:rPr lang="en-US" sz="1100">
                <a:solidFill>
                  <a:srgbClr val="FFFFFF"/>
                </a:solidFill>
                <a:latin typeface="Calibri" pitchFamily="34" charset="0"/>
                <a:ea typeface="Calibri" pitchFamily="34" charset="-122"/>
                <a:cs typeface="Calibri" pitchFamily="34" charset="-120"/>
              </a:rPr>
              <a:t>Thank You for Watching</a:t>
            </a:r>
            <a:endParaRPr lang="en-US" sz="1100">
              <a:solidFill>
                <a:srgbClr val="FFFFFF"/>
              </a:solidFill>
            </a:endParaRPr>
          </a:p>
          <a:p>
            <a:pPr marL="0" indent="0">
              <a:buNone/>
            </a:pPr>
            <a:endParaRPr lang="en-US" sz="1100">
              <a:solidFill>
                <a:srgbClr val="FFFFFF"/>
              </a:solidFill>
            </a:endParaRPr>
          </a:p>
          <a:p>
            <a:r>
              <a:rPr lang="en-US" sz="1100">
                <a:solidFill>
                  <a:srgbClr val="FFFFFF"/>
                </a:solidFill>
                <a:latin typeface="Calibri" pitchFamily="34" charset="0"/>
                <a:ea typeface="Calibri" pitchFamily="34" charset="-122"/>
                <a:cs typeface="Calibri" pitchFamily="34" charset="-120"/>
              </a:rPr>
              <a:t>Thank you for watching this presentation on Preparing and Managing Data for Generative AI on AWS.</a:t>
            </a:r>
            <a:endParaRPr lang="en-US" sz="1100">
              <a:solidFill>
                <a:srgbClr val="FFFFFF"/>
              </a:solidFill>
            </a:endParaRPr>
          </a:p>
          <a:p>
            <a:endParaRPr lang="en-US" sz="1100">
              <a:solidFill>
                <a:srgbClr val="FFFFFF"/>
              </a:solidFill>
            </a:endParaRPr>
          </a:p>
          <a:p>
            <a:r>
              <a:rPr lang="en-US" sz="1100">
                <a:solidFill>
                  <a:srgbClr val="FFFFFF"/>
                </a:solidFill>
                <a:latin typeface="Calibri" pitchFamily="34" charset="0"/>
                <a:ea typeface="Calibri" pitchFamily="34" charset="-122"/>
                <a:cs typeface="Calibri" pitchFamily="34" charset="-120"/>
              </a:rPr>
              <a:t>In this video, I covered structured and unstructured data, Amazon Bedrock Data Automation, BDA Blueprints, SageMaker Data Wrangler, AWS Glue, CloudWatch, Amazon Transcribe, and Amazon Comprehend.</a:t>
            </a:r>
            <a:endParaRPr lang="en-US" sz="1100">
              <a:solidFill>
                <a:srgbClr val="FFFFFF"/>
              </a:solidFill>
            </a:endParaRPr>
          </a:p>
          <a:p>
            <a:endParaRPr lang="en-US" sz="1100">
              <a:solidFill>
                <a:srgbClr val="FFFFFF"/>
              </a:solidFill>
            </a:endParaRPr>
          </a:p>
          <a:p>
            <a:r>
              <a:rPr lang="en-US" sz="1100">
                <a:solidFill>
                  <a:srgbClr val="FFFFFF"/>
                </a:solidFill>
                <a:latin typeface="Calibri" pitchFamily="34" charset="0"/>
                <a:ea typeface="Calibri" pitchFamily="34" charset="-122"/>
                <a:cs typeface="Calibri" pitchFamily="34" charset="-120"/>
              </a:rPr>
              <a:t>I hope this presentation made it easier to understand how different AWS services prepare real-world data before that information becomes part of a Generative AI or machine learning application.</a:t>
            </a:r>
          </a:p>
          <a:p>
            <a:pPr marL="0" indent="0">
              <a:buNone/>
            </a:pPr>
            <a:endParaRPr lang="en-US" sz="1100">
              <a:solidFill>
                <a:srgbClr val="FFFFFF"/>
              </a:solidFill>
            </a:endParaRPr>
          </a:p>
          <a:p>
            <a:pPr marL="0" indent="0">
              <a:buNone/>
            </a:pPr>
            <a:r>
              <a:rPr lang="en-US" sz="1100">
                <a:solidFill>
                  <a:srgbClr val="FFFFFF"/>
                </a:solidFill>
                <a:latin typeface="Calibri" pitchFamily="34" charset="0"/>
                <a:ea typeface="Calibri" pitchFamily="34" charset="-122"/>
                <a:cs typeface="Calibri" pitchFamily="34" charset="-120"/>
              </a:rPr>
              <a:t>Prepared by: Akash Patel</a:t>
            </a:r>
            <a:endParaRPr lang="en-US" sz="1100">
              <a:solidFill>
                <a:srgbClr val="FFFFFF"/>
              </a:solidFill>
            </a:endParaRPr>
          </a:p>
          <a:p>
            <a:pPr marL="0" indent="0">
              <a:buNone/>
            </a:pPr>
            <a:r>
              <a:rPr lang="en-US" sz="1100">
                <a:solidFill>
                  <a:srgbClr val="FFFFFF"/>
                </a:solidFill>
                <a:latin typeface="Calibri" pitchFamily="34" charset="0"/>
                <a:ea typeface="Calibri" pitchFamily="34" charset="-122"/>
                <a:cs typeface="Calibri" pitchFamily="34" charset="-120"/>
              </a:rPr>
              <a:t>Concordia University Chicago</a:t>
            </a:r>
            <a:endParaRPr lang="en-US" sz="1100">
              <a:solidFill>
                <a:srgbClr val="FFFFFF"/>
              </a:solidFill>
            </a:endParaRPr>
          </a:p>
          <a:p>
            <a:pPr marL="0" indent="0">
              <a:buNone/>
            </a:pPr>
            <a:endParaRPr lang="en-US" sz="1100">
              <a:solidFill>
                <a:srgbClr val="FFFFFF"/>
              </a:solidFill>
            </a:endParaRPr>
          </a:p>
          <a:p>
            <a:pPr marL="0" indent="0">
              <a:buNone/>
            </a:pPr>
            <a:r>
              <a:rPr lang="en-US" sz="1100">
                <a:solidFill>
                  <a:srgbClr val="FFFFFF"/>
                </a:solidFill>
                <a:latin typeface="Calibri" pitchFamily="34" charset="0"/>
                <a:ea typeface="Calibri" pitchFamily="34" charset="-122"/>
                <a:cs typeface="Calibri" pitchFamily="34" charset="-120"/>
              </a:rPr>
              <a:t>Special thanks to Professor Dr. Victor Govindaswamy for his continued guidance, encouragement, and support throughout this AWS learning journey. His teaching encourages us to understand how individual AWS services work and also how those services can be connected to solve practical technology problems. I truly appreciate his guidance and the opportunity to continue improving my understanding of cloud computing and Generative AI.</a:t>
            </a:r>
            <a:endParaRPr lang="en-US" sz="1100">
              <a:solidFill>
                <a:srgbClr val="FFFFFF"/>
              </a:solidFill>
            </a:endParaRPr>
          </a:p>
          <a:p>
            <a:pPr marL="0" indent="0">
              <a:buNone/>
            </a:pPr>
            <a:endParaRPr lang="en-US" sz="1100">
              <a:solidFill>
                <a:srgbClr val="FFFFFF"/>
              </a:solidFill>
            </a:endParaRPr>
          </a:p>
          <a:p>
            <a:pPr marL="0" indent="0">
              <a:buNone/>
            </a:pPr>
            <a:r>
              <a:rPr lang="en-US" sz="1100">
                <a:solidFill>
                  <a:srgbClr val="FFFFFF"/>
                </a:solidFill>
                <a:latin typeface="Calibri" pitchFamily="34" charset="0"/>
                <a:ea typeface="Calibri" pitchFamily="34" charset="-122"/>
                <a:cs typeface="Calibri" pitchFamily="34" charset="-120"/>
              </a:rPr>
              <a:t>Please Like, Share, and Subscribe if this presentation was helpful.</a:t>
            </a:r>
            <a:endParaRPr lang="en-US" sz="1100">
              <a:solidFill>
                <a:srgbClr val="FFFFFF"/>
              </a:solidFill>
            </a:endParaRPr>
          </a:p>
        </p:txBody>
      </p:sp>
    </p:spTree>
    <p:extLst>
      <p:ext uri="{BB962C8B-B14F-4D97-AF65-F5344CB8AC3E}">
        <p14:creationId xmlns:p14="http://schemas.microsoft.com/office/powerpoint/2010/main" val="3997498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2846</Words>
  <Application>Microsoft Office PowerPoint</Application>
  <PresentationFormat>Widescreen</PresentationFormat>
  <Paragraphs>232</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Preparing and Managing Data for Generative AI on AWS</vt:lpstr>
      <vt:lpstr>Why Data Preparation Matters in Generative AI</vt:lpstr>
      <vt:lpstr>Structured Data and Bedrock API Requests</vt:lpstr>
      <vt:lpstr>The Challenge of Unstructured Data</vt:lpstr>
      <vt:lpstr>Divider Strings for Better Data Segmentation</vt:lpstr>
      <vt:lpstr>What Is Amazon Bedrock Data Automation?</vt:lpstr>
      <vt:lpstr>Standard Output vs. Custom Output in BDA</vt:lpstr>
      <vt:lpstr>How BDA Processes Different Media</vt:lpstr>
      <vt:lpstr>BDA Blueprints and Why They Are Useful</vt:lpstr>
      <vt:lpstr>SageMaker Data Wrangler</vt:lpstr>
      <vt:lpstr>Data Wrangler in an AWS Data Workflow</vt:lpstr>
      <vt:lpstr>AWS Glue for Data Discovery and ETL</vt:lpstr>
      <vt:lpstr>Glue Studio, Partitions, and Data Quality</vt:lpstr>
      <vt:lpstr>Monitoring Data Pipelines with Amazon CloudWatch</vt:lpstr>
      <vt:lpstr>Amazon Transcribe: Turning Speech into Usable Data</vt:lpstr>
      <vt:lpstr>Amazon Comprehend: Understanding Text</vt:lpstr>
      <vt:lpstr>Connecting These Services in a GenAI Data Pipeline</vt:lpstr>
      <vt:lpstr>Key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Akash Patel</dc:creator>
  <cp:lastModifiedBy>Akash Patel</cp:lastModifiedBy>
  <cp:revision>3</cp:revision>
  <dcterms:created xsi:type="dcterms:W3CDTF">2026-09-07T00:40:27Z</dcterms:created>
  <dcterms:modified xsi:type="dcterms:W3CDTF">2026-09-12T21:34:23Z</dcterms:modified>
</cp:coreProperties>
</file>