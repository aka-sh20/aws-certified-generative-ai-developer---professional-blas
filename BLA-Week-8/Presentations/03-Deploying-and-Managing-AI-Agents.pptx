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3F8FBE-0C4B-4D35-BDF8-691BDAE1203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1104426-405F-41B1-9593-D043407F0A4C}">
      <dgm:prSet/>
      <dgm:spPr/>
      <dgm:t>
        <a:bodyPr/>
        <a:lstStyle/>
        <a:p>
          <a:r>
            <a:rPr lang="en-IN"/>
            <a:t>AI agents often need many external tools, APIs, Lambda functions, or business services.</a:t>
          </a:r>
          <a:endParaRPr lang="en-US"/>
        </a:p>
      </dgm:t>
    </dgm:pt>
    <dgm:pt modelId="{6D8EA1DF-5CF9-405E-ADE1-954A34083BE7}" type="parTrans" cxnId="{2BD4134E-F02E-443B-9B1E-04E41786E528}">
      <dgm:prSet/>
      <dgm:spPr/>
      <dgm:t>
        <a:bodyPr/>
        <a:lstStyle/>
        <a:p>
          <a:endParaRPr lang="en-US"/>
        </a:p>
      </dgm:t>
    </dgm:pt>
    <dgm:pt modelId="{85C259F9-E1B4-4EFB-9B33-0FF1547E955F}" type="sibTrans" cxnId="{2BD4134E-F02E-443B-9B1E-04E41786E528}">
      <dgm:prSet/>
      <dgm:spPr/>
      <dgm:t>
        <a:bodyPr/>
        <a:lstStyle/>
        <a:p>
          <a:endParaRPr lang="en-US"/>
        </a:p>
      </dgm:t>
    </dgm:pt>
    <dgm:pt modelId="{5F815FF5-95EE-4D63-807A-3DB7BF19ACE8}">
      <dgm:prSet/>
      <dgm:spPr/>
      <dgm:t>
        <a:bodyPr/>
        <a:lstStyle/>
        <a:p>
          <a:r>
            <a:rPr lang="en-IN"/>
            <a:t>Managing every connection separately can become difficult as the number of tools increases.</a:t>
          </a:r>
          <a:endParaRPr lang="en-US"/>
        </a:p>
      </dgm:t>
    </dgm:pt>
    <dgm:pt modelId="{2067F803-6F19-4566-A997-10DEF8CCE73D}" type="parTrans" cxnId="{359D7202-07B0-4F03-932B-AB7A687C5ABF}">
      <dgm:prSet/>
      <dgm:spPr/>
      <dgm:t>
        <a:bodyPr/>
        <a:lstStyle/>
        <a:p>
          <a:endParaRPr lang="en-US"/>
        </a:p>
      </dgm:t>
    </dgm:pt>
    <dgm:pt modelId="{EC2DF2F5-3BFE-497E-91BB-93B75DF8CE4A}" type="sibTrans" cxnId="{359D7202-07B0-4F03-932B-AB7A687C5ABF}">
      <dgm:prSet/>
      <dgm:spPr/>
      <dgm:t>
        <a:bodyPr/>
        <a:lstStyle/>
        <a:p>
          <a:endParaRPr lang="en-US"/>
        </a:p>
      </dgm:t>
    </dgm:pt>
    <dgm:pt modelId="{5515F4BE-3F50-4CA8-89B5-F634DA5B377E}">
      <dgm:prSet/>
      <dgm:spPr/>
      <dgm:t>
        <a:bodyPr/>
        <a:lstStyle/>
        <a:p>
          <a:r>
            <a:rPr lang="en-IN" b="1"/>
            <a:t>AgentCore Gateway</a:t>
          </a:r>
          <a:r>
            <a:rPr lang="en-IN"/>
            <a:t> provides a central way to expose external services as tools that agents can access.</a:t>
          </a:r>
          <a:endParaRPr lang="en-US"/>
        </a:p>
      </dgm:t>
    </dgm:pt>
    <dgm:pt modelId="{02DF40ED-45D9-48A9-AED1-5DA90E57E867}" type="parTrans" cxnId="{3ECC44B8-C230-4442-8E88-24221073CECD}">
      <dgm:prSet/>
      <dgm:spPr/>
      <dgm:t>
        <a:bodyPr/>
        <a:lstStyle/>
        <a:p>
          <a:endParaRPr lang="en-US"/>
        </a:p>
      </dgm:t>
    </dgm:pt>
    <dgm:pt modelId="{DC89A75F-7F75-4384-BBEF-896564D4B712}" type="sibTrans" cxnId="{3ECC44B8-C230-4442-8E88-24221073CECD}">
      <dgm:prSet/>
      <dgm:spPr/>
      <dgm:t>
        <a:bodyPr/>
        <a:lstStyle/>
        <a:p>
          <a:endParaRPr lang="en-US"/>
        </a:p>
      </dgm:t>
    </dgm:pt>
    <dgm:pt modelId="{70DA8F44-536D-4C06-8D87-ACB12A57EF91}">
      <dgm:prSet/>
      <dgm:spPr/>
      <dgm:t>
        <a:bodyPr/>
        <a:lstStyle/>
        <a:p>
          <a:r>
            <a:rPr lang="en-IN"/>
            <a:t>Gateway can connect to targets such as </a:t>
          </a:r>
          <a:r>
            <a:rPr lang="en-IN" b="1"/>
            <a:t>OpenAPI-based REST services, AWS Lambda functions, and other supported service definitions</a:t>
          </a:r>
          <a:r>
            <a:rPr lang="en-IN"/>
            <a:t>.</a:t>
          </a:r>
          <a:endParaRPr lang="en-US"/>
        </a:p>
      </dgm:t>
    </dgm:pt>
    <dgm:pt modelId="{F5AF2272-C0DE-4420-8A6B-5116EB25AF5F}" type="parTrans" cxnId="{3EDFB121-3C27-4A43-ACE7-1295D0635F76}">
      <dgm:prSet/>
      <dgm:spPr/>
      <dgm:t>
        <a:bodyPr/>
        <a:lstStyle/>
        <a:p>
          <a:endParaRPr lang="en-US"/>
        </a:p>
      </dgm:t>
    </dgm:pt>
    <dgm:pt modelId="{B3782709-1955-4907-8E6A-15086180EB82}" type="sibTrans" cxnId="{3EDFB121-3C27-4A43-ACE7-1295D0635F76}">
      <dgm:prSet/>
      <dgm:spPr/>
      <dgm:t>
        <a:bodyPr/>
        <a:lstStyle/>
        <a:p>
          <a:endParaRPr lang="en-US"/>
        </a:p>
      </dgm:t>
    </dgm:pt>
    <dgm:pt modelId="{5C48E2CF-0B5D-4826-8B59-9CCAEF11501E}">
      <dgm:prSet/>
      <dgm:spPr/>
      <dgm:t>
        <a:bodyPr/>
        <a:lstStyle/>
        <a:p>
          <a:r>
            <a:rPr lang="en-IN"/>
            <a:t>It can convert these capabilities into tools that agents can discover and use through a more consistent interface.</a:t>
          </a:r>
          <a:endParaRPr lang="en-US"/>
        </a:p>
      </dgm:t>
    </dgm:pt>
    <dgm:pt modelId="{4B5E51EE-7C27-48D7-903F-A2098AF7F2B7}" type="parTrans" cxnId="{8744A2E8-6E5B-485C-89F4-5D810DC4796C}">
      <dgm:prSet/>
      <dgm:spPr/>
      <dgm:t>
        <a:bodyPr/>
        <a:lstStyle/>
        <a:p>
          <a:endParaRPr lang="en-US"/>
        </a:p>
      </dgm:t>
    </dgm:pt>
    <dgm:pt modelId="{03530B38-7281-40F3-85D2-178C679559B4}" type="sibTrans" cxnId="{8744A2E8-6E5B-485C-89F4-5D810DC4796C}">
      <dgm:prSet/>
      <dgm:spPr/>
      <dgm:t>
        <a:bodyPr/>
        <a:lstStyle/>
        <a:p>
          <a:endParaRPr lang="en-US"/>
        </a:p>
      </dgm:t>
    </dgm:pt>
    <dgm:pt modelId="{0604EA9A-E8CA-414D-BD3B-4330B2590F43}">
      <dgm:prSet/>
      <dgm:spPr/>
      <dgm:t>
        <a:bodyPr/>
        <a:lstStyle/>
        <a:p>
          <a:r>
            <a:rPr lang="en-IN"/>
            <a:t>Gateway can also help manage authentication and credentials when the agent connects to external systems.</a:t>
          </a:r>
          <a:endParaRPr lang="en-US"/>
        </a:p>
      </dgm:t>
    </dgm:pt>
    <dgm:pt modelId="{FF846A2D-E985-4A3D-84A9-5BAED3F1A348}" type="parTrans" cxnId="{2DB7B148-33BB-495C-BE3A-CEDEE3F30701}">
      <dgm:prSet/>
      <dgm:spPr/>
      <dgm:t>
        <a:bodyPr/>
        <a:lstStyle/>
        <a:p>
          <a:endParaRPr lang="en-US"/>
        </a:p>
      </dgm:t>
    </dgm:pt>
    <dgm:pt modelId="{62CED99D-C0A9-479C-93D3-34C98866645E}" type="sibTrans" cxnId="{2DB7B148-33BB-495C-BE3A-CEDEE3F30701}">
      <dgm:prSet/>
      <dgm:spPr/>
      <dgm:t>
        <a:bodyPr/>
        <a:lstStyle/>
        <a:p>
          <a:endParaRPr lang="en-US"/>
        </a:p>
      </dgm:t>
    </dgm:pt>
    <dgm:pt modelId="{10FC5848-D147-498C-B7FF-A0089EA8A7B1}">
      <dgm:prSet/>
      <dgm:spPr/>
      <dgm:t>
        <a:bodyPr/>
        <a:lstStyle/>
        <a:p>
          <a:r>
            <a:rPr lang="en-IN" b="1"/>
            <a:t>Simple Flow:</a:t>
          </a:r>
          <a:endParaRPr lang="en-US"/>
        </a:p>
      </dgm:t>
    </dgm:pt>
    <dgm:pt modelId="{890F51E9-75E1-42C6-8178-3AE2970C1C33}" type="parTrans" cxnId="{5047D04C-1F6A-4473-BAB4-C1F5D5DD614F}">
      <dgm:prSet/>
      <dgm:spPr/>
      <dgm:t>
        <a:bodyPr/>
        <a:lstStyle/>
        <a:p>
          <a:endParaRPr lang="en-US"/>
        </a:p>
      </dgm:t>
    </dgm:pt>
    <dgm:pt modelId="{1471E2E6-6BE9-4645-AA9C-860A4685C014}" type="sibTrans" cxnId="{5047D04C-1F6A-4473-BAB4-C1F5D5DD614F}">
      <dgm:prSet/>
      <dgm:spPr/>
      <dgm:t>
        <a:bodyPr/>
        <a:lstStyle/>
        <a:p>
          <a:endParaRPr lang="en-US"/>
        </a:p>
      </dgm:t>
    </dgm:pt>
    <dgm:pt modelId="{51F335A1-EC78-4AC9-95E3-1FA111C53938}">
      <dgm:prSet/>
      <dgm:spPr/>
      <dgm:t>
        <a:bodyPr/>
        <a:lstStyle/>
        <a:p>
          <a:r>
            <a:rPr lang="en-IN" b="1"/>
            <a:t>Agent → AgentCore Gateway → API / Lambda / Business Service</a:t>
          </a:r>
          <a:endParaRPr lang="en-US"/>
        </a:p>
      </dgm:t>
    </dgm:pt>
    <dgm:pt modelId="{C4CAF616-3463-400B-8266-80CAD9C71EE8}" type="parTrans" cxnId="{AE4333D7-28F8-4E5F-ADF5-AB08712015EB}">
      <dgm:prSet/>
      <dgm:spPr/>
      <dgm:t>
        <a:bodyPr/>
        <a:lstStyle/>
        <a:p>
          <a:endParaRPr lang="en-US"/>
        </a:p>
      </dgm:t>
    </dgm:pt>
    <dgm:pt modelId="{7F40B047-C657-4BE3-8E2E-0AF94602AD5E}" type="sibTrans" cxnId="{AE4333D7-28F8-4E5F-ADF5-AB08712015EB}">
      <dgm:prSet/>
      <dgm:spPr/>
      <dgm:t>
        <a:bodyPr/>
        <a:lstStyle/>
        <a:p>
          <a:endParaRPr lang="en-US"/>
        </a:p>
      </dgm:t>
    </dgm:pt>
    <dgm:pt modelId="{988426BD-70B9-416E-ACB9-AFA511C273DF}">
      <dgm:prSet/>
      <dgm:spPr/>
      <dgm:t>
        <a:bodyPr/>
        <a:lstStyle/>
        <a:p>
          <a:r>
            <a:rPr lang="en-IN" b="1"/>
            <a:t>Main Idea:</a:t>
          </a:r>
          <a:endParaRPr lang="en-US"/>
        </a:p>
      </dgm:t>
    </dgm:pt>
    <dgm:pt modelId="{B238B26A-5936-49E6-83F3-0A364116A143}" type="parTrans" cxnId="{86BBFE87-1483-45C9-95B6-2D548B12C83F}">
      <dgm:prSet/>
      <dgm:spPr/>
      <dgm:t>
        <a:bodyPr/>
        <a:lstStyle/>
        <a:p>
          <a:endParaRPr lang="en-US"/>
        </a:p>
      </dgm:t>
    </dgm:pt>
    <dgm:pt modelId="{5331AD66-9AC9-4A1D-B555-58204A4BE646}" type="sibTrans" cxnId="{86BBFE87-1483-45C9-95B6-2D548B12C83F}">
      <dgm:prSet/>
      <dgm:spPr/>
      <dgm:t>
        <a:bodyPr/>
        <a:lstStyle/>
        <a:p>
          <a:endParaRPr lang="en-US"/>
        </a:p>
      </dgm:t>
    </dgm:pt>
    <dgm:pt modelId="{231AF55F-6BF0-44A1-8795-C04CEAAB3541}">
      <dgm:prSet/>
      <dgm:spPr/>
      <dgm:t>
        <a:bodyPr/>
        <a:lstStyle/>
        <a:p>
          <a:r>
            <a:rPr lang="en-IN" b="1"/>
            <a:t>Gateway acts like a controlled doorway between the AI agent and external tools.</a:t>
          </a:r>
          <a:endParaRPr lang="en-US"/>
        </a:p>
      </dgm:t>
    </dgm:pt>
    <dgm:pt modelId="{8D6BBD0B-B0A8-421C-8DB8-EFDA480DA366}" type="parTrans" cxnId="{82120E50-7F97-4925-9017-539482926509}">
      <dgm:prSet/>
      <dgm:spPr/>
      <dgm:t>
        <a:bodyPr/>
        <a:lstStyle/>
        <a:p>
          <a:endParaRPr lang="en-US"/>
        </a:p>
      </dgm:t>
    </dgm:pt>
    <dgm:pt modelId="{FFA1C69B-8CEC-46CF-8701-8F4A35F23A3F}" type="sibTrans" cxnId="{82120E50-7F97-4925-9017-539482926509}">
      <dgm:prSet/>
      <dgm:spPr/>
      <dgm:t>
        <a:bodyPr/>
        <a:lstStyle/>
        <a:p>
          <a:endParaRPr lang="en-US"/>
        </a:p>
      </dgm:t>
    </dgm:pt>
    <dgm:pt modelId="{8515CC7A-CFA9-4518-BC94-C3B6446D20F7}" type="pres">
      <dgm:prSet presAssocID="{5E3F8FBE-0C4B-4D35-BDF8-691BDAE1203C}" presName="linear" presStyleCnt="0">
        <dgm:presLayoutVars>
          <dgm:animLvl val="lvl"/>
          <dgm:resizeHandles val="exact"/>
        </dgm:presLayoutVars>
      </dgm:prSet>
      <dgm:spPr/>
    </dgm:pt>
    <dgm:pt modelId="{C04064A9-9479-42BD-B993-7F86AC179E00}" type="pres">
      <dgm:prSet presAssocID="{C1104426-405F-41B1-9593-D043407F0A4C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913F4725-BBE1-4C49-B2EB-4823DDA6FAB8}" type="pres">
      <dgm:prSet presAssocID="{85C259F9-E1B4-4EFB-9B33-0FF1547E955F}" presName="spacer" presStyleCnt="0"/>
      <dgm:spPr/>
    </dgm:pt>
    <dgm:pt modelId="{91B968FB-3A6C-4AD3-9A90-B5C18C1851A2}" type="pres">
      <dgm:prSet presAssocID="{5F815FF5-95EE-4D63-807A-3DB7BF19ACE8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FB40F8E5-9853-42EC-97F0-411F1D73F803}" type="pres">
      <dgm:prSet presAssocID="{EC2DF2F5-3BFE-497E-91BB-93B75DF8CE4A}" presName="spacer" presStyleCnt="0"/>
      <dgm:spPr/>
    </dgm:pt>
    <dgm:pt modelId="{7CB9FC4D-AEDB-491D-9CB8-1793961F0418}" type="pres">
      <dgm:prSet presAssocID="{5515F4BE-3F50-4CA8-89B5-F634DA5B377E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54BFBE70-829E-4A1E-8A8C-6D3A083DB8D0}" type="pres">
      <dgm:prSet presAssocID="{DC89A75F-7F75-4384-BBEF-896564D4B712}" presName="spacer" presStyleCnt="0"/>
      <dgm:spPr/>
    </dgm:pt>
    <dgm:pt modelId="{6D4A1E68-4366-4AFB-B778-9E15580D22B7}" type="pres">
      <dgm:prSet presAssocID="{70DA8F44-536D-4C06-8D87-ACB12A57EF91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87AC1AC4-D50F-4BAD-97C2-F9180E6017AB}" type="pres">
      <dgm:prSet presAssocID="{B3782709-1955-4907-8E6A-15086180EB82}" presName="spacer" presStyleCnt="0"/>
      <dgm:spPr/>
    </dgm:pt>
    <dgm:pt modelId="{44E7EEB7-FEA9-4F2E-86A5-F32346402AC4}" type="pres">
      <dgm:prSet presAssocID="{5C48E2CF-0B5D-4826-8B59-9CCAEF11501E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8A624DBE-C77F-4416-9A92-DCFF75554789}" type="pres">
      <dgm:prSet presAssocID="{03530B38-7281-40F3-85D2-178C679559B4}" presName="spacer" presStyleCnt="0"/>
      <dgm:spPr/>
    </dgm:pt>
    <dgm:pt modelId="{645B267B-6CBE-49BC-ABC4-E0700B731B40}" type="pres">
      <dgm:prSet presAssocID="{0604EA9A-E8CA-414D-BD3B-4330B2590F43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37CFDB1A-5B4A-4EDE-A7F2-DD1232E6288C}" type="pres">
      <dgm:prSet presAssocID="{62CED99D-C0A9-479C-93D3-34C98866645E}" presName="spacer" presStyleCnt="0"/>
      <dgm:spPr/>
    </dgm:pt>
    <dgm:pt modelId="{ACF3018F-BA5C-4EF7-AF45-9EDA8AA7E462}" type="pres">
      <dgm:prSet presAssocID="{10FC5848-D147-498C-B7FF-A0089EA8A7B1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8C3D5A7C-64C9-496F-8C68-D9D360A96E21}" type="pres">
      <dgm:prSet presAssocID="{1471E2E6-6BE9-4645-AA9C-860A4685C014}" presName="spacer" presStyleCnt="0"/>
      <dgm:spPr/>
    </dgm:pt>
    <dgm:pt modelId="{43922949-C419-48A1-8982-88BB4714F4C7}" type="pres">
      <dgm:prSet presAssocID="{51F335A1-EC78-4AC9-95E3-1FA111C53938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BC87592D-794A-4D31-A2A2-4E4D8A29609E}" type="pres">
      <dgm:prSet presAssocID="{7F40B047-C657-4BE3-8E2E-0AF94602AD5E}" presName="spacer" presStyleCnt="0"/>
      <dgm:spPr/>
    </dgm:pt>
    <dgm:pt modelId="{6D0664AC-34A1-4AD3-9E55-0B07B4904679}" type="pres">
      <dgm:prSet presAssocID="{988426BD-70B9-416E-ACB9-AFA511C273DF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C0C8F1B7-2395-4E1C-A38F-552C33AD222C}" type="pres">
      <dgm:prSet presAssocID="{5331AD66-9AC9-4A1D-B555-58204A4BE646}" presName="spacer" presStyleCnt="0"/>
      <dgm:spPr/>
    </dgm:pt>
    <dgm:pt modelId="{728B9168-2B92-406F-B3F6-A8C2EB1DC2D6}" type="pres">
      <dgm:prSet presAssocID="{231AF55F-6BF0-44A1-8795-C04CEAAB3541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359D7202-07B0-4F03-932B-AB7A687C5ABF}" srcId="{5E3F8FBE-0C4B-4D35-BDF8-691BDAE1203C}" destId="{5F815FF5-95EE-4D63-807A-3DB7BF19ACE8}" srcOrd="1" destOrd="0" parTransId="{2067F803-6F19-4566-A997-10DEF8CCE73D}" sibTransId="{EC2DF2F5-3BFE-497E-91BB-93B75DF8CE4A}"/>
    <dgm:cxn modelId="{C4BCC504-2B13-47D8-958D-AC217081F982}" type="presOf" srcId="{5C48E2CF-0B5D-4826-8B59-9CCAEF11501E}" destId="{44E7EEB7-FEA9-4F2E-86A5-F32346402AC4}" srcOrd="0" destOrd="0" presId="urn:microsoft.com/office/officeart/2005/8/layout/vList2"/>
    <dgm:cxn modelId="{3EDFB121-3C27-4A43-ACE7-1295D0635F76}" srcId="{5E3F8FBE-0C4B-4D35-BDF8-691BDAE1203C}" destId="{70DA8F44-536D-4C06-8D87-ACB12A57EF91}" srcOrd="3" destOrd="0" parTransId="{F5AF2272-C0DE-4420-8A6B-5116EB25AF5F}" sibTransId="{B3782709-1955-4907-8E6A-15086180EB82}"/>
    <dgm:cxn modelId="{3BFA3825-9127-41D8-8BDF-1198E9E67609}" type="presOf" srcId="{0604EA9A-E8CA-414D-BD3B-4330B2590F43}" destId="{645B267B-6CBE-49BC-ABC4-E0700B731B40}" srcOrd="0" destOrd="0" presId="urn:microsoft.com/office/officeart/2005/8/layout/vList2"/>
    <dgm:cxn modelId="{0571B82B-89EB-4516-A68C-3FA23D8C6B73}" type="presOf" srcId="{10FC5848-D147-498C-B7FF-A0089EA8A7B1}" destId="{ACF3018F-BA5C-4EF7-AF45-9EDA8AA7E462}" srcOrd="0" destOrd="0" presId="urn:microsoft.com/office/officeart/2005/8/layout/vList2"/>
    <dgm:cxn modelId="{58301836-B343-460B-8785-D17736150FD0}" type="presOf" srcId="{5E3F8FBE-0C4B-4D35-BDF8-691BDAE1203C}" destId="{8515CC7A-CFA9-4518-BC94-C3B6446D20F7}" srcOrd="0" destOrd="0" presId="urn:microsoft.com/office/officeart/2005/8/layout/vList2"/>
    <dgm:cxn modelId="{2DB7B148-33BB-495C-BE3A-CEDEE3F30701}" srcId="{5E3F8FBE-0C4B-4D35-BDF8-691BDAE1203C}" destId="{0604EA9A-E8CA-414D-BD3B-4330B2590F43}" srcOrd="5" destOrd="0" parTransId="{FF846A2D-E985-4A3D-84A9-5BAED3F1A348}" sibTransId="{62CED99D-C0A9-479C-93D3-34C98866645E}"/>
    <dgm:cxn modelId="{5047D04C-1F6A-4473-BAB4-C1F5D5DD614F}" srcId="{5E3F8FBE-0C4B-4D35-BDF8-691BDAE1203C}" destId="{10FC5848-D147-498C-B7FF-A0089EA8A7B1}" srcOrd="6" destOrd="0" parTransId="{890F51E9-75E1-42C6-8178-3AE2970C1C33}" sibTransId="{1471E2E6-6BE9-4645-AA9C-860A4685C014}"/>
    <dgm:cxn modelId="{2BD4134E-F02E-443B-9B1E-04E41786E528}" srcId="{5E3F8FBE-0C4B-4D35-BDF8-691BDAE1203C}" destId="{C1104426-405F-41B1-9593-D043407F0A4C}" srcOrd="0" destOrd="0" parTransId="{6D8EA1DF-5CF9-405E-ADE1-954A34083BE7}" sibTransId="{85C259F9-E1B4-4EFB-9B33-0FF1547E955F}"/>
    <dgm:cxn modelId="{82120E50-7F97-4925-9017-539482926509}" srcId="{5E3F8FBE-0C4B-4D35-BDF8-691BDAE1203C}" destId="{231AF55F-6BF0-44A1-8795-C04CEAAB3541}" srcOrd="9" destOrd="0" parTransId="{8D6BBD0B-B0A8-421C-8DB8-EFDA480DA366}" sibTransId="{FFA1C69B-8CEC-46CF-8701-8F4A35F23A3F}"/>
    <dgm:cxn modelId="{86BBFE87-1483-45C9-95B6-2D548B12C83F}" srcId="{5E3F8FBE-0C4B-4D35-BDF8-691BDAE1203C}" destId="{988426BD-70B9-416E-ACB9-AFA511C273DF}" srcOrd="8" destOrd="0" parTransId="{B238B26A-5936-49E6-83F3-0A364116A143}" sibTransId="{5331AD66-9AC9-4A1D-B555-58204A4BE646}"/>
    <dgm:cxn modelId="{3E547F8C-BEF9-4270-8E2D-D032F5C02EEB}" type="presOf" srcId="{5515F4BE-3F50-4CA8-89B5-F634DA5B377E}" destId="{7CB9FC4D-AEDB-491D-9CB8-1793961F0418}" srcOrd="0" destOrd="0" presId="urn:microsoft.com/office/officeart/2005/8/layout/vList2"/>
    <dgm:cxn modelId="{C560CE98-C960-4DFA-B91B-3702EB5D5DFC}" type="presOf" srcId="{5F815FF5-95EE-4D63-807A-3DB7BF19ACE8}" destId="{91B968FB-3A6C-4AD3-9A90-B5C18C1851A2}" srcOrd="0" destOrd="0" presId="urn:microsoft.com/office/officeart/2005/8/layout/vList2"/>
    <dgm:cxn modelId="{920287A1-1114-44FE-859C-B461F7D44B55}" type="presOf" srcId="{231AF55F-6BF0-44A1-8795-C04CEAAB3541}" destId="{728B9168-2B92-406F-B3F6-A8C2EB1DC2D6}" srcOrd="0" destOrd="0" presId="urn:microsoft.com/office/officeart/2005/8/layout/vList2"/>
    <dgm:cxn modelId="{3ECC44B8-C230-4442-8E88-24221073CECD}" srcId="{5E3F8FBE-0C4B-4D35-BDF8-691BDAE1203C}" destId="{5515F4BE-3F50-4CA8-89B5-F634DA5B377E}" srcOrd="2" destOrd="0" parTransId="{02DF40ED-45D9-48A9-AED1-5DA90E57E867}" sibTransId="{DC89A75F-7F75-4384-BBEF-896564D4B712}"/>
    <dgm:cxn modelId="{D782E3D2-661B-4DD8-BE46-CDAD18E1EEE3}" type="presOf" srcId="{C1104426-405F-41B1-9593-D043407F0A4C}" destId="{C04064A9-9479-42BD-B993-7F86AC179E00}" srcOrd="0" destOrd="0" presId="urn:microsoft.com/office/officeart/2005/8/layout/vList2"/>
    <dgm:cxn modelId="{AE4333D7-28F8-4E5F-ADF5-AB08712015EB}" srcId="{5E3F8FBE-0C4B-4D35-BDF8-691BDAE1203C}" destId="{51F335A1-EC78-4AC9-95E3-1FA111C53938}" srcOrd="7" destOrd="0" parTransId="{C4CAF616-3463-400B-8266-80CAD9C71EE8}" sibTransId="{7F40B047-C657-4BE3-8E2E-0AF94602AD5E}"/>
    <dgm:cxn modelId="{8744A2E8-6E5B-485C-89F4-5D810DC4796C}" srcId="{5E3F8FBE-0C4B-4D35-BDF8-691BDAE1203C}" destId="{5C48E2CF-0B5D-4826-8B59-9CCAEF11501E}" srcOrd="4" destOrd="0" parTransId="{4B5E51EE-7C27-48D7-903F-A2098AF7F2B7}" sibTransId="{03530B38-7281-40F3-85D2-178C679559B4}"/>
    <dgm:cxn modelId="{032171EA-5031-43E7-8353-4FD8E5433471}" type="presOf" srcId="{70DA8F44-536D-4C06-8D87-ACB12A57EF91}" destId="{6D4A1E68-4366-4AFB-B778-9E15580D22B7}" srcOrd="0" destOrd="0" presId="urn:microsoft.com/office/officeart/2005/8/layout/vList2"/>
    <dgm:cxn modelId="{5B9AD3F0-C009-4262-B7F9-1E44B5610BA8}" type="presOf" srcId="{51F335A1-EC78-4AC9-95E3-1FA111C53938}" destId="{43922949-C419-48A1-8982-88BB4714F4C7}" srcOrd="0" destOrd="0" presId="urn:microsoft.com/office/officeart/2005/8/layout/vList2"/>
    <dgm:cxn modelId="{3ED6F7F5-D14B-4477-A410-8F2A732D0213}" type="presOf" srcId="{988426BD-70B9-416E-ACB9-AFA511C273DF}" destId="{6D0664AC-34A1-4AD3-9E55-0B07B4904679}" srcOrd="0" destOrd="0" presId="urn:microsoft.com/office/officeart/2005/8/layout/vList2"/>
    <dgm:cxn modelId="{81CBBF06-FEE5-41B3-80B6-2CDEC38AEE47}" type="presParOf" srcId="{8515CC7A-CFA9-4518-BC94-C3B6446D20F7}" destId="{C04064A9-9479-42BD-B993-7F86AC179E00}" srcOrd="0" destOrd="0" presId="urn:microsoft.com/office/officeart/2005/8/layout/vList2"/>
    <dgm:cxn modelId="{7BF42FB5-BA91-4A61-B8E5-708DBD3A6D4A}" type="presParOf" srcId="{8515CC7A-CFA9-4518-BC94-C3B6446D20F7}" destId="{913F4725-BBE1-4C49-B2EB-4823DDA6FAB8}" srcOrd="1" destOrd="0" presId="urn:microsoft.com/office/officeart/2005/8/layout/vList2"/>
    <dgm:cxn modelId="{D8070E6F-3CF5-4A7F-B4C3-C3DDFE7DD51E}" type="presParOf" srcId="{8515CC7A-CFA9-4518-BC94-C3B6446D20F7}" destId="{91B968FB-3A6C-4AD3-9A90-B5C18C1851A2}" srcOrd="2" destOrd="0" presId="urn:microsoft.com/office/officeart/2005/8/layout/vList2"/>
    <dgm:cxn modelId="{CBB8C60F-9EC2-44EF-9F24-EC186CA08E9F}" type="presParOf" srcId="{8515CC7A-CFA9-4518-BC94-C3B6446D20F7}" destId="{FB40F8E5-9853-42EC-97F0-411F1D73F803}" srcOrd="3" destOrd="0" presId="urn:microsoft.com/office/officeart/2005/8/layout/vList2"/>
    <dgm:cxn modelId="{41DF15B0-E292-45A7-8365-9576004B09E0}" type="presParOf" srcId="{8515CC7A-CFA9-4518-BC94-C3B6446D20F7}" destId="{7CB9FC4D-AEDB-491D-9CB8-1793961F0418}" srcOrd="4" destOrd="0" presId="urn:microsoft.com/office/officeart/2005/8/layout/vList2"/>
    <dgm:cxn modelId="{8B0A72BF-E9E8-40D5-87B1-7B2FA4C88F31}" type="presParOf" srcId="{8515CC7A-CFA9-4518-BC94-C3B6446D20F7}" destId="{54BFBE70-829E-4A1E-8A8C-6D3A083DB8D0}" srcOrd="5" destOrd="0" presId="urn:microsoft.com/office/officeart/2005/8/layout/vList2"/>
    <dgm:cxn modelId="{9806921C-C9F4-42CF-9B13-C88E81EB709D}" type="presParOf" srcId="{8515CC7A-CFA9-4518-BC94-C3B6446D20F7}" destId="{6D4A1E68-4366-4AFB-B778-9E15580D22B7}" srcOrd="6" destOrd="0" presId="urn:microsoft.com/office/officeart/2005/8/layout/vList2"/>
    <dgm:cxn modelId="{A92AA706-6B8E-4970-9B04-5D443B25AD7D}" type="presParOf" srcId="{8515CC7A-CFA9-4518-BC94-C3B6446D20F7}" destId="{87AC1AC4-D50F-4BAD-97C2-F9180E6017AB}" srcOrd="7" destOrd="0" presId="urn:microsoft.com/office/officeart/2005/8/layout/vList2"/>
    <dgm:cxn modelId="{67DA57CF-654A-41E3-946B-641AD7C6D4FD}" type="presParOf" srcId="{8515CC7A-CFA9-4518-BC94-C3B6446D20F7}" destId="{44E7EEB7-FEA9-4F2E-86A5-F32346402AC4}" srcOrd="8" destOrd="0" presId="urn:microsoft.com/office/officeart/2005/8/layout/vList2"/>
    <dgm:cxn modelId="{3EC6458D-30CE-4C7F-BFE7-3952E19E6A48}" type="presParOf" srcId="{8515CC7A-CFA9-4518-BC94-C3B6446D20F7}" destId="{8A624DBE-C77F-4416-9A92-DCFF75554789}" srcOrd="9" destOrd="0" presId="urn:microsoft.com/office/officeart/2005/8/layout/vList2"/>
    <dgm:cxn modelId="{1E49EF17-7121-4908-8438-CE8E565C1E6C}" type="presParOf" srcId="{8515CC7A-CFA9-4518-BC94-C3B6446D20F7}" destId="{645B267B-6CBE-49BC-ABC4-E0700B731B40}" srcOrd="10" destOrd="0" presId="urn:microsoft.com/office/officeart/2005/8/layout/vList2"/>
    <dgm:cxn modelId="{26F32C54-C013-44F5-9C42-DF73B6F0BACA}" type="presParOf" srcId="{8515CC7A-CFA9-4518-BC94-C3B6446D20F7}" destId="{37CFDB1A-5B4A-4EDE-A7F2-DD1232E6288C}" srcOrd="11" destOrd="0" presId="urn:microsoft.com/office/officeart/2005/8/layout/vList2"/>
    <dgm:cxn modelId="{DC22B659-C2E3-401E-92A4-3C34DE48F85C}" type="presParOf" srcId="{8515CC7A-CFA9-4518-BC94-C3B6446D20F7}" destId="{ACF3018F-BA5C-4EF7-AF45-9EDA8AA7E462}" srcOrd="12" destOrd="0" presId="urn:microsoft.com/office/officeart/2005/8/layout/vList2"/>
    <dgm:cxn modelId="{8ABF90CC-9526-45CB-B679-EC6616917704}" type="presParOf" srcId="{8515CC7A-CFA9-4518-BC94-C3B6446D20F7}" destId="{8C3D5A7C-64C9-496F-8C68-D9D360A96E21}" srcOrd="13" destOrd="0" presId="urn:microsoft.com/office/officeart/2005/8/layout/vList2"/>
    <dgm:cxn modelId="{871ADE89-D3FC-40EA-AC5F-812EE363504A}" type="presParOf" srcId="{8515CC7A-CFA9-4518-BC94-C3B6446D20F7}" destId="{43922949-C419-48A1-8982-88BB4714F4C7}" srcOrd="14" destOrd="0" presId="urn:microsoft.com/office/officeart/2005/8/layout/vList2"/>
    <dgm:cxn modelId="{8E6F8168-BD10-4BC9-85A1-DC5DC6FE8A57}" type="presParOf" srcId="{8515CC7A-CFA9-4518-BC94-C3B6446D20F7}" destId="{BC87592D-794A-4D31-A2A2-4E4D8A29609E}" srcOrd="15" destOrd="0" presId="urn:microsoft.com/office/officeart/2005/8/layout/vList2"/>
    <dgm:cxn modelId="{92DABA36-B4D3-4F17-BCDE-823AA48A705C}" type="presParOf" srcId="{8515CC7A-CFA9-4518-BC94-C3B6446D20F7}" destId="{6D0664AC-34A1-4AD3-9E55-0B07B4904679}" srcOrd="16" destOrd="0" presId="urn:microsoft.com/office/officeart/2005/8/layout/vList2"/>
    <dgm:cxn modelId="{81343A0B-194D-4D86-A1BB-7B708844ABC9}" type="presParOf" srcId="{8515CC7A-CFA9-4518-BC94-C3B6446D20F7}" destId="{C0C8F1B7-2395-4E1C-A38F-552C33AD222C}" srcOrd="17" destOrd="0" presId="urn:microsoft.com/office/officeart/2005/8/layout/vList2"/>
    <dgm:cxn modelId="{44CE4B54-E1CF-453A-9ECF-819E3604D52E}" type="presParOf" srcId="{8515CC7A-CFA9-4518-BC94-C3B6446D20F7}" destId="{728B9168-2B92-406F-B3F6-A8C2EB1DC2D6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9626F2C-049D-436C-AA00-82F4976C604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7BE52C9-213A-4336-B6F2-22FB7897E29E}">
      <dgm:prSet/>
      <dgm:spPr/>
      <dgm:t>
        <a:bodyPr/>
        <a:lstStyle/>
        <a:p>
          <a:r>
            <a:rPr lang="en-IN" b="1"/>
            <a:t>Model Context Protocol, or MCP,</a:t>
          </a:r>
          <a:r>
            <a:rPr lang="en-IN"/>
            <a:t> is a standardized way for AI applications to communicate with external tools and information sources.</a:t>
          </a:r>
          <a:endParaRPr lang="en-US"/>
        </a:p>
      </dgm:t>
    </dgm:pt>
    <dgm:pt modelId="{EEF19672-0F5E-455E-AE58-0FC9B835F183}" type="parTrans" cxnId="{68E0DC66-9081-4274-904E-659DA2398465}">
      <dgm:prSet/>
      <dgm:spPr/>
      <dgm:t>
        <a:bodyPr/>
        <a:lstStyle/>
        <a:p>
          <a:endParaRPr lang="en-US"/>
        </a:p>
      </dgm:t>
    </dgm:pt>
    <dgm:pt modelId="{A26F9B2A-33F1-4630-92F6-2A26E2A9792A}" type="sibTrans" cxnId="{68E0DC66-9081-4274-904E-659DA2398465}">
      <dgm:prSet/>
      <dgm:spPr/>
      <dgm:t>
        <a:bodyPr/>
        <a:lstStyle/>
        <a:p>
          <a:endParaRPr lang="en-US"/>
        </a:p>
      </dgm:t>
    </dgm:pt>
    <dgm:pt modelId="{FD7FA359-7823-49CE-9F2A-A1F335B5192C}">
      <dgm:prSet/>
      <dgm:spPr/>
      <dgm:t>
        <a:bodyPr/>
        <a:lstStyle/>
        <a:p>
          <a:r>
            <a:rPr lang="en-IN"/>
            <a:t>Instead of every agent framework creating a completely different integration for every service, MCP provides a more consistent interaction pattern.</a:t>
          </a:r>
          <a:endParaRPr lang="en-US"/>
        </a:p>
      </dgm:t>
    </dgm:pt>
    <dgm:pt modelId="{C168FE35-7A19-496A-96D4-9CC9CAF16A3D}" type="parTrans" cxnId="{E5B51729-2345-4E2B-A465-522875CAD097}">
      <dgm:prSet/>
      <dgm:spPr/>
      <dgm:t>
        <a:bodyPr/>
        <a:lstStyle/>
        <a:p>
          <a:endParaRPr lang="en-US"/>
        </a:p>
      </dgm:t>
    </dgm:pt>
    <dgm:pt modelId="{00CF6453-F0FD-4F6A-9214-E21E61B8DE83}" type="sibTrans" cxnId="{E5B51729-2345-4E2B-A465-522875CAD097}">
      <dgm:prSet/>
      <dgm:spPr/>
      <dgm:t>
        <a:bodyPr/>
        <a:lstStyle/>
        <a:p>
          <a:endParaRPr lang="en-US"/>
        </a:p>
      </dgm:t>
    </dgm:pt>
    <dgm:pt modelId="{BF3D802D-95CC-4289-A181-E44478693383}">
      <dgm:prSet/>
      <dgm:spPr/>
      <dgm:t>
        <a:bodyPr/>
        <a:lstStyle/>
        <a:p>
          <a:r>
            <a:rPr lang="en-IN"/>
            <a:t>MCP servers can expose </a:t>
          </a:r>
          <a:r>
            <a:rPr lang="en-IN" b="1"/>
            <a:t>tools, resources, and prompts</a:t>
          </a:r>
          <a:r>
            <a:rPr lang="en-IN"/>
            <a:t> that AI applications can discover and use.</a:t>
          </a:r>
          <a:endParaRPr lang="en-US"/>
        </a:p>
      </dgm:t>
    </dgm:pt>
    <dgm:pt modelId="{68FDEFA6-CBB0-45D7-8AB4-008ED1847463}" type="parTrans" cxnId="{26168193-58AC-4A26-B0B5-3498509BE584}">
      <dgm:prSet/>
      <dgm:spPr/>
      <dgm:t>
        <a:bodyPr/>
        <a:lstStyle/>
        <a:p>
          <a:endParaRPr lang="en-US"/>
        </a:p>
      </dgm:t>
    </dgm:pt>
    <dgm:pt modelId="{EC31BBD7-530D-4334-AFBA-6780145F29D2}" type="sibTrans" cxnId="{26168193-58AC-4A26-B0B5-3498509BE584}">
      <dgm:prSet/>
      <dgm:spPr/>
      <dgm:t>
        <a:bodyPr/>
        <a:lstStyle/>
        <a:p>
          <a:endParaRPr lang="en-US"/>
        </a:p>
      </dgm:t>
    </dgm:pt>
    <dgm:pt modelId="{3D0D79C3-DC47-4F5A-9CF0-B16E15E7C3D2}">
      <dgm:prSet/>
      <dgm:spPr/>
      <dgm:t>
        <a:bodyPr/>
        <a:lstStyle/>
        <a:p>
          <a:r>
            <a:rPr lang="en-IN"/>
            <a:t>Many different agent frameworks can connect to MCP servers, including Strands-based applications.</a:t>
          </a:r>
          <a:endParaRPr lang="en-US"/>
        </a:p>
      </dgm:t>
    </dgm:pt>
    <dgm:pt modelId="{CAE0EA29-F851-4418-9706-51133028F32C}" type="parTrans" cxnId="{DE79763F-AEA2-431D-8DF1-CEF286B88017}">
      <dgm:prSet/>
      <dgm:spPr/>
      <dgm:t>
        <a:bodyPr/>
        <a:lstStyle/>
        <a:p>
          <a:endParaRPr lang="en-US"/>
        </a:p>
      </dgm:t>
    </dgm:pt>
    <dgm:pt modelId="{386BBAE2-549E-47FB-812C-A6A019519E4B}" type="sibTrans" cxnId="{DE79763F-AEA2-431D-8DF1-CEF286B88017}">
      <dgm:prSet/>
      <dgm:spPr/>
      <dgm:t>
        <a:bodyPr/>
        <a:lstStyle/>
        <a:p>
          <a:endParaRPr lang="en-US"/>
        </a:p>
      </dgm:t>
    </dgm:pt>
    <dgm:pt modelId="{F69A3B9C-B4CE-4273-BA73-C27F5BCEB1D9}">
      <dgm:prSet/>
      <dgm:spPr/>
      <dgm:t>
        <a:bodyPr/>
        <a:lstStyle/>
        <a:p>
          <a:r>
            <a:rPr lang="en-IN"/>
            <a:t>The course describes MCP with a simple comparison: it acts somewhat like a </a:t>
          </a:r>
          <a:r>
            <a:rPr lang="en-IN" b="1"/>
            <a:t>common connection standard for AI applications and tools</a:t>
          </a:r>
          <a:r>
            <a:rPr lang="en-IN"/>
            <a:t>.</a:t>
          </a:r>
          <a:endParaRPr lang="en-US"/>
        </a:p>
      </dgm:t>
    </dgm:pt>
    <dgm:pt modelId="{94BD0F52-8514-44AF-82CF-7C1150F33296}" type="parTrans" cxnId="{6CF54074-669B-4F69-A9E0-7F07246FABB3}">
      <dgm:prSet/>
      <dgm:spPr/>
      <dgm:t>
        <a:bodyPr/>
        <a:lstStyle/>
        <a:p>
          <a:endParaRPr lang="en-US"/>
        </a:p>
      </dgm:t>
    </dgm:pt>
    <dgm:pt modelId="{E2D573A1-D52E-4908-B01A-A78F910B23D2}" type="sibTrans" cxnId="{6CF54074-669B-4F69-A9E0-7F07246FABB3}">
      <dgm:prSet/>
      <dgm:spPr/>
      <dgm:t>
        <a:bodyPr/>
        <a:lstStyle/>
        <a:p>
          <a:endParaRPr lang="en-US"/>
        </a:p>
      </dgm:t>
    </dgm:pt>
    <dgm:pt modelId="{4A719EA8-3960-4604-88A7-B5C6599C4FAD}">
      <dgm:prSet/>
      <dgm:spPr/>
      <dgm:t>
        <a:bodyPr/>
        <a:lstStyle/>
        <a:p>
          <a:r>
            <a:rPr lang="en-IN" b="1"/>
            <a:t>Main Idea:</a:t>
          </a:r>
          <a:endParaRPr lang="en-US"/>
        </a:p>
      </dgm:t>
    </dgm:pt>
    <dgm:pt modelId="{042161DF-FB57-4696-84B8-6E00655F26D4}" type="parTrans" cxnId="{71F92EDF-3BA9-4D79-BFFC-BD9C84925884}">
      <dgm:prSet/>
      <dgm:spPr/>
      <dgm:t>
        <a:bodyPr/>
        <a:lstStyle/>
        <a:p>
          <a:endParaRPr lang="en-US"/>
        </a:p>
      </dgm:t>
    </dgm:pt>
    <dgm:pt modelId="{EED3B4FC-D9EA-4285-8D5D-9CC269D685F8}" type="sibTrans" cxnId="{71F92EDF-3BA9-4D79-BFFC-BD9C84925884}">
      <dgm:prSet/>
      <dgm:spPr/>
      <dgm:t>
        <a:bodyPr/>
        <a:lstStyle/>
        <a:p>
          <a:endParaRPr lang="en-US"/>
        </a:p>
      </dgm:t>
    </dgm:pt>
    <dgm:pt modelId="{6FB4F5DB-D845-4676-99E6-A2F682936B07}">
      <dgm:prSet/>
      <dgm:spPr/>
      <dgm:t>
        <a:bodyPr/>
        <a:lstStyle/>
        <a:p>
          <a:r>
            <a:rPr lang="en-IN" b="1"/>
            <a:t>MCP makes it easier for different AI applications to connect to external capabilities using a common interface.</a:t>
          </a:r>
          <a:endParaRPr lang="en-US"/>
        </a:p>
      </dgm:t>
    </dgm:pt>
    <dgm:pt modelId="{3785B816-4C55-4494-8ABE-53E87FEC63F6}" type="parTrans" cxnId="{26B7B538-7642-45A6-9FD1-A820C62AA4E2}">
      <dgm:prSet/>
      <dgm:spPr/>
      <dgm:t>
        <a:bodyPr/>
        <a:lstStyle/>
        <a:p>
          <a:endParaRPr lang="en-US"/>
        </a:p>
      </dgm:t>
    </dgm:pt>
    <dgm:pt modelId="{394E2BAA-A36D-4CBF-AD84-DDF3D5839345}" type="sibTrans" cxnId="{26B7B538-7642-45A6-9FD1-A820C62AA4E2}">
      <dgm:prSet/>
      <dgm:spPr/>
      <dgm:t>
        <a:bodyPr/>
        <a:lstStyle/>
        <a:p>
          <a:endParaRPr lang="en-US"/>
        </a:p>
      </dgm:t>
    </dgm:pt>
    <dgm:pt modelId="{A780F223-FED8-4A61-B618-C98AFB0D2A51}" type="pres">
      <dgm:prSet presAssocID="{A9626F2C-049D-436C-AA00-82F4976C6043}" presName="root" presStyleCnt="0">
        <dgm:presLayoutVars>
          <dgm:dir/>
          <dgm:resizeHandles val="exact"/>
        </dgm:presLayoutVars>
      </dgm:prSet>
      <dgm:spPr/>
    </dgm:pt>
    <dgm:pt modelId="{DA545CF9-82EC-4B40-AF71-A54BF28783FA}" type="pres">
      <dgm:prSet presAssocID="{67BE52C9-213A-4336-B6F2-22FB7897E29E}" presName="compNode" presStyleCnt="0"/>
      <dgm:spPr/>
    </dgm:pt>
    <dgm:pt modelId="{65A1505E-D8C5-40D2-BB99-B7599F2BDBDC}" type="pres">
      <dgm:prSet presAssocID="{67BE52C9-213A-4336-B6F2-22FB7897E29E}" presName="bgRect" presStyleLbl="bgShp" presStyleIdx="0" presStyleCnt="7"/>
      <dgm:spPr/>
    </dgm:pt>
    <dgm:pt modelId="{B868632D-447E-4AE8-9877-A5384E8534FF}" type="pres">
      <dgm:prSet presAssocID="{67BE52C9-213A-4336-B6F2-22FB7897E29E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BCB799FD-4309-48A8-982A-C9A6B33F721D}" type="pres">
      <dgm:prSet presAssocID="{67BE52C9-213A-4336-B6F2-22FB7897E29E}" presName="spaceRect" presStyleCnt="0"/>
      <dgm:spPr/>
    </dgm:pt>
    <dgm:pt modelId="{98E5FE25-1BDD-4047-8F4A-F77656D39629}" type="pres">
      <dgm:prSet presAssocID="{67BE52C9-213A-4336-B6F2-22FB7897E29E}" presName="parTx" presStyleLbl="revTx" presStyleIdx="0" presStyleCnt="7">
        <dgm:presLayoutVars>
          <dgm:chMax val="0"/>
          <dgm:chPref val="0"/>
        </dgm:presLayoutVars>
      </dgm:prSet>
      <dgm:spPr/>
    </dgm:pt>
    <dgm:pt modelId="{749004E1-8396-4FD2-A057-691FAE54667D}" type="pres">
      <dgm:prSet presAssocID="{A26F9B2A-33F1-4630-92F6-2A26E2A9792A}" presName="sibTrans" presStyleCnt="0"/>
      <dgm:spPr/>
    </dgm:pt>
    <dgm:pt modelId="{BD56C705-38B0-4740-B658-C53573E2799E}" type="pres">
      <dgm:prSet presAssocID="{FD7FA359-7823-49CE-9F2A-A1F335B5192C}" presName="compNode" presStyleCnt="0"/>
      <dgm:spPr/>
    </dgm:pt>
    <dgm:pt modelId="{378C6FC1-CC72-43F8-9B4A-EA890783DE29}" type="pres">
      <dgm:prSet presAssocID="{FD7FA359-7823-49CE-9F2A-A1F335B5192C}" presName="bgRect" presStyleLbl="bgShp" presStyleIdx="1" presStyleCnt="7"/>
      <dgm:spPr/>
    </dgm:pt>
    <dgm:pt modelId="{C3746F18-80B9-4951-AC3C-BEAF3646B5D8}" type="pres">
      <dgm:prSet presAssocID="{FD7FA359-7823-49CE-9F2A-A1F335B5192C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9478DD84-B9DE-4D25-9433-DF711BE75347}" type="pres">
      <dgm:prSet presAssocID="{FD7FA359-7823-49CE-9F2A-A1F335B5192C}" presName="spaceRect" presStyleCnt="0"/>
      <dgm:spPr/>
    </dgm:pt>
    <dgm:pt modelId="{05998463-355A-44A7-B663-54C8A389BCC8}" type="pres">
      <dgm:prSet presAssocID="{FD7FA359-7823-49CE-9F2A-A1F335B5192C}" presName="parTx" presStyleLbl="revTx" presStyleIdx="1" presStyleCnt="7">
        <dgm:presLayoutVars>
          <dgm:chMax val="0"/>
          <dgm:chPref val="0"/>
        </dgm:presLayoutVars>
      </dgm:prSet>
      <dgm:spPr/>
    </dgm:pt>
    <dgm:pt modelId="{66FC6131-C374-4D36-BB7F-CF1C3E62B7BA}" type="pres">
      <dgm:prSet presAssocID="{00CF6453-F0FD-4F6A-9214-E21E61B8DE83}" presName="sibTrans" presStyleCnt="0"/>
      <dgm:spPr/>
    </dgm:pt>
    <dgm:pt modelId="{AC34450E-BCEC-4C6E-8719-A5460B34C142}" type="pres">
      <dgm:prSet presAssocID="{BF3D802D-95CC-4289-A181-E44478693383}" presName="compNode" presStyleCnt="0"/>
      <dgm:spPr/>
    </dgm:pt>
    <dgm:pt modelId="{62316907-35DE-47EB-A567-75EFD9F3CA59}" type="pres">
      <dgm:prSet presAssocID="{BF3D802D-95CC-4289-A181-E44478693383}" presName="bgRect" presStyleLbl="bgShp" presStyleIdx="2" presStyleCnt="7"/>
      <dgm:spPr/>
    </dgm:pt>
    <dgm:pt modelId="{849C6753-B5A0-422A-BFAA-F72F8C0C5A34}" type="pres">
      <dgm:prSet presAssocID="{BF3D802D-95CC-4289-A181-E44478693383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88BFED6C-FD87-4D8C-98B0-FEC8133A9D96}" type="pres">
      <dgm:prSet presAssocID="{BF3D802D-95CC-4289-A181-E44478693383}" presName="spaceRect" presStyleCnt="0"/>
      <dgm:spPr/>
    </dgm:pt>
    <dgm:pt modelId="{A06BB07B-49AC-4AF7-9DF2-14CAC1A527DC}" type="pres">
      <dgm:prSet presAssocID="{BF3D802D-95CC-4289-A181-E44478693383}" presName="parTx" presStyleLbl="revTx" presStyleIdx="2" presStyleCnt="7">
        <dgm:presLayoutVars>
          <dgm:chMax val="0"/>
          <dgm:chPref val="0"/>
        </dgm:presLayoutVars>
      </dgm:prSet>
      <dgm:spPr/>
    </dgm:pt>
    <dgm:pt modelId="{F75A1E6A-51B5-4F84-A734-3C9C0FE570C8}" type="pres">
      <dgm:prSet presAssocID="{EC31BBD7-530D-4334-AFBA-6780145F29D2}" presName="sibTrans" presStyleCnt="0"/>
      <dgm:spPr/>
    </dgm:pt>
    <dgm:pt modelId="{1B4CA7D5-91F6-4E57-B7B5-60C2C1D4E804}" type="pres">
      <dgm:prSet presAssocID="{3D0D79C3-DC47-4F5A-9CF0-B16E15E7C3D2}" presName="compNode" presStyleCnt="0"/>
      <dgm:spPr/>
    </dgm:pt>
    <dgm:pt modelId="{797AA738-3BE2-47D9-8423-0ED18ED8276D}" type="pres">
      <dgm:prSet presAssocID="{3D0D79C3-DC47-4F5A-9CF0-B16E15E7C3D2}" presName="bgRect" presStyleLbl="bgShp" presStyleIdx="3" presStyleCnt="7"/>
      <dgm:spPr/>
    </dgm:pt>
    <dgm:pt modelId="{E195AC05-3D18-4F8F-B134-D177D1DB8027}" type="pres">
      <dgm:prSet presAssocID="{3D0D79C3-DC47-4F5A-9CF0-B16E15E7C3D2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B1319B73-5DDC-4371-A578-D8B9C16FB204}" type="pres">
      <dgm:prSet presAssocID="{3D0D79C3-DC47-4F5A-9CF0-B16E15E7C3D2}" presName="spaceRect" presStyleCnt="0"/>
      <dgm:spPr/>
    </dgm:pt>
    <dgm:pt modelId="{2302157D-EB57-4E85-BB36-6ECE0D20EF11}" type="pres">
      <dgm:prSet presAssocID="{3D0D79C3-DC47-4F5A-9CF0-B16E15E7C3D2}" presName="parTx" presStyleLbl="revTx" presStyleIdx="3" presStyleCnt="7">
        <dgm:presLayoutVars>
          <dgm:chMax val="0"/>
          <dgm:chPref val="0"/>
        </dgm:presLayoutVars>
      </dgm:prSet>
      <dgm:spPr/>
    </dgm:pt>
    <dgm:pt modelId="{0C22B662-3D4F-4DCB-AE48-1C2EBB651611}" type="pres">
      <dgm:prSet presAssocID="{386BBAE2-549E-47FB-812C-A6A019519E4B}" presName="sibTrans" presStyleCnt="0"/>
      <dgm:spPr/>
    </dgm:pt>
    <dgm:pt modelId="{DC8F0E24-0C3A-46D4-A71A-6931BDB8650B}" type="pres">
      <dgm:prSet presAssocID="{F69A3B9C-B4CE-4273-BA73-C27F5BCEB1D9}" presName="compNode" presStyleCnt="0"/>
      <dgm:spPr/>
    </dgm:pt>
    <dgm:pt modelId="{0912490E-BEC5-482A-B662-4C5731EF04CE}" type="pres">
      <dgm:prSet presAssocID="{F69A3B9C-B4CE-4273-BA73-C27F5BCEB1D9}" presName="bgRect" presStyleLbl="bgShp" presStyleIdx="4" presStyleCnt="7"/>
      <dgm:spPr/>
    </dgm:pt>
    <dgm:pt modelId="{09C5986A-EAB5-4264-8210-9E4B00875BDB}" type="pres">
      <dgm:prSet presAssocID="{F69A3B9C-B4CE-4273-BA73-C27F5BCEB1D9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5246D212-9AE9-43B7-AE92-0E1C7E92F787}" type="pres">
      <dgm:prSet presAssocID="{F69A3B9C-B4CE-4273-BA73-C27F5BCEB1D9}" presName="spaceRect" presStyleCnt="0"/>
      <dgm:spPr/>
    </dgm:pt>
    <dgm:pt modelId="{4BB5C481-75F9-4FD7-B844-C1F77EBC7076}" type="pres">
      <dgm:prSet presAssocID="{F69A3B9C-B4CE-4273-BA73-C27F5BCEB1D9}" presName="parTx" presStyleLbl="revTx" presStyleIdx="4" presStyleCnt="7">
        <dgm:presLayoutVars>
          <dgm:chMax val="0"/>
          <dgm:chPref val="0"/>
        </dgm:presLayoutVars>
      </dgm:prSet>
      <dgm:spPr/>
    </dgm:pt>
    <dgm:pt modelId="{5C1BB974-CB1E-414C-859B-B1EA56960AEA}" type="pres">
      <dgm:prSet presAssocID="{E2D573A1-D52E-4908-B01A-A78F910B23D2}" presName="sibTrans" presStyleCnt="0"/>
      <dgm:spPr/>
    </dgm:pt>
    <dgm:pt modelId="{B064BAEE-8793-48FE-B147-1C89DF8E1276}" type="pres">
      <dgm:prSet presAssocID="{4A719EA8-3960-4604-88A7-B5C6599C4FAD}" presName="compNode" presStyleCnt="0"/>
      <dgm:spPr/>
    </dgm:pt>
    <dgm:pt modelId="{F48DB1E4-2A4D-4C11-A6B2-93E474DC667D}" type="pres">
      <dgm:prSet presAssocID="{4A719EA8-3960-4604-88A7-B5C6599C4FAD}" presName="bgRect" presStyleLbl="bgShp" presStyleIdx="5" presStyleCnt="7"/>
      <dgm:spPr/>
    </dgm:pt>
    <dgm:pt modelId="{B97F89E7-6349-43E9-B8D9-0FA367BFEE00}" type="pres">
      <dgm:prSet presAssocID="{4A719EA8-3960-4604-88A7-B5C6599C4FAD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2A6057C8-91B5-4420-BC09-23AF0E507DDB}" type="pres">
      <dgm:prSet presAssocID="{4A719EA8-3960-4604-88A7-B5C6599C4FAD}" presName="spaceRect" presStyleCnt="0"/>
      <dgm:spPr/>
    </dgm:pt>
    <dgm:pt modelId="{A007827F-D2E6-4A99-9C34-C3AA155BA0BC}" type="pres">
      <dgm:prSet presAssocID="{4A719EA8-3960-4604-88A7-B5C6599C4FAD}" presName="parTx" presStyleLbl="revTx" presStyleIdx="5" presStyleCnt="7">
        <dgm:presLayoutVars>
          <dgm:chMax val="0"/>
          <dgm:chPref val="0"/>
        </dgm:presLayoutVars>
      </dgm:prSet>
      <dgm:spPr/>
    </dgm:pt>
    <dgm:pt modelId="{69D20BC0-B4F4-4289-99E9-FE8978DFC4F7}" type="pres">
      <dgm:prSet presAssocID="{EED3B4FC-D9EA-4285-8D5D-9CC269D685F8}" presName="sibTrans" presStyleCnt="0"/>
      <dgm:spPr/>
    </dgm:pt>
    <dgm:pt modelId="{E0274BEF-9B58-448C-8B49-50F659803B79}" type="pres">
      <dgm:prSet presAssocID="{6FB4F5DB-D845-4676-99E6-A2F682936B07}" presName="compNode" presStyleCnt="0"/>
      <dgm:spPr/>
    </dgm:pt>
    <dgm:pt modelId="{84D41A17-5C8A-4B3A-8E14-C786A5E95074}" type="pres">
      <dgm:prSet presAssocID="{6FB4F5DB-D845-4676-99E6-A2F682936B07}" presName="bgRect" presStyleLbl="bgShp" presStyleIdx="6" presStyleCnt="7"/>
      <dgm:spPr/>
    </dgm:pt>
    <dgm:pt modelId="{7D997EAB-61AD-4E4D-997E-68BAA96D9FCD}" type="pres">
      <dgm:prSet presAssocID="{6FB4F5DB-D845-4676-99E6-A2F682936B07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B5C00480-7AF0-45B4-9DCB-BC3FD614A911}" type="pres">
      <dgm:prSet presAssocID="{6FB4F5DB-D845-4676-99E6-A2F682936B07}" presName="spaceRect" presStyleCnt="0"/>
      <dgm:spPr/>
    </dgm:pt>
    <dgm:pt modelId="{E6F9BE8B-5FB1-4C28-AB11-55361D46D4A3}" type="pres">
      <dgm:prSet presAssocID="{6FB4F5DB-D845-4676-99E6-A2F682936B07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084D1E0E-7E0B-4A70-9FF7-D6E34161C4F6}" type="presOf" srcId="{A9626F2C-049D-436C-AA00-82F4976C6043}" destId="{A780F223-FED8-4A61-B618-C98AFB0D2A51}" srcOrd="0" destOrd="0" presId="urn:microsoft.com/office/officeart/2018/2/layout/IconVerticalSolidList"/>
    <dgm:cxn modelId="{E5B51729-2345-4E2B-A465-522875CAD097}" srcId="{A9626F2C-049D-436C-AA00-82F4976C6043}" destId="{FD7FA359-7823-49CE-9F2A-A1F335B5192C}" srcOrd="1" destOrd="0" parTransId="{C168FE35-7A19-496A-96D4-9CC9CAF16A3D}" sibTransId="{00CF6453-F0FD-4F6A-9214-E21E61B8DE83}"/>
    <dgm:cxn modelId="{26B7B538-7642-45A6-9FD1-A820C62AA4E2}" srcId="{A9626F2C-049D-436C-AA00-82F4976C6043}" destId="{6FB4F5DB-D845-4676-99E6-A2F682936B07}" srcOrd="6" destOrd="0" parTransId="{3785B816-4C55-4494-8ABE-53E87FEC63F6}" sibTransId="{394E2BAA-A36D-4CBF-AD84-DDF3D5839345}"/>
    <dgm:cxn modelId="{DE79763F-AEA2-431D-8DF1-CEF286B88017}" srcId="{A9626F2C-049D-436C-AA00-82F4976C6043}" destId="{3D0D79C3-DC47-4F5A-9CF0-B16E15E7C3D2}" srcOrd="3" destOrd="0" parTransId="{CAE0EA29-F851-4418-9706-51133028F32C}" sibTransId="{386BBAE2-549E-47FB-812C-A6A019519E4B}"/>
    <dgm:cxn modelId="{68E0DC66-9081-4274-904E-659DA2398465}" srcId="{A9626F2C-049D-436C-AA00-82F4976C6043}" destId="{67BE52C9-213A-4336-B6F2-22FB7897E29E}" srcOrd="0" destOrd="0" parTransId="{EEF19672-0F5E-455E-AE58-0FC9B835F183}" sibTransId="{A26F9B2A-33F1-4630-92F6-2A26E2A9792A}"/>
    <dgm:cxn modelId="{8B8E1C6F-7663-4CFC-A153-FAEACDFC9912}" type="presOf" srcId="{6FB4F5DB-D845-4676-99E6-A2F682936B07}" destId="{E6F9BE8B-5FB1-4C28-AB11-55361D46D4A3}" srcOrd="0" destOrd="0" presId="urn:microsoft.com/office/officeart/2018/2/layout/IconVerticalSolidList"/>
    <dgm:cxn modelId="{6CF54074-669B-4F69-A9E0-7F07246FABB3}" srcId="{A9626F2C-049D-436C-AA00-82F4976C6043}" destId="{F69A3B9C-B4CE-4273-BA73-C27F5BCEB1D9}" srcOrd="4" destOrd="0" parTransId="{94BD0F52-8514-44AF-82CF-7C1150F33296}" sibTransId="{E2D573A1-D52E-4908-B01A-A78F910B23D2}"/>
    <dgm:cxn modelId="{7BAEA155-99E7-4578-8B0C-DA83ECC9B1B9}" type="presOf" srcId="{F69A3B9C-B4CE-4273-BA73-C27F5BCEB1D9}" destId="{4BB5C481-75F9-4FD7-B844-C1F77EBC7076}" srcOrd="0" destOrd="0" presId="urn:microsoft.com/office/officeart/2018/2/layout/IconVerticalSolidList"/>
    <dgm:cxn modelId="{C7D39377-7097-4542-BC31-8A1D13C660DF}" type="presOf" srcId="{67BE52C9-213A-4336-B6F2-22FB7897E29E}" destId="{98E5FE25-1BDD-4047-8F4A-F77656D39629}" srcOrd="0" destOrd="0" presId="urn:microsoft.com/office/officeart/2018/2/layout/IconVerticalSolidList"/>
    <dgm:cxn modelId="{26168193-58AC-4A26-B0B5-3498509BE584}" srcId="{A9626F2C-049D-436C-AA00-82F4976C6043}" destId="{BF3D802D-95CC-4289-A181-E44478693383}" srcOrd="2" destOrd="0" parTransId="{68FDEFA6-CBB0-45D7-8AB4-008ED1847463}" sibTransId="{EC31BBD7-530D-4334-AFBA-6780145F29D2}"/>
    <dgm:cxn modelId="{7D8466BD-2B07-460F-B77A-A60EB284B9CF}" type="presOf" srcId="{3D0D79C3-DC47-4F5A-9CF0-B16E15E7C3D2}" destId="{2302157D-EB57-4E85-BB36-6ECE0D20EF11}" srcOrd="0" destOrd="0" presId="urn:microsoft.com/office/officeart/2018/2/layout/IconVerticalSolidList"/>
    <dgm:cxn modelId="{7B8A70CD-CF74-47D9-AF64-E9EBC8298C7F}" type="presOf" srcId="{BF3D802D-95CC-4289-A181-E44478693383}" destId="{A06BB07B-49AC-4AF7-9DF2-14CAC1A527DC}" srcOrd="0" destOrd="0" presId="urn:microsoft.com/office/officeart/2018/2/layout/IconVerticalSolidList"/>
    <dgm:cxn modelId="{871BEBD5-9810-456D-BB0A-48E743BF9C43}" type="presOf" srcId="{4A719EA8-3960-4604-88A7-B5C6599C4FAD}" destId="{A007827F-D2E6-4A99-9C34-C3AA155BA0BC}" srcOrd="0" destOrd="0" presId="urn:microsoft.com/office/officeart/2018/2/layout/IconVerticalSolidList"/>
    <dgm:cxn modelId="{71F92EDF-3BA9-4D79-BFFC-BD9C84925884}" srcId="{A9626F2C-049D-436C-AA00-82F4976C6043}" destId="{4A719EA8-3960-4604-88A7-B5C6599C4FAD}" srcOrd="5" destOrd="0" parTransId="{042161DF-FB57-4696-84B8-6E00655F26D4}" sibTransId="{EED3B4FC-D9EA-4285-8D5D-9CC269D685F8}"/>
    <dgm:cxn modelId="{16A4C9F8-4C0E-4F33-B0E3-5285402C22E8}" type="presOf" srcId="{FD7FA359-7823-49CE-9F2A-A1F335B5192C}" destId="{05998463-355A-44A7-B663-54C8A389BCC8}" srcOrd="0" destOrd="0" presId="urn:microsoft.com/office/officeart/2018/2/layout/IconVerticalSolidList"/>
    <dgm:cxn modelId="{BAE26527-80C9-48DC-9005-034B1FC670BB}" type="presParOf" srcId="{A780F223-FED8-4A61-B618-C98AFB0D2A51}" destId="{DA545CF9-82EC-4B40-AF71-A54BF28783FA}" srcOrd="0" destOrd="0" presId="urn:microsoft.com/office/officeart/2018/2/layout/IconVerticalSolidList"/>
    <dgm:cxn modelId="{4E30D941-827C-4AEF-9CD8-9E1F7FF9EE62}" type="presParOf" srcId="{DA545CF9-82EC-4B40-AF71-A54BF28783FA}" destId="{65A1505E-D8C5-40D2-BB99-B7599F2BDBDC}" srcOrd="0" destOrd="0" presId="urn:microsoft.com/office/officeart/2018/2/layout/IconVerticalSolidList"/>
    <dgm:cxn modelId="{C4D74028-1377-423A-980F-E308561ABA57}" type="presParOf" srcId="{DA545CF9-82EC-4B40-AF71-A54BF28783FA}" destId="{B868632D-447E-4AE8-9877-A5384E8534FF}" srcOrd="1" destOrd="0" presId="urn:microsoft.com/office/officeart/2018/2/layout/IconVerticalSolidList"/>
    <dgm:cxn modelId="{A49B5CEA-F89B-4450-9D8F-E5369EA57433}" type="presParOf" srcId="{DA545CF9-82EC-4B40-AF71-A54BF28783FA}" destId="{BCB799FD-4309-48A8-982A-C9A6B33F721D}" srcOrd="2" destOrd="0" presId="urn:microsoft.com/office/officeart/2018/2/layout/IconVerticalSolidList"/>
    <dgm:cxn modelId="{76B780AE-41F8-45F4-9C70-0597059C4CEF}" type="presParOf" srcId="{DA545CF9-82EC-4B40-AF71-A54BF28783FA}" destId="{98E5FE25-1BDD-4047-8F4A-F77656D39629}" srcOrd="3" destOrd="0" presId="urn:microsoft.com/office/officeart/2018/2/layout/IconVerticalSolidList"/>
    <dgm:cxn modelId="{CDAB9D71-9CBC-4A74-BC75-CBB73EDE9435}" type="presParOf" srcId="{A780F223-FED8-4A61-B618-C98AFB0D2A51}" destId="{749004E1-8396-4FD2-A057-691FAE54667D}" srcOrd="1" destOrd="0" presId="urn:microsoft.com/office/officeart/2018/2/layout/IconVerticalSolidList"/>
    <dgm:cxn modelId="{CF543611-A7B8-413A-934F-43BE5A79EBF4}" type="presParOf" srcId="{A780F223-FED8-4A61-B618-C98AFB0D2A51}" destId="{BD56C705-38B0-4740-B658-C53573E2799E}" srcOrd="2" destOrd="0" presId="urn:microsoft.com/office/officeart/2018/2/layout/IconVerticalSolidList"/>
    <dgm:cxn modelId="{67C651DF-B7FD-42C5-82E6-EE577D28C269}" type="presParOf" srcId="{BD56C705-38B0-4740-B658-C53573E2799E}" destId="{378C6FC1-CC72-43F8-9B4A-EA890783DE29}" srcOrd="0" destOrd="0" presId="urn:microsoft.com/office/officeart/2018/2/layout/IconVerticalSolidList"/>
    <dgm:cxn modelId="{A9A873B4-54B4-41AD-BECC-091907A37947}" type="presParOf" srcId="{BD56C705-38B0-4740-B658-C53573E2799E}" destId="{C3746F18-80B9-4951-AC3C-BEAF3646B5D8}" srcOrd="1" destOrd="0" presId="urn:microsoft.com/office/officeart/2018/2/layout/IconVerticalSolidList"/>
    <dgm:cxn modelId="{8831A567-D146-4797-890C-65E297D9A057}" type="presParOf" srcId="{BD56C705-38B0-4740-B658-C53573E2799E}" destId="{9478DD84-B9DE-4D25-9433-DF711BE75347}" srcOrd="2" destOrd="0" presId="urn:microsoft.com/office/officeart/2018/2/layout/IconVerticalSolidList"/>
    <dgm:cxn modelId="{2EC83FED-A010-4B2B-AFF7-37227DBAD8A2}" type="presParOf" srcId="{BD56C705-38B0-4740-B658-C53573E2799E}" destId="{05998463-355A-44A7-B663-54C8A389BCC8}" srcOrd="3" destOrd="0" presId="urn:microsoft.com/office/officeart/2018/2/layout/IconVerticalSolidList"/>
    <dgm:cxn modelId="{CE01D8B0-F4E4-4CB7-B602-C1BED5C575A0}" type="presParOf" srcId="{A780F223-FED8-4A61-B618-C98AFB0D2A51}" destId="{66FC6131-C374-4D36-BB7F-CF1C3E62B7BA}" srcOrd="3" destOrd="0" presId="urn:microsoft.com/office/officeart/2018/2/layout/IconVerticalSolidList"/>
    <dgm:cxn modelId="{DBB7A771-67F9-490B-889D-5E3063E5DA05}" type="presParOf" srcId="{A780F223-FED8-4A61-B618-C98AFB0D2A51}" destId="{AC34450E-BCEC-4C6E-8719-A5460B34C142}" srcOrd="4" destOrd="0" presId="urn:microsoft.com/office/officeart/2018/2/layout/IconVerticalSolidList"/>
    <dgm:cxn modelId="{FB1B481B-2B9E-4F4D-B012-64ECAC6B3B73}" type="presParOf" srcId="{AC34450E-BCEC-4C6E-8719-A5460B34C142}" destId="{62316907-35DE-47EB-A567-75EFD9F3CA59}" srcOrd="0" destOrd="0" presId="urn:microsoft.com/office/officeart/2018/2/layout/IconVerticalSolidList"/>
    <dgm:cxn modelId="{36028047-1746-4E86-876E-4CBAE81AD912}" type="presParOf" srcId="{AC34450E-BCEC-4C6E-8719-A5460B34C142}" destId="{849C6753-B5A0-422A-BFAA-F72F8C0C5A34}" srcOrd="1" destOrd="0" presId="urn:microsoft.com/office/officeart/2018/2/layout/IconVerticalSolidList"/>
    <dgm:cxn modelId="{1E46DE82-5F71-4C9F-8D2C-D5B3CE7D8BC2}" type="presParOf" srcId="{AC34450E-BCEC-4C6E-8719-A5460B34C142}" destId="{88BFED6C-FD87-4D8C-98B0-FEC8133A9D96}" srcOrd="2" destOrd="0" presId="urn:microsoft.com/office/officeart/2018/2/layout/IconVerticalSolidList"/>
    <dgm:cxn modelId="{F6A20864-D808-4D62-9B9A-4F978F2BD00A}" type="presParOf" srcId="{AC34450E-BCEC-4C6E-8719-A5460B34C142}" destId="{A06BB07B-49AC-4AF7-9DF2-14CAC1A527DC}" srcOrd="3" destOrd="0" presId="urn:microsoft.com/office/officeart/2018/2/layout/IconVerticalSolidList"/>
    <dgm:cxn modelId="{1A21D6ED-24A2-413A-A1BB-31E2C032F5A0}" type="presParOf" srcId="{A780F223-FED8-4A61-B618-C98AFB0D2A51}" destId="{F75A1E6A-51B5-4F84-A734-3C9C0FE570C8}" srcOrd="5" destOrd="0" presId="urn:microsoft.com/office/officeart/2018/2/layout/IconVerticalSolidList"/>
    <dgm:cxn modelId="{08100460-6865-4FBC-AABE-847BD9C68B8C}" type="presParOf" srcId="{A780F223-FED8-4A61-B618-C98AFB0D2A51}" destId="{1B4CA7D5-91F6-4E57-B7B5-60C2C1D4E804}" srcOrd="6" destOrd="0" presId="urn:microsoft.com/office/officeart/2018/2/layout/IconVerticalSolidList"/>
    <dgm:cxn modelId="{A8A86074-CA11-492A-B9A0-299F605A9AFC}" type="presParOf" srcId="{1B4CA7D5-91F6-4E57-B7B5-60C2C1D4E804}" destId="{797AA738-3BE2-47D9-8423-0ED18ED8276D}" srcOrd="0" destOrd="0" presId="urn:microsoft.com/office/officeart/2018/2/layout/IconVerticalSolidList"/>
    <dgm:cxn modelId="{9F8736EC-7A3A-4F3F-BF6D-E3ABA2AAEE8F}" type="presParOf" srcId="{1B4CA7D5-91F6-4E57-B7B5-60C2C1D4E804}" destId="{E195AC05-3D18-4F8F-B134-D177D1DB8027}" srcOrd="1" destOrd="0" presId="urn:microsoft.com/office/officeart/2018/2/layout/IconVerticalSolidList"/>
    <dgm:cxn modelId="{37F8E90C-3E87-430D-AF24-6DCE53889276}" type="presParOf" srcId="{1B4CA7D5-91F6-4E57-B7B5-60C2C1D4E804}" destId="{B1319B73-5DDC-4371-A578-D8B9C16FB204}" srcOrd="2" destOrd="0" presId="urn:microsoft.com/office/officeart/2018/2/layout/IconVerticalSolidList"/>
    <dgm:cxn modelId="{8A263A5D-4556-46CA-84BD-2C6B3E3D6343}" type="presParOf" srcId="{1B4CA7D5-91F6-4E57-B7B5-60C2C1D4E804}" destId="{2302157D-EB57-4E85-BB36-6ECE0D20EF11}" srcOrd="3" destOrd="0" presId="urn:microsoft.com/office/officeart/2018/2/layout/IconVerticalSolidList"/>
    <dgm:cxn modelId="{0062ABF4-37A9-4FC1-8F08-7F8F616CF182}" type="presParOf" srcId="{A780F223-FED8-4A61-B618-C98AFB0D2A51}" destId="{0C22B662-3D4F-4DCB-AE48-1C2EBB651611}" srcOrd="7" destOrd="0" presId="urn:microsoft.com/office/officeart/2018/2/layout/IconVerticalSolidList"/>
    <dgm:cxn modelId="{31F9C27D-7028-4F3D-B7EC-E51008648144}" type="presParOf" srcId="{A780F223-FED8-4A61-B618-C98AFB0D2A51}" destId="{DC8F0E24-0C3A-46D4-A71A-6931BDB8650B}" srcOrd="8" destOrd="0" presId="urn:microsoft.com/office/officeart/2018/2/layout/IconVerticalSolidList"/>
    <dgm:cxn modelId="{9C29BE45-1DEA-41D1-A001-7C5C469BB82F}" type="presParOf" srcId="{DC8F0E24-0C3A-46D4-A71A-6931BDB8650B}" destId="{0912490E-BEC5-482A-B662-4C5731EF04CE}" srcOrd="0" destOrd="0" presId="urn:microsoft.com/office/officeart/2018/2/layout/IconVerticalSolidList"/>
    <dgm:cxn modelId="{80CDA49D-D1D2-435F-B399-CCD61EF3AD69}" type="presParOf" srcId="{DC8F0E24-0C3A-46D4-A71A-6931BDB8650B}" destId="{09C5986A-EAB5-4264-8210-9E4B00875BDB}" srcOrd="1" destOrd="0" presId="urn:microsoft.com/office/officeart/2018/2/layout/IconVerticalSolidList"/>
    <dgm:cxn modelId="{A352A7AA-14D1-4933-8F77-8A7F4E6685F2}" type="presParOf" srcId="{DC8F0E24-0C3A-46D4-A71A-6931BDB8650B}" destId="{5246D212-9AE9-43B7-AE92-0E1C7E92F787}" srcOrd="2" destOrd="0" presId="urn:microsoft.com/office/officeart/2018/2/layout/IconVerticalSolidList"/>
    <dgm:cxn modelId="{BEEE0552-B3F6-49B1-A0A9-B1551879E70B}" type="presParOf" srcId="{DC8F0E24-0C3A-46D4-A71A-6931BDB8650B}" destId="{4BB5C481-75F9-4FD7-B844-C1F77EBC7076}" srcOrd="3" destOrd="0" presId="urn:microsoft.com/office/officeart/2018/2/layout/IconVerticalSolidList"/>
    <dgm:cxn modelId="{A26B9F32-A546-4D71-89E1-A15F4B2B5A6D}" type="presParOf" srcId="{A780F223-FED8-4A61-B618-C98AFB0D2A51}" destId="{5C1BB974-CB1E-414C-859B-B1EA56960AEA}" srcOrd="9" destOrd="0" presId="urn:microsoft.com/office/officeart/2018/2/layout/IconVerticalSolidList"/>
    <dgm:cxn modelId="{56BC29BF-209F-4075-B265-80BA8A5E5362}" type="presParOf" srcId="{A780F223-FED8-4A61-B618-C98AFB0D2A51}" destId="{B064BAEE-8793-48FE-B147-1C89DF8E1276}" srcOrd="10" destOrd="0" presId="urn:microsoft.com/office/officeart/2018/2/layout/IconVerticalSolidList"/>
    <dgm:cxn modelId="{6C8CB98C-F456-44FA-AF65-382DD499813B}" type="presParOf" srcId="{B064BAEE-8793-48FE-B147-1C89DF8E1276}" destId="{F48DB1E4-2A4D-4C11-A6B2-93E474DC667D}" srcOrd="0" destOrd="0" presId="urn:microsoft.com/office/officeart/2018/2/layout/IconVerticalSolidList"/>
    <dgm:cxn modelId="{934F21F7-261A-452B-9EAC-9454DABD5272}" type="presParOf" srcId="{B064BAEE-8793-48FE-B147-1C89DF8E1276}" destId="{B97F89E7-6349-43E9-B8D9-0FA367BFEE00}" srcOrd="1" destOrd="0" presId="urn:microsoft.com/office/officeart/2018/2/layout/IconVerticalSolidList"/>
    <dgm:cxn modelId="{75A28882-2D35-431D-A5FA-9F8D89106656}" type="presParOf" srcId="{B064BAEE-8793-48FE-B147-1C89DF8E1276}" destId="{2A6057C8-91B5-4420-BC09-23AF0E507DDB}" srcOrd="2" destOrd="0" presId="urn:microsoft.com/office/officeart/2018/2/layout/IconVerticalSolidList"/>
    <dgm:cxn modelId="{E7206BA0-BD6B-4B42-9FED-C62A52502F54}" type="presParOf" srcId="{B064BAEE-8793-48FE-B147-1C89DF8E1276}" destId="{A007827F-D2E6-4A99-9C34-C3AA155BA0BC}" srcOrd="3" destOrd="0" presId="urn:microsoft.com/office/officeart/2018/2/layout/IconVerticalSolidList"/>
    <dgm:cxn modelId="{8DE99D9F-9A65-409B-8F9A-2AA3E89F00E0}" type="presParOf" srcId="{A780F223-FED8-4A61-B618-C98AFB0D2A51}" destId="{69D20BC0-B4F4-4289-99E9-FE8978DFC4F7}" srcOrd="11" destOrd="0" presId="urn:microsoft.com/office/officeart/2018/2/layout/IconVerticalSolidList"/>
    <dgm:cxn modelId="{9AADB5AD-58EE-4618-AE10-ACC8B98C8E7D}" type="presParOf" srcId="{A780F223-FED8-4A61-B618-C98AFB0D2A51}" destId="{E0274BEF-9B58-448C-8B49-50F659803B79}" srcOrd="12" destOrd="0" presId="urn:microsoft.com/office/officeart/2018/2/layout/IconVerticalSolidList"/>
    <dgm:cxn modelId="{4F6A3D06-18B7-4EE5-B730-DE48EBA394E1}" type="presParOf" srcId="{E0274BEF-9B58-448C-8B49-50F659803B79}" destId="{84D41A17-5C8A-4B3A-8E14-C786A5E95074}" srcOrd="0" destOrd="0" presId="urn:microsoft.com/office/officeart/2018/2/layout/IconVerticalSolidList"/>
    <dgm:cxn modelId="{38B165FB-BF71-4051-91D3-847A81C199B0}" type="presParOf" srcId="{E0274BEF-9B58-448C-8B49-50F659803B79}" destId="{7D997EAB-61AD-4E4D-997E-68BAA96D9FCD}" srcOrd="1" destOrd="0" presId="urn:microsoft.com/office/officeart/2018/2/layout/IconVerticalSolidList"/>
    <dgm:cxn modelId="{04C31C6C-162A-4046-BD01-D792E4969294}" type="presParOf" srcId="{E0274BEF-9B58-448C-8B49-50F659803B79}" destId="{B5C00480-7AF0-45B4-9DCB-BC3FD614A911}" srcOrd="2" destOrd="0" presId="urn:microsoft.com/office/officeart/2018/2/layout/IconVerticalSolidList"/>
    <dgm:cxn modelId="{7449E428-62C2-42FF-B1A0-529D6F39EFD5}" type="presParOf" srcId="{E0274BEF-9B58-448C-8B49-50F659803B79}" destId="{E6F9BE8B-5FB1-4C28-AB11-55361D46D4A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013C936-EA99-4D2C-98E8-6D616851B85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CABB89D-8891-4F0C-A7D2-E5850D3B631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Agentic AI can automate many tasks, but not every decision should be completely automatic.</a:t>
          </a:r>
          <a:endParaRPr lang="en-US"/>
        </a:p>
      </dgm:t>
    </dgm:pt>
    <dgm:pt modelId="{4C7FD2F2-05EA-43EB-84C1-A244DCF6274C}" type="parTrans" cxnId="{F02079C4-316C-43CC-94AD-5628F4DAA8F1}">
      <dgm:prSet/>
      <dgm:spPr/>
      <dgm:t>
        <a:bodyPr/>
        <a:lstStyle/>
        <a:p>
          <a:endParaRPr lang="en-US"/>
        </a:p>
      </dgm:t>
    </dgm:pt>
    <dgm:pt modelId="{F89DC618-386E-4666-B447-4C4CBDDA0289}" type="sibTrans" cxnId="{F02079C4-316C-43CC-94AD-5628F4DAA8F1}">
      <dgm:prSet/>
      <dgm:spPr/>
      <dgm:t>
        <a:bodyPr/>
        <a:lstStyle/>
        <a:p>
          <a:endParaRPr lang="en-US"/>
        </a:p>
      </dgm:t>
    </dgm:pt>
    <dgm:pt modelId="{315EF0D6-74B4-4C22-B25B-82E1F5723BD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Some requests may involve </a:t>
          </a:r>
          <a:r>
            <a:rPr lang="en-IN" b="1"/>
            <a:t>high risk, uncertainty, sensitive information, or business decisions</a:t>
          </a:r>
          <a:r>
            <a:rPr lang="en-IN"/>
            <a:t> where human review is still important.</a:t>
          </a:r>
          <a:endParaRPr lang="en-US"/>
        </a:p>
      </dgm:t>
    </dgm:pt>
    <dgm:pt modelId="{2459AFE1-4747-4310-8223-6D0CA5E16745}" type="parTrans" cxnId="{079EBA19-29A1-4959-8712-AD70B68E0CF1}">
      <dgm:prSet/>
      <dgm:spPr/>
      <dgm:t>
        <a:bodyPr/>
        <a:lstStyle/>
        <a:p>
          <a:endParaRPr lang="en-US"/>
        </a:p>
      </dgm:t>
    </dgm:pt>
    <dgm:pt modelId="{B478F731-0D3A-454A-83B6-DBD88BBB501D}" type="sibTrans" cxnId="{079EBA19-29A1-4959-8712-AD70B68E0CF1}">
      <dgm:prSet/>
      <dgm:spPr/>
      <dgm:t>
        <a:bodyPr/>
        <a:lstStyle/>
        <a:p>
          <a:endParaRPr lang="en-US"/>
        </a:p>
      </dgm:t>
    </dgm:pt>
    <dgm:pt modelId="{D2D43A5A-F1DC-4E80-85B0-519DD764FCA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A </a:t>
          </a:r>
          <a:r>
            <a:rPr lang="en-IN" b="1"/>
            <a:t>human-in-the-loop</a:t>
          </a:r>
          <a:r>
            <a:rPr lang="en-IN"/>
            <a:t> system keeps people involved at important stages instead of allowing the AI to make every final decision alone.</a:t>
          </a:r>
          <a:endParaRPr lang="en-US"/>
        </a:p>
      </dgm:t>
    </dgm:pt>
    <dgm:pt modelId="{30F01B89-552F-42C6-98C7-7384D5F8182B}" type="parTrans" cxnId="{EE4504E2-815C-4201-A621-28F643539B39}">
      <dgm:prSet/>
      <dgm:spPr/>
      <dgm:t>
        <a:bodyPr/>
        <a:lstStyle/>
        <a:p>
          <a:endParaRPr lang="en-US"/>
        </a:p>
      </dgm:t>
    </dgm:pt>
    <dgm:pt modelId="{AB287CD9-0422-44BE-B48F-F91B9C429B31}" type="sibTrans" cxnId="{EE4504E2-815C-4201-A621-28F643539B39}">
      <dgm:prSet/>
      <dgm:spPr/>
      <dgm:t>
        <a:bodyPr/>
        <a:lstStyle/>
        <a:p>
          <a:endParaRPr lang="en-US"/>
        </a:p>
      </dgm:t>
    </dgm:pt>
    <dgm:pt modelId="{47777964-71BD-4315-8D70-1A1723424DB1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One simple pattern is </a:t>
          </a:r>
          <a:r>
            <a:rPr lang="en-IN" b="1"/>
            <a:t>human augmentation</a:t>
          </a:r>
          <a:r>
            <a:rPr lang="en-IN"/>
            <a:t>, where AI prepares a draft and a human reviews or improves it before it is used.</a:t>
          </a:r>
          <a:endParaRPr lang="en-US"/>
        </a:p>
      </dgm:t>
    </dgm:pt>
    <dgm:pt modelId="{89D57065-1942-4C61-8EA1-88B93D14317D}" type="parTrans" cxnId="{D310562F-803C-4842-ABB1-4D8C42BCD7A5}">
      <dgm:prSet/>
      <dgm:spPr/>
      <dgm:t>
        <a:bodyPr/>
        <a:lstStyle/>
        <a:p>
          <a:endParaRPr lang="en-US"/>
        </a:p>
      </dgm:t>
    </dgm:pt>
    <dgm:pt modelId="{2E6748C6-F522-4D93-B94B-EF6E1D761A4B}" type="sibTrans" cxnId="{D310562F-803C-4842-ABB1-4D8C42BCD7A5}">
      <dgm:prSet/>
      <dgm:spPr/>
      <dgm:t>
        <a:bodyPr/>
        <a:lstStyle/>
        <a:p>
          <a:endParaRPr lang="en-US"/>
        </a:p>
      </dgm:t>
    </dgm:pt>
    <dgm:pt modelId="{9AF13E8B-3F6F-4BD3-84D7-F6087307D9DF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Another pattern is escalation, where the AI handles normal cases but sends difficult or uncertain cases to a human expert.</a:t>
          </a:r>
          <a:endParaRPr lang="en-US"/>
        </a:p>
      </dgm:t>
    </dgm:pt>
    <dgm:pt modelId="{BFC9770E-A66C-470E-B47F-3C4BE7D04D9B}" type="parTrans" cxnId="{F10AAED9-C9D5-42E1-B6D2-9463415F78A2}">
      <dgm:prSet/>
      <dgm:spPr/>
      <dgm:t>
        <a:bodyPr/>
        <a:lstStyle/>
        <a:p>
          <a:endParaRPr lang="en-US"/>
        </a:p>
      </dgm:t>
    </dgm:pt>
    <dgm:pt modelId="{AD00F7B3-F3C2-489A-88AF-B9DA0A7E03DA}" type="sibTrans" cxnId="{F10AAED9-C9D5-42E1-B6D2-9463415F78A2}">
      <dgm:prSet/>
      <dgm:spPr/>
      <dgm:t>
        <a:bodyPr/>
        <a:lstStyle/>
        <a:p>
          <a:endParaRPr lang="en-US"/>
        </a:p>
      </dgm:t>
    </dgm:pt>
    <dgm:pt modelId="{43D30A81-6E01-458A-96FF-C3D9FA23D87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Main Idea:</a:t>
          </a:r>
          <a:endParaRPr lang="en-US"/>
        </a:p>
      </dgm:t>
    </dgm:pt>
    <dgm:pt modelId="{D1FA13E7-3820-49FA-AF1C-952B48A346B9}" type="parTrans" cxnId="{F8BD0455-08FC-4D9D-89E2-AB1F7AB41C41}">
      <dgm:prSet/>
      <dgm:spPr/>
      <dgm:t>
        <a:bodyPr/>
        <a:lstStyle/>
        <a:p>
          <a:endParaRPr lang="en-US"/>
        </a:p>
      </dgm:t>
    </dgm:pt>
    <dgm:pt modelId="{4912BAA1-338D-4A35-A209-F0EDD747EA8C}" type="sibTrans" cxnId="{F8BD0455-08FC-4D9D-89E2-AB1F7AB41C41}">
      <dgm:prSet/>
      <dgm:spPr/>
      <dgm:t>
        <a:bodyPr/>
        <a:lstStyle/>
        <a:p>
          <a:endParaRPr lang="en-US"/>
        </a:p>
      </dgm:t>
    </dgm:pt>
    <dgm:pt modelId="{E90C3EB1-2E63-454C-8939-58BD4241E24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Automation should help people work faster without removing human judgment where it is needed.</a:t>
          </a:r>
          <a:endParaRPr lang="en-US"/>
        </a:p>
      </dgm:t>
    </dgm:pt>
    <dgm:pt modelId="{A271B2A5-A6B1-4503-B14A-F12137128C00}" type="parTrans" cxnId="{E5DFD517-1E41-43B7-BDD7-A64B43FF7139}">
      <dgm:prSet/>
      <dgm:spPr/>
      <dgm:t>
        <a:bodyPr/>
        <a:lstStyle/>
        <a:p>
          <a:endParaRPr lang="en-US"/>
        </a:p>
      </dgm:t>
    </dgm:pt>
    <dgm:pt modelId="{D42D1042-B637-4771-A29A-07423D119B27}" type="sibTrans" cxnId="{E5DFD517-1E41-43B7-BDD7-A64B43FF7139}">
      <dgm:prSet/>
      <dgm:spPr/>
      <dgm:t>
        <a:bodyPr/>
        <a:lstStyle/>
        <a:p>
          <a:endParaRPr lang="en-US"/>
        </a:p>
      </dgm:t>
    </dgm:pt>
    <dgm:pt modelId="{B07E9063-C586-4DA4-9D22-8372FAEA5E6B}" type="pres">
      <dgm:prSet presAssocID="{6013C936-EA99-4D2C-98E8-6D616851B851}" presName="root" presStyleCnt="0">
        <dgm:presLayoutVars>
          <dgm:dir/>
          <dgm:resizeHandles val="exact"/>
        </dgm:presLayoutVars>
      </dgm:prSet>
      <dgm:spPr/>
    </dgm:pt>
    <dgm:pt modelId="{9FE790D0-FF1A-4ABA-88E5-1631315D940E}" type="pres">
      <dgm:prSet presAssocID="{6CABB89D-8891-4F0C-A7D2-E5850D3B6314}" presName="compNode" presStyleCnt="0"/>
      <dgm:spPr/>
    </dgm:pt>
    <dgm:pt modelId="{C28B2E69-7ED6-4672-9A94-F33BEF279398}" type="pres">
      <dgm:prSet presAssocID="{6CABB89D-8891-4F0C-A7D2-E5850D3B6314}" presName="bgRect" presStyleLbl="bgShp" presStyleIdx="0" presStyleCnt="7"/>
      <dgm:spPr/>
    </dgm:pt>
    <dgm:pt modelId="{F8ED4D3D-A82A-4173-8ABC-C9A87D6AC36C}" type="pres">
      <dgm:prSet presAssocID="{6CABB89D-8891-4F0C-A7D2-E5850D3B6314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139E907F-AE84-4615-B7F6-9D7FBD95F053}" type="pres">
      <dgm:prSet presAssocID="{6CABB89D-8891-4F0C-A7D2-E5850D3B6314}" presName="spaceRect" presStyleCnt="0"/>
      <dgm:spPr/>
    </dgm:pt>
    <dgm:pt modelId="{BF092D1A-B9A1-4FDA-AE9B-727A33A6202C}" type="pres">
      <dgm:prSet presAssocID="{6CABB89D-8891-4F0C-A7D2-E5850D3B6314}" presName="parTx" presStyleLbl="revTx" presStyleIdx="0" presStyleCnt="7">
        <dgm:presLayoutVars>
          <dgm:chMax val="0"/>
          <dgm:chPref val="0"/>
        </dgm:presLayoutVars>
      </dgm:prSet>
      <dgm:spPr/>
    </dgm:pt>
    <dgm:pt modelId="{05D67676-A2DA-4A9E-B244-F03106243C19}" type="pres">
      <dgm:prSet presAssocID="{F89DC618-386E-4666-B447-4C4CBDDA0289}" presName="sibTrans" presStyleCnt="0"/>
      <dgm:spPr/>
    </dgm:pt>
    <dgm:pt modelId="{B1920F2D-3F41-4A36-AF7D-03F22C86B400}" type="pres">
      <dgm:prSet presAssocID="{315EF0D6-74B4-4C22-B25B-82E1F5723BDE}" presName="compNode" presStyleCnt="0"/>
      <dgm:spPr/>
    </dgm:pt>
    <dgm:pt modelId="{1B65F444-1832-4E05-B0B2-82AE8F3F082A}" type="pres">
      <dgm:prSet presAssocID="{315EF0D6-74B4-4C22-B25B-82E1F5723BDE}" presName="bgRect" presStyleLbl="bgShp" presStyleIdx="1" presStyleCnt="7"/>
      <dgm:spPr/>
    </dgm:pt>
    <dgm:pt modelId="{88858628-915C-42C3-9E19-923B847D79E6}" type="pres">
      <dgm:prSet presAssocID="{315EF0D6-74B4-4C22-B25B-82E1F5723BDE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9C233008-03A5-4B08-8AB2-6692491E84EE}" type="pres">
      <dgm:prSet presAssocID="{315EF0D6-74B4-4C22-B25B-82E1F5723BDE}" presName="spaceRect" presStyleCnt="0"/>
      <dgm:spPr/>
    </dgm:pt>
    <dgm:pt modelId="{AD7E29A5-48F2-48DD-BB73-2F2ABA728EEE}" type="pres">
      <dgm:prSet presAssocID="{315EF0D6-74B4-4C22-B25B-82E1F5723BDE}" presName="parTx" presStyleLbl="revTx" presStyleIdx="1" presStyleCnt="7">
        <dgm:presLayoutVars>
          <dgm:chMax val="0"/>
          <dgm:chPref val="0"/>
        </dgm:presLayoutVars>
      </dgm:prSet>
      <dgm:spPr/>
    </dgm:pt>
    <dgm:pt modelId="{C5948E3E-45E0-46FC-B1C6-A8D9B3BFD158}" type="pres">
      <dgm:prSet presAssocID="{B478F731-0D3A-454A-83B6-DBD88BBB501D}" presName="sibTrans" presStyleCnt="0"/>
      <dgm:spPr/>
    </dgm:pt>
    <dgm:pt modelId="{06D03C36-606E-4CBE-B1FB-2EE52F1BD4C7}" type="pres">
      <dgm:prSet presAssocID="{D2D43A5A-F1DC-4E80-85B0-519DD764FCA3}" presName="compNode" presStyleCnt="0"/>
      <dgm:spPr/>
    </dgm:pt>
    <dgm:pt modelId="{1990B152-17DA-4203-822E-672DCC7583BD}" type="pres">
      <dgm:prSet presAssocID="{D2D43A5A-F1DC-4E80-85B0-519DD764FCA3}" presName="bgRect" presStyleLbl="bgShp" presStyleIdx="2" presStyleCnt="7"/>
      <dgm:spPr/>
    </dgm:pt>
    <dgm:pt modelId="{1B5243CF-8025-4794-BCD2-F8D302C3562F}" type="pres">
      <dgm:prSet presAssocID="{D2D43A5A-F1DC-4E80-85B0-519DD764FCA3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DF4BC80-DD60-4CF5-8119-1065A4A218DA}" type="pres">
      <dgm:prSet presAssocID="{D2D43A5A-F1DC-4E80-85B0-519DD764FCA3}" presName="spaceRect" presStyleCnt="0"/>
      <dgm:spPr/>
    </dgm:pt>
    <dgm:pt modelId="{22D84A91-3D7C-4320-B188-05CC54C686E4}" type="pres">
      <dgm:prSet presAssocID="{D2D43A5A-F1DC-4E80-85B0-519DD764FCA3}" presName="parTx" presStyleLbl="revTx" presStyleIdx="2" presStyleCnt="7">
        <dgm:presLayoutVars>
          <dgm:chMax val="0"/>
          <dgm:chPref val="0"/>
        </dgm:presLayoutVars>
      </dgm:prSet>
      <dgm:spPr/>
    </dgm:pt>
    <dgm:pt modelId="{4DAF48E2-35D0-4D03-BB06-EF0A42846B51}" type="pres">
      <dgm:prSet presAssocID="{AB287CD9-0422-44BE-B48F-F91B9C429B31}" presName="sibTrans" presStyleCnt="0"/>
      <dgm:spPr/>
    </dgm:pt>
    <dgm:pt modelId="{CEE9B306-A619-4456-9665-F0FAAA2629E3}" type="pres">
      <dgm:prSet presAssocID="{47777964-71BD-4315-8D70-1A1723424DB1}" presName="compNode" presStyleCnt="0"/>
      <dgm:spPr/>
    </dgm:pt>
    <dgm:pt modelId="{EEB16C94-A044-4AE2-AFDA-E36C7B7C9836}" type="pres">
      <dgm:prSet presAssocID="{47777964-71BD-4315-8D70-1A1723424DB1}" presName="bgRect" presStyleLbl="bgShp" presStyleIdx="3" presStyleCnt="7"/>
      <dgm:spPr/>
    </dgm:pt>
    <dgm:pt modelId="{82832E6C-39A9-42AE-BF98-F6E6AC397B2C}" type="pres">
      <dgm:prSet presAssocID="{47777964-71BD-4315-8D70-1A1723424DB1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766A92F6-7E57-422A-A86C-06FF8DCD08A6}" type="pres">
      <dgm:prSet presAssocID="{47777964-71BD-4315-8D70-1A1723424DB1}" presName="spaceRect" presStyleCnt="0"/>
      <dgm:spPr/>
    </dgm:pt>
    <dgm:pt modelId="{7AAC7294-D7F8-46BE-9F79-B23B501C0CFD}" type="pres">
      <dgm:prSet presAssocID="{47777964-71BD-4315-8D70-1A1723424DB1}" presName="parTx" presStyleLbl="revTx" presStyleIdx="3" presStyleCnt="7">
        <dgm:presLayoutVars>
          <dgm:chMax val="0"/>
          <dgm:chPref val="0"/>
        </dgm:presLayoutVars>
      </dgm:prSet>
      <dgm:spPr/>
    </dgm:pt>
    <dgm:pt modelId="{F7370A87-3F63-44D3-B218-21340F580C6F}" type="pres">
      <dgm:prSet presAssocID="{2E6748C6-F522-4D93-B94B-EF6E1D761A4B}" presName="sibTrans" presStyleCnt="0"/>
      <dgm:spPr/>
    </dgm:pt>
    <dgm:pt modelId="{25CD6887-ECBE-4F2D-84DD-C56344CA7620}" type="pres">
      <dgm:prSet presAssocID="{9AF13E8B-3F6F-4BD3-84D7-F6087307D9DF}" presName="compNode" presStyleCnt="0"/>
      <dgm:spPr/>
    </dgm:pt>
    <dgm:pt modelId="{6550C79B-DCB6-42ED-98CD-5D2E222495C2}" type="pres">
      <dgm:prSet presAssocID="{9AF13E8B-3F6F-4BD3-84D7-F6087307D9DF}" presName="bgRect" presStyleLbl="bgShp" presStyleIdx="4" presStyleCnt="7"/>
      <dgm:spPr/>
    </dgm:pt>
    <dgm:pt modelId="{06301AF9-8360-4CA9-B14F-82C52F9F86E5}" type="pres">
      <dgm:prSet presAssocID="{9AF13E8B-3F6F-4BD3-84D7-F6087307D9DF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00B3B4B-5A55-4DD1-936A-23FC52460733}" type="pres">
      <dgm:prSet presAssocID="{9AF13E8B-3F6F-4BD3-84D7-F6087307D9DF}" presName="spaceRect" presStyleCnt="0"/>
      <dgm:spPr/>
    </dgm:pt>
    <dgm:pt modelId="{BECAADC0-DA12-4847-AB07-A46F97A3C9E1}" type="pres">
      <dgm:prSet presAssocID="{9AF13E8B-3F6F-4BD3-84D7-F6087307D9DF}" presName="parTx" presStyleLbl="revTx" presStyleIdx="4" presStyleCnt="7">
        <dgm:presLayoutVars>
          <dgm:chMax val="0"/>
          <dgm:chPref val="0"/>
        </dgm:presLayoutVars>
      </dgm:prSet>
      <dgm:spPr/>
    </dgm:pt>
    <dgm:pt modelId="{BDEBB74C-04D1-41E6-9698-1BE6A41F7935}" type="pres">
      <dgm:prSet presAssocID="{AD00F7B3-F3C2-489A-88AF-B9DA0A7E03DA}" presName="sibTrans" presStyleCnt="0"/>
      <dgm:spPr/>
    </dgm:pt>
    <dgm:pt modelId="{E6C45662-AC81-46B0-82E5-759650F8984F}" type="pres">
      <dgm:prSet presAssocID="{43D30A81-6E01-458A-96FF-C3D9FA23D87B}" presName="compNode" presStyleCnt="0"/>
      <dgm:spPr/>
    </dgm:pt>
    <dgm:pt modelId="{CA87D0B7-0147-4B70-A843-424B19042E4B}" type="pres">
      <dgm:prSet presAssocID="{43D30A81-6E01-458A-96FF-C3D9FA23D87B}" presName="bgRect" presStyleLbl="bgShp" presStyleIdx="5" presStyleCnt="7"/>
      <dgm:spPr/>
    </dgm:pt>
    <dgm:pt modelId="{84C158D4-0935-49B5-A5FB-F86EC174E9A4}" type="pres">
      <dgm:prSet presAssocID="{43D30A81-6E01-458A-96FF-C3D9FA23D87B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1BBF6A8D-AEA5-4A08-BB84-0BB528FF5C9A}" type="pres">
      <dgm:prSet presAssocID="{43D30A81-6E01-458A-96FF-C3D9FA23D87B}" presName="spaceRect" presStyleCnt="0"/>
      <dgm:spPr/>
    </dgm:pt>
    <dgm:pt modelId="{827B6D69-595D-43C6-B2B5-74E58E4C9E15}" type="pres">
      <dgm:prSet presAssocID="{43D30A81-6E01-458A-96FF-C3D9FA23D87B}" presName="parTx" presStyleLbl="revTx" presStyleIdx="5" presStyleCnt="7">
        <dgm:presLayoutVars>
          <dgm:chMax val="0"/>
          <dgm:chPref val="0"/>
        </dgm:presLayoutVars>
      </dgm:prSet>
      <dgm:spPr/>
    </dgm:pt>
    <dgm:pt modelId="{860FB635-1AEE-45C0-8233-6E2156BF13B8}" type="pres">
      <dgm:prSet presAssocID="{4912BAA1-338D-4A35-A209-F0EDD747EA8C}" presName="sibTrans" presStyleCnt="0"/>
      <dgm:spPr/>
    </dgm:pt>
    <dgm:pt modelId="{5706CAB6-8BB8-4778-BD11-659FC10322AB}" type="pres">
      <dgm:prSet presAssocID="{E90C3EB1-2E63-454C-8939-58BD4241E243}" presName="compNode" presStyleCnt="0"/>
      <dgm:spPr/>
    </dgm:pt>
    <dgm:pt modelId="{CDD5FD20-5179-4535-86FD-49569B444D87}" type="pres">
      <dgm:prSet presAssocID="{E90C3EB1-2E63-454C-8939-58BD4241E243}" presName="bgRect" presStyleLbl="bgShp" presStyleIdx="6" presStyleCnt="7"/>
      <dgm:spPr/>
    </dgm:pt>
    <dgm:pt modelId="{892E09A0-B36D-4549-AEAF-00C3CA5F212D}" type="pres">
      <dgm:prSet presAssocID="{E90C3EB1-2E63-454C-8939-58BD4241E243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50F7929-6928-4B2A-8E1F-E728AF52C32D}" type="pres">
      <dgm:prSet presAssocID="{E90C3EB1-2E63-454C-8939-58BD4241E243}" presName="spaceRect" presStyleCnt="0"/>
      <dgm:spPr/>
    </dgm:pt>
    <dgm:pt modelId="{41541F0F-6379-4E84-9826-5E1C98E3ED61}" type="pres">
      <dgm:prSet presAssocID="{E90C3EB1-2E63-454C-8939-58BD4241E243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E5DFD517-1E41-43B7-BDD7-A64B43FF7139}" srcId="{6013C936-EA99-4D2C-98E8-6D616851B851}" destId="{E90C3EB1-2E63-454C-8939-58BD4241E243}" srcOrd="6" destOrd="0" parTransId="{A271B2A5-A6B1-4503-B14A-F12137128C00}" sibTransId="{D42D1042-B637-4771-A29A-07423D119B27}"/>
    <dgm:cxn modelId="{079EBA19-29A1-4959-8712-AD70B68E0CF1}" srcId="{6013C936-EA99-4D2C-98E8-6D616851B851}" destId="{315EF0D6-74B4-4C22-B25B-82E1F5723BDE}" srcOrd="1" destOrd="0" parTransId="{2459AFE1-4747-4310-8223-6D0CA5E16745}" sibTransId="{B478F731-0D3A-454A-83B6-DBD88BBB501D}"/>
    <dgm:cxn modelId="{D310562F-803C-4842-ABB1-4D8C42BCD7A5}" srcId="{6013C936-EA99-4D2C-98E8-6D616851B851}" destId="{47777964-71BD-4315-8D70-1A1723424DB1}" srcOrd="3" destOrd="0" parTransId="{89D57065-1942-4C61-8EA1-88B93D14317D}" sibTransId="{2E6748C6-F522-4D93-B94B-EF6E1D761A4B}"/>
    <dgm:cxn modelId="{9479C134-46BC-44E4-9AC7-8648032D8861}" type="presOf" srcId="{43D30A81-6E01-458A-96FF-C3D9FA23D87B}" destId="{827B6D69-595D-43C6-B2B5-74E58E4C9E15}" srcOrd="0" destOrd="0" presId="urn:microsoft.com/office/officeart/2018/2/layout/IconVerticalSolidList"/>
    <dgm:cxn modelId="{7DA26767-6739-4E69-9C73-12C570A012B7}" type="presOf" srcId="{6013C936-EA99-4D2C-98E8-6D616851B851}" destId="{B07E9063-C586-4DA4-9D22-8372FAEA5E6B}" srcOrd="0" destOrd="0" presId="urn:microsoft.com/office/officeart/2018/2/layout/IconVerticalSolidList"/>
    <dgm:cxn modelId="{F8BD0455-08FC-4D9D-89E2-AB1F7AB41C41}" srcId="{6013C936-EA99-4D2C-98E8-6D616851B851}" destId="{43D30A81-6E01-458A-96FF-C3D9FA23D87B}" srcOrd="5" destOrd="0" parTransId="{D1FA13E7-3820-49FA-AF1C-952B48A346B9}" sibTransId="{4912BAA1-338D-4A35-A209-F0EDD747EA8C}"/>
    <dgm:cxn modelId="{D1974D91-4E1B-4E59-BC6D-785FC3DC5103}" type="presOf" srcId="{6CABB89D-8891-4F0C-A7D2-E5850D3B6314}" destId="{BF092D1A-B9A1-4FDA-AE9B-727A33A6202C}" srcOrd="0" destOrd="0" presId="urn:microsoft.com/office/officeart/2018/2/layout/IconVerticalSolidList"/>
    <dgm:cxn modelId="{439AC39B-182F-42C7-B351-DB6B68C806EF}" type="presOf" srcId="{E90C3EB1-2E63-454C-8939-58BD4241E243}" destId="{41541F0F-6379-4E84-9826-5E1C98E3ED61}" srcOrd="0" destOrd="0" presId="urn:microsoft.com/office/officeart/2018/2/layout/IconVerticalSolidList"/>
    <dgm:cxn modelId="{D63512B7-1EC5-42C3-955E-0326FE3705A8}" type="presOf" srcId="{47777964-71BD-4315-8D70-1A1723424DB1}" destId="{7AAC7294-D7F8-46BE-9F79-B23B501C0CFD}" srcOrd="0" destOrd="0" presId="urn:microsoft.com/office/officeart/2018/2/layout/IconVerticalSolidList"/>
    <dgm:cxn modelId="{F02079C4-316C-43CC-94AD-5628F4DAA8F1}" srcId="{6013C936-EA99-4D2C-98E8-6D616851B851}" destId="{6CABB89D-8891-4F0C-A7D2-E5850D3B6314}" srcOrd="0" destOrd="0" parTransId="{4C7FD2F2-05EA-43EB-84C1-A244DCF6274C}" sibTransId="{F89DC618-386E-4666-B447-4C4CBDDA0289}"/>
    <dgm:cxn modelId="{38DAE7C7-7ED5-4814-A814-F156FDE8D761}" type="presOf" srcId="{9AF13E8B-3F6F-4BD3-84D7-F6087307D9DF}" destId="{BECAADC0-DA12-4847-AB07-A46F97A3C9E1}" srcOrd="0" destOrd="0" presId="urn:microsoft.com/office/officeart/2018/2/layout/IconVerticalSolidList"/>
    <dgm:cxn modelId="{EC23DBCE-E613-485A-A81E-310E165BDF50}" type="presOf" srcId="{315EF0D6-74B4-4C22-B25B-82E1F5723BDE}" destId="{AD7E29A5-48F2-48DD-BB73-2F2ABA728EEE}" srcOrd="0" destOrd="0" presId="urn:microsoft.com/office/officeart/2018/2/layout/IconVerticalSolidList"/>
    <dgm:cxn modelId="{995E3BD9-798F-4417-A1FF-9545BB291804}" type="presOf" srcId="{D2D43A5A-F1DC-4E80-85B0-519DD764FCA3}" destId="{22D84A91-3D7C-4320-B188-05CC54C686E4}" srcOrd="0" destOrd="0" presId="urn:microsoft.com/office/officeart/2018/2/layout/IconVerticalSolidList"/>
    <dgm:cxn modelId="{F10AAED9-C9D5-42E1-B6D2-9463415F78A2}" srcId="{6013C936-EA99-4D2C-98E8-6D616851B851}" destId="{9AF13E8B-3F6F-4BD3-84D7-F6087307D9DF}" srcOrd="4" destOrd="0" parTransId="{BFC9770E-A66C-470E-B47F-3C4BE7D04D9B}" sibTransId="{AD00F7B3-F3C2-489A-88AF-B9DA0A7E03DA}"/>
    <dgm:cxn modelId="{EE4504E2-815C-4201-A621-28F643539B39}" srcId="{6013C936-EA99-4D2C-98E8-6D616851B851}" destId="{D2D43A5A-F1DC-4E80-85B0-519DD764FCA3}" srcOrd="2" destOrd="0" parTransId="{30F01B89-552F-42C6-98C7-7384D5F8182B}" sibTransId="{AB287CD9-0422-44BE-B48F-F91B9C429B31}"/>
    <dgm:cxn modelId="{6F810D86-5EF9-40DA-85B9-5F1835DB9EE6}" type="presParOf" srcId="{B07E9063-C586-4DA4-9D22-8372FAEA5E6B}" destId="{9FE790D0-FF1A-4ABA-88E5-1631315D940E}" srcOrd="0" destOrd="0" presId="urn:microsoft.com/office/officeart/2018/2/layout/IconVerticalSolidList"/>
    <dgm:cxn modelId="{74E6AC59-D89F-40E8-BA1F-C55818D4612B}" type="presParOf" srcId="{9FE790D0-FF1A-4ABA-88E5-1631315D940E}" destId="{C28B2E69-7ED6-4672-9A94-F33BEF279398}" srcOrd="0" destOrd="0" presId="urn:microsoft.com/office/officeart/2018/2/layout/IconVerticalSolidList"/>
    <dgm:cxn modelId="{A99BE6F5-5970-4D8D-B376-C5EB4CDCF342}" type="presParOf" srcId="{9FE790D0-FF1A-4ABA-88E5-1631315D940E}" destId="{F8ED4D3D-A82A-4173-8ABC-C9A87D6AC36C}" srcOrd="1" destOrd="0" presId="urn:microsoft.com/office/officeart/2018/2/layout/IconVerticalSolidList"/>
    <dgm:cxn modelId="{582CBF8F-8C17-4C1D-B219-A03B97F7D06B}" type="presParOf" srcId="{9FE790D0-FF1A-4ABA-88E5-1631315D940E}" destId="{139E907F-AE84-4615-B7F6-9D7FBD95F053}" srcOrd="2" destOrd="0" presId="urn:microsoft.com/office/officeart/2018/2/layout/IconVerticalSolidList"/>
    <dgm:cxn modelId="{93BCF05C-66E2-42DB-A9B4-132DAE5D25C9}" type="presParOf" srcId="{9FE790D0-FF1A-4ABA-88E5-1631315D940E}" destId="{BF092D1A-B9A1-4FDA-AE9B-727A33A6202C}" srcOrd="3" destOrd="0" presId="urn:microsoft.com/office/officeart/2018/2/layout/IconVerticalSolidList"/>
    <dgm:cxn modelId="{FC7FB73C-023A-4284-B472-3F49A7D069FE}" type="presParOf" srcId="{B07E9063-C586-4DA4-9D22-8372FAEA5E6B}" destId="{05D67676-A2DA-4A9E-B244-F03106243C19}" srcOrd="1" destOrd="0" presId="urn:microsoft.com/office/officeart/2018/2/layout/IconVerticalSolidList"/>
    <dgm:cxn modelId="{64AD37C5-9A36-4099-A8C6-761FCDE18B1A}" type="presParOf" srcId="{B07E9063-C586-4DA4-9D22-8372FAEA5E6B}" destId="{B1920F2D-3F41-4A36-AF7D-03F22C86B400}" srcOrd="2" destOrd="0" presId="urn:microsoft.com/office/officeart/2018/2/layout/IconVerticalSolidList"/>
    <dgm:cxn modelId="{22B00ABF-E24B-4709-A447-960A7F306AD3}" type="presParOf" srcId="{B1920F2D-3F41-4A36-AF7D-03F22C86B400}" destId="{1B65F444-1832-4E05-B0B2-82AE8F3F082A}" srcOrd="0" destOrd="0" presId="urn:microsoft.com/office/officeart/2018/2/layout/IconVerticalSolidList"/>
    <dgm:cxn modelId="{885E0D91-A81C-4AAC-B3BA-B0FCA71AE4DB}" type="presParOf" srcId="{B1920F2D-3F41-4A36-AF7D-03F22C86B400}" destId="{88858628-915C-42C3-9E19-923B847D79E6}" srcOrd="1" destOrd="0" presId="urn:microsoft.com/office/officeart/2018/2/layout/IconVerticalSolidList"/>
    <dgm:cxn modelId="{B9C20FF1-166A-4B1F-A7DF-64CBCA9A8963}" type="presParOf" srcId="{B1920F2D-3F41-4A36-AF7D-03F22C86B400}" destId="{9C233008-03A5-4B08-8AB2-6692491E84EE}" srcOrd="2" destOrd="0" presId="urn:microsoft.com/office/officeart/2018/2/layout/IconVerticalSolidList"/>
    <dgm:cxn modelId="{8D124D36-CF51-4A66-9076-E038A2236C5A}" type="presParOf" srcId="{B1920F2D-3F41-4A36-AF7D-03F22C86B400}" destId="{AD7E29A5-48F2-48DD-BB73-2F2ABA728EEE}" srcOrd="3" destOrd="0" presId="urn:microsoft.com/office/officeart/2018/2/layout/IconVerticalSolidList"/>
    <dgm:cxn modelId="{0C8E7D5A-D5FA-47FE-9093-846121F914AF}" type="presParOf" srcId="{B07E9063-C586-4DA4-9D22-8372FAEA5E6B}" destId="{C5948E3E-45E0-46FC-B1C6-A8D9B3BFD158}" srcOrd="3" destOrd="0" presId="urn:microsoft.com/office/officeart/2018/2/layout/IconVerticalSolidList"/>
    <dgm:cxn modelId="{1D9E2577-D4FD-4177-82EA-153651223DAA}" type="presParOf" srcId="{B07E9063-C586-4DA4-9D22-8372FAEA5E6B}" destId="{06D03C36-606E-4CBE-B1FB-2EE52F1BD4C7}" srcOrd="4" destOrd="0" presId="urn:microsoft.com/office/officeart/2018/2/layout/IconVerticalSolidList"/>
    <dgm:cxn modelId="{CF96AE79-8343-4972-BC37-84B4152FFFEC}" type="presParOf" srcId="{06D03C36-606E-4CBE-B1FB-2EE52F1BD4C7}" destId="{1990B152-17DA-4203-822E-672DCC7583BD}" srcOrd="0" destOrd="0" presId="urn:microsoft.com/office/officeart/2018/2/layout/IconVerticalSolidList"/>
    <dgm:cxn modelId="{562905CB-0C90-4C84-8260-1E825899AF87}" type="presParOf" srcId="{06D03C36-606E-4CBE-B1FB-2EE52F1BD4C7}" destId="{1B5243CF-8025-4794-BCD2-F8D302C3562F}" srcOrd="1" destOrd="0" presId="urn:microsoft.com/office/officeart/2018/2/layout/IconVerticalSolidList"/>
    <dgm:cxn modelId="{9AB140BC-DAE0-46BD-A25C-B5A9AABAB853}" type="presParOf" srcId="{06D03C36-606E-4CBE-B1FB-2EE52F1BD4C7}" destId="{0DF4BC80-DD60-4CF5-8119-1065A4A218DA}" srcOrd="2" destOrd="0" presId="urn:microsoft.com/office/officeart/2018/2/layout/IconVerticalSolidList"/>
    <dgm:cxn modelId="{FE268754-FF66-4FBE-813A-54442C43E0C5}" type="presParOf" srcId="{06D03C36-606E-4CBE-B1FB-2EE52F1BD4C7}" destId="{22D84A91-3D7C-4320-B188-05CC54C686E4}" srcOrd="3" destOrd="0" presId="urn:microsoft.com/office/officeart/2018/2/layout/IconVerticalSolidList"/>
    <dgm:cxn modelId="{203E1C9B-D263-41C6-811B-810BEDD27AB4}" type="presParOf" srcId="{B07E9063-C586-4DA4-9D22-8372FAEA5E6B}" destId="{4DAF48E2-35D0-4D03-BB06-EF0A42846B51}" srcOrd="5" destOrd="0" presId="urn:microsoft.com/office/officeart/2018/2/layout/IconVerticalSolidList"/>
    <dgm:cxn modelId="{EC95CF9F-382F-46BA-858C-B1EC959C4B40}" type="presParOf" srcId="{B07E9063-C586-4DA4-9D22-8372FAEA5E6B}" destId="{CEE9B306-A619-4456-9665-F0FAAA2629E3}" srcOrd="6" destOrd="0" presId="urn:microsoft.com/office/officeart/2018/2/layout/IconVerticalSolidList"/>
    <dgm:cxn modelId="{29E9B5C7-3C48-40B8-B625-7288BD2F5757}" type="presParOf" srcId="{CEE9B306-A619-4456-9665-F0FAAA2629E3}" destId="{EEB16C94-A044-4AE2-AFDA-E36C7B7C9836}" srcOrd="0" destOrd="0" presId="urn:microsoft.com/office/officeart/2018/2/layout/IconVerticalSolidList"/>
    <dgm:cxn modelId="{1B355DDE-9096-4629-A0A9-1C79FD8164BD}" type="presParOf" srcId="{CEE9B306-A619-4456-9665-F0FAAA2629E3}" destId="{82832E6C-39A9-42AE-BF98-F6E6AC397B2C}" srcOrd="1" destOrd="0" presId="urn:microsoft.com/office/officeart/2018/2/layout/IconVerticalSolidList"/>
    <dgm:cxn modelId="{E3274486-364C-4BFD-B5C0-2020ADC4141C}" type="presParOf" srcId="{CEE9B306-A619-4456-9665-F0FAAA2629E3}" destId="{766A92F6-7E57-422A-A86C-06FF8DCD08A6}" srcOrd="2" destOrd="0" presId="urn:microsoft.com/office/officeart/2018/2/layout/IconVerticalSolidList"/>
    <dgm:cxn modelId="{D950E2E9-E275-46F4-A55E-11DA311FF4F7}" type="presParOf" srcId="{CEE9B306-A619-4456-9665-F0FAAA2629E3}" destId="{7AAC7294-D7F8-46BE-9F79-B23B501C0CFD}" srcOrd="3" destOrd="0" presId="urn:microsoft.com/office/officeart/2018/2/layout/IconVerticalSolidList"/>
    <dgm:cxn modelId="{091A5CCB-E3E0-47F0-94AB-E3A65EFE51D5}" type="presParOf" srcId="{B07E9063-C586-4DA4-9D22-8372FAEA5E6B}" destId="{F7370A87-3F63-44D3-B218-21340F580C6F}" srcOrd="7" destOrd="0" presId="urn:microsoft.com/office/officeart/2018/2/layout/IconVerticalSolidList"/>
    <dgm:cxn modelId="{C6D7A342-9E83-4D4B-891D-66C886F4B939}" type="presParOf" srcId="{B07E9063-C586-4DA4-9D22-8372FAEA5E6B}" destId="{25CD6887-ECBE-4F2D-84DD-C56344CA7620}" srcOrd="8" destOrd="0" presId="urn:microsoft.com/office/officeart/2018/2/layout/IconVerticalSolidList"/>
    <dgm:cxn modelId="{935F6910-204B-46C5-9395-1F0D1C87E8DC}" type="presParOf" srcId="{25CD6887-ECBE-4F2D-84DD-C56344CA7620}" destId="{6550C79B-DCB6-42ED-98CD-5D2E222495C2}" srcOrd="0" destOrd="0" presId="urn:microsoft.com/office/officeart/2018/2/layout/IconVerticalSolidList"/>
    <dgm:cxn modelId="{19981E99-B209-495D-BB60-66652E1EF8F3}" type="presParOf" srcId="{25CD6887-ECBE-4F2D-84DD-C56344CA7620}" destId="{06301AF9-8360-4CA9-B14F-82C52F9F86E5}" srcOrd="1" destOrd="0" presId="urn:microsoft.com/office/officeart/2018/2/layout/IconVerticalSolidList"/>
    <dgm:cxn modelId="{DB3155B5-8379-408F-8DD6-BABC587AFC3E}" type="presParOf" srcId="{25CD6887-ECBE-4F2D-84DD-C56344CA7620}" destId="{000B3B4B-5A55-4DD1-936A-23FC52460733}" srcOrd="2" destOrd="0" presId="urn:microsoft.com/office/officeart/2018/2/layout/IconVerticalSolidList"/>
    <dgm:cxn modelId="{A32266DD-0B4C-4394-838C-7E6CC1F10839}" type="presParOf" srcId="{25CD6887-ECBE-4F2D-84DD-C56344CA7620}" destId="{BECAADC0-DA12-4847-AB07-A46F97A3C9E1}" srcOrd="3" destOrd="0" presId="urn:microsoft.com/office/officeart/2018/2/layout/IconVerticalSolidList"/>
    <dgm:cxn modelId="{B8DCD5AE-0D57-4B4B-9221-6CECD12035FE}" type="presParOf" srcId="{B07E9063-C586-4DA4-9D22-8372FAEA5E6B}" destId="{BDEBB74C-04D1-41E6-9698-1BE6A41F7935}" srcOrd="9" destOrd="0" presId="urn:microsoft.com/office/officeart/2018/2/layout/IconVerticalSolidList"/>
    <dgm:cxn modelId="{7FFD160A-83AF-4C45-AE41-B31DF56BA8EB}" type="presParOf" srcId="{B07E9063-C586-4DA4-9D22-8372FAEA5E6B}" destId="{E6C45662-AC81-46B0-82E5-759650F8984F}" srcOrd="10" destOrd="0" presId="urn:microsoft.com/office/officeart/2018/2/layout/IconVerticalSolidList"/>
    <dgm:cxn modelId="{903385B7-0E5E-4452-AA2D-824070C26CCB}" type="presParOf" srcId="{E6C45662-AC81-46B0-82E5-759650F8984F}" destId="{CA87D0B7-0147-4B70-A843-424B19042E4B}" srcOrd="0" destOrd="0" presId="urn:microsoft.com/office/officeart/2018/2/layout/IconVerticalSolidList"/>
    <dgm:cxn modelId="{65A84D02-F800-4445-B430-1164954F743E}" type="presParOf" srcId="{E6C45662-AC81-46B0-82E5-759650F8984F}" destId="{84C158D4-0935-49B5-A5FB-F86EC174E9A4}" srcOrd="1" destOrd="0" presId="urn:microsoft.com/office/officeart/2018/2/layout/IconVerticalSolidList"/>
    <dgm:cxn modelId="{B7F24161-EEF7-4AC7-A9F9-311F9EC75564}" type="presParOf" srcId="{E6C45662-AC81-46B0-82E5-759650F8984F}" destId="{1BBF6A8D-AEA5-4A08-BB84-0BB528FF5C9A}" srcOrd="2" destOrd="0" presId="urn:microsoft.com/office/officeart/2018/2/layout/IconVerticalSolidList"/>
    <dgm:cxn modelId="{218B84B4-0B64-4A4F-ACDF-F95BEEFD7E24}" type="presParOf" srcId="{E6C45662-AC81-46B0-82E5-759650F8984F}" destId="{827B6D69-595D-43C6-B2B5-74E58E4C9E15}" srcOrd="3" destOrd="0" presId="urn:microsoft.com/office/officeart/2018/2/layout/IconVerticalSolidList"/>
    <dgm:cxn modelId="{336E0818-F4A6-4A21-A04A-6FA3F4C0998B}" type="presParOf" srcId="{B07E9063-C586-4DA4-9D22-8372FAEA5E6B}" destId="{860FB635-1AEE-45C0-8233-6E2156BF13B8}" srcOrd="11" destOrd="0" presId="urn:microsoft.com/office/officeart/2018/2/layout/IconVerticalSolidList"/>
    <dgm:cxn modelId="{50EFD5AF-5D09-4880-A786-480CEAD5E2DE}" type="presParOf" srcId="{B07E9063-C586-4DA4-9D22-8372FAEA5E6B}" destId="{5706CAB6-8BB8-4778-BD11-659FC10322AB}" srcOrd="12" destOrd="0" presId="urn:microsoft.com/office/officeart/2018/2/layout/IconVerticalSolidList"/>
    <dgm:cxn modelId="{A17E3251-A244-4FDD-8DF4-E9FB6C13A2EF}" type="presParOf" srcId="{5706CAB6-8BB8-4778-BD11-659FC10322AB}" destId="{CDD5FD20-5179-4535-86FD-49569B444D87}" srcOrd="0" destOrd="0" presId="urn:microsoft.com/office/officeart/2018/2/layout/IconVerticalSolidList"/>
    <dgm:cxn modelId="{B8CDE30A-71F4-4028-A4B9-3EEC399FF039}" type="presParOf" srcId="{5706CAB6-8BB8-4778-BD11-659FC10322AB}" destId="{892E09A0-B36D-4549-AEAF-00C3CA5F212D}" srcOrd="1" destOrd="0" presId="urn:microsoft.com/office/officeart/2018/2/layout/IconVerticalSolidList"/>
    <dgm:cxn modelId="{2082B988-51CB-433E-B295-4A0D6E92774E}" type="presParOf" srcId="{5706CAB6-8BB8-4778-BD11-659FC10322AB}" destId="{C50F7929-6928-4B2A-8E1F-E728AF52C32D}" srcOrd="2" destOrd="0" presId="urn:microsoft.com/office/officeart/2018/2/layout/IconVerticalSolidList"/>
    <dgm:cxn modelId="{1CE74373-1E1F-4560-8D61-6975CA125975}" type="presParOf" srcId="{5706CAB6-8BB8-4778-BD11-659FC10322AB}" destId="{41541F0F-6379-4E84-9826-5E1C98E3ED6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E19D1D0-2266-4196-8F1A-2E41A810C00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2D94449-4A20-46EB-B443-1190EA0E5970}">
      <dgm:prSet/>
      <dgm:spPr/>
      <dgm:t>
        <a:bodyPr/>
        <a:lstStyle/>
        <a:p>
          <a:r>
            <a:rPr lang="en-IN"/>
            <a:t>Imagine an insurance-support AI system.</a:t>
          </a:r>
          <a:endParaRPr lang="en-US"/>
        </a:p>
      </dgm:t>
    </dgm:pt>
    <dgm:pt modelId="{04AA5D7A-F258-49BE-B4EA-901080F784EB}" type="parTrans" cxnId="{A33A54E5-19AF-4C71-B100-25B5E9A3A1FE}">
      <dgm:prSet/>
      <dgm:spPr/>
      <dgm:t>
        <a:bodyPr/>
        <a:lstStyle/>
        <a:p>
          <a:endParaRPr lang="en-US"/>
        </a:p>
      </dgm:t>
    </dgm:pt>
    <dgm:pt modelId="{E92C6843-BA12-41C4-81F9-2D47192910DA}" type="sibTrans" cxnId="{A33A54E5-19AF-4C71-B100-25B5E9A3A1FE}">
      <dgm:prSet/>
      <dgm:spPr/>
      <dgm:t>
        <a:bodyPr/>
        <a:lstStyle/>
        <a:p>
          <a:endParaRPr lang="en-US"/>
        </a:p>
      </dgm:t>
    </dgm:pt>
    <dgm:pt modelId="{F472EDE5-7C0E-4B6C-BC7A-7126CD305C0F}">
      <dgm:prSet/>
      <dgm:spPr/>
      <dgm:t>
        <a:bodyPr/>
        <a:lstStyle/>
        <a:p>
          <a:r>
            <a:rPr lang="en-IN"/>
            <a:t>The agent receives a claim and checks the available information.</a:t>
          </a:r>
          <a:endParaRPr lang="en-US"/>
        </a:p>
      </dgm:t>
    </dgm:pt>
    <dgm:pt modelId="{76887F6D-D1AB-4A83-A136-15593B32D2FA}" type="parTrans" cxnId="{8045EA5B-28B2-4C26-898C-441837817723}">
      <dgm:prSet/>
      <dgm:spPr/>
      <dgm:t>
        <a:bodyPr/>
        <a:lstStyle/>
        <a:p>
          <a:endParaRPr lang="en-US"/>
        </a:p>
      </dgm:t>
    </dgm:pt>
    <dgm:pt modelId="{11E63CE5-02FC-4F34-ADBA-EA2B9B16E9F5}" type="sibTrans" cxnId="{8045EA5B-28B2-4C26-898C-441837817723}">
      <dgm:prSet/>
      <dgm:spPr/>
      <dgm:t>
        <a:bodyPr/>
        <a:lstStyle/>
        <a:p>
          <a:endParaRPr lang="en-US"/>
        </a:p>
      </dgm:t>
    </dgm:pt>
    <dgm:pt modelId="{A0623311-6265-4815-A532-8D3711487F64}">
      <dgm:prSet/>
      <dgm:spPr/>
      <dgm:t>
        <a:bodyPr/>
        <a:lstStyle/>
        <a:p>
          <a:r>
            <a:rPr lang="en-IN" b="1"/>
            <a:t>Normal Case:</a:t>
          </a:r>
          <a:endParaRPr lang="en-US"/>
        </a:p>
      </dgm:t>
    </dgm:pt>
    <dgm:pt modelId="{126215FE-F85E-46CD-9947-E37CBAD9F158}" type="parTrans" cxnId="{C8E43BFA-11C4-4FFC-8179-2193C12AB86B}">
      <dgm:prSet/>
      <dgm:spPr/>
      <dgm:t>
        <a:bodyPr/>
        <a:lstStyle/>
        <a:p>
          <a:endParaRPr lang="en-US"/>
        </a:p>
      </dgm:t>
    </dgm:pt>
    <dgm:pt modelId="{806E07CD-B32E-48EB-8F49-0AB5181B5874}" type="sibTrans" cxnId="{C8E43BFA-11C4-4FFC-8179-2193C12AB86B}">
      <dgm:prSet/>
      <dgm:spPr/>
      <dgm:t>
        <a:bodyPr/>
        <a:lstStyle/>
        <a:p>
          <a:endParaRPr lang="en-US"/>
        </a:p>
      </dgm:t>
    </dgm:pt>
    <dgm:pt modelId="{7342B80F-FADC-499D-810E-86DECC3AC794}">
      <dgm:prSet/>
      <dgm:spPr/>
      <dgm:t>
        <a:bodyPr/>
        <a:lstStyle/>
        <a:p>
          <a:r>
            <a:rPr lang="en-IN"/>
            <a:t>Agent reviews the information.</a:t>
          </a:r>
          <a:endParaRPr lang="en-US"/>
        </a:p>
      </dgm:t>
    </dgm:pt>
    <dgm:pt modelId="{54674B2B-CB29-44CD-B518-38A1A128A25A}" type="parTrans" cxnId="{474F5415-3BC2-4E2C-A6FD-3BBDEC47BCAB}">
      <dgm:prSet/>
      <dgm:spPr/>
      <dgm:t>
        <a:bodyPr/>
        <a:lstStyle/>
        <a:p>
          <a:endParaRPr lang="en-US"/>
        </a:p>
      </dgm:t>
    </dgm:pt>
    <dgm:pt modelId="{0BE55E23-1691-4FD7-A699-9A967B2BFCD4}" type="sibTrans" cxnId="{474F5415-3BC2-4E2C-A6FD-3BBDEC47BCAB}">
      <dgm:prSet/>
      <dgm:spPr/>
      <dgm:t>
        <a:bodyPr/>
        <a:lstStyle/>
        <a:p>
          <a:endParaRPr lang="en-US"/>
        </a:p>
      </dgm:t>
    </dgm:pt>
    <dgm:pt modelId="{01759DA5-2D01-484E-ACFB-8A0BB2DDFE47}">
      <dgm:prSet/>
      <dgm:spPr/>
      <dgm:t>
        <a:bodyPr/>
        <a:lstStyle/>
        <a:p>
          <a:r>
            <a:rPr lang="en-IN"/>
            <a:t>Confidence is high.</a:t>
          </a:r>
          <a:endParaRPr lang="en-US"/>
        </a:p>
      </dgm:t>
    </dgm:pt>
    <dgm:pt modelId="{FEAC7280-B9A4-45A4-8057-DD6004144C3A}" type="parTrans" cxnId="{D092D263-F4AC-40FD-9B80-0225AAF06AB5}">
      <dgm:prSet/>
      <dgm:spPr/>
      <dgm:t>
        <a:bodyPr/>
        <a:lstStyle/>
        <a:p>
          <a:endParaRPr lang="en-US"/>
        </a:p>
      </dgm:t>
    </dgm:pt>
    <dgm:pt modelId="{B3BF6CA3-5360-4DE8-8CB3-831E390975C0}" type="sibTrans" cxnId="{D092D263-F4AC-40FD-9B80-0225AAF06AB5}">
      <dgm:prSet/>
      <dgm:spPr/>
      <dgm:t>
        <a:bodyPr/>
        <a:lstStyle/>
        <a:p>
          <a:endParaRPr lang="en-US"/>
        </a:p>
      </dgm:t>
    </dgm:pt>
    <dgm:pt modelId="{E000039B-E6BE-4F74-878F-93EADF59EE21}">
      <dgm:prSet/>
      <dgm:spPr/>
      <dgm:t>
        <a:bodyPr/>
        <a:lstStyle/>
        <a:p>
          <a:r>
            <a:rPr lang="en-IN"/>
            <a:t>Agent prepares a recommended response.</a:t>
          </a:r>
          <a:endParaRPr lang="en-US"/>
        </a:p>
      </dgm:t>
    </dgm:pt>
    <dgm:pt modelId="{817861AA-EB83-48DC-B92F-63DD3BE6D938}" type="parTrans" cxnId="{5059E662-CA87-49A2-9D98-D3A9F7F56579}">
      <dgm:prSet/>
      <dgm:spPr/>
      <dgm:t>
        <a:bodyPr/>
        <a:lstStyle/>
        <a:p>
          <a:endParaRPr lang="en-US"/>
        </a:p>
      </dgm:t>
    </dgm:pt>
    <dgm:pt modelId="{CDA2C059-A422-4252-81F4-5DA10F3255C1}" type="sibTrans" cxnId="{5059E662-CA87-49A2-9D98-D3A9F7F56579}">
      <dgm:prSet/>
      <dgm:spPr/>
      <dgm:t>
        <a:bodyPr/>
        <a:lstStyle/>
        <a:p>
          <a:endParaRPr lang="en-US"/>
        </a:p>
      </dgm:t>
    </dgm:pt>
    <dgm:pt modelId="{15280F28-6A21-4E75-9B16-A68CBF4D602B}">
      <dgm:prSet/>
      <dgm:spPr/>
      <dgm:t>
        <a:bodyPr/>
        <a:lstStyle/>
        <a:p>
          <a:r>
            <a:rPr lang="en-IN"/>
            <a:t>Standard workflow continues.</a:t>
          </a:r>
          <a:endParaRPr lang="en-US"/>
        </a:p>
      </dgm:t>
    </dgm:pt>
    <dgm:pt modelId="{39BE82A9-B710-4316-84CE-3B6990A7283D}" type="parTrans" cxnId="{D442B156-76EB-4F2F-BA19-135053D10B6F}">
      <dgm:prSet/>
      <dgm:spPr/>
      <dgm:t>
        <a:bodyPr/>
        <a:lstStyle/>
        <a:p>
          <a:endParaRPr lang="en-US"/>
        </a:p>
      </dgm:t>
    </dgm:pt>
    <dgm:pt modelId="{97067E4B-BAB0-4EF3-B3CA-55571600727E}" type="sibTrans" cxnId="{D442B156-76EB-4F2F-BA19-135053D10B6F}">
      <dgm:prSet/>
      <dgm:spPr/>
      <dgm:t>
        <a:bodyPr/>
        <a:lstStyle/>
        <a:p>
          <a:endParaRPr lang="en-US"/>
        </a:p>
      </dgm:t>
    </dgm:pt>
    <dgm:pt modelId="{E314CF3C-C796-48FF-A9BF-7BE57F080CFD}">
      <dgm:prSet/>
      <dgm:spPr/>
      <dgm:t>
        <a:bodyPr/>
        <a:lstStyle/>
        <a:p>
          <a:r>
            <a:rPr lang="en-IN" b="1"/>
            <a:t>Uncertain or High-Risk Case:</a:t>
          </a:r>
          <a:endParaRPr lang="en-US"/>
        </a:p>
      </dgm:t>
    </dgm:pt>
    <dgm:pt modelId="{286B1019-2DCD-4906-88EF-2DD3C1AF753F}" type="parTrans" cxnId="{7B8B20A5-A479-440F-B13D-090AEC2F72EC}">
      <dgm:prSet/>
      <dgm:spPr/>
      <dgm:t>
        <a:bodyPr/>
        <a:lstStyle/>
        <a:p>
          <a:endParaRPr lang="en-US"/>
        </a:p>
      </dgm:t>
    </dgm:pt>
    <dgm:pt modelId="{B5D428E8-64D3-47E9-9794-0E70BB04A54C}" type="sibTrans" cxnId="{7B8B20A5-A479-440F-B13D-090AEC2F72EC}">
      <dgm:prSet/>
      <dgm:spPr/>
      <dgm:t>
        <a:bodyPr/>
        <a:lstStyle/>
        <a:p>
          <a:endParaRPr lang="en-US"/>
        </a:p>
      </dgm:t>
    </dgm:pt>
    <dgm:pt modelId="{156AF1FD-8349-4CDC-A6B8-E673F57E392B}">
      <dgm:prSet/>
      <dgm:spPr/>
      <dgm:t>
        <a:bodyPr/>
        <a:lstStyle/>
        <a:p>
          <a:r>
            <a:rPr lang="en-IN"/>
            <a:t>Information is incomplete or unusual.</a:t>
          </a:r>
          <a:endParaRPr lang="en-US"/>
        </a:p>
      </dgm:t>
    </dgm:pt>
    <dgm:pt modelId="{C72AC4AD-983B-48B5-9765-BC2DADDFF6FB}" type="parTrans" cxnId="{490F0FC4-BB4D-48D9-9119-A5541B36B4E1}">
      <dgm:prSet/>
      <dgm:spPr/>
      <dgm:t>
        <a:bodyPr/>
        <a:lstStyle/>
        <a:p>
          <a:endParaRPr lang="en-US"/>
        </a:p>
      </dgm:t>
    </dgm:pt>
    <dgm:pt modelId="{9BA2D36B-85AD-4D0C-BF4F-CA48CEB19729}" type="sibTrans" cxnId="{490F0FC4-BB4D-48D9-9119-A5541B36B4E1}">
      <dgm:prSet/>
      <dgm:spPr/>
      <dgm:t>
        <a:bodyPr/>
        <a:lstStyle/>
        <a:p>
          <a:endParaRPr lang="en-US"/>
        </a:p>
      </dgm:t>
    </dgm:pt>
    <dgm:pt modelId="{572A9CEC-39B4-4F2C-9844-C5858125C669}">
      <dgm:prSet/>
      <dgm:spPr/>
      <dgm:t>
        <a:bodyPr/>
        <a:lstStyle/>
        <a:p>
          <a:r>
            <a:rPr lang="en-IN"/>
            <a:t>Confidence is low or the risk is high.</a:t>
          </a:r>
          <a:endParaRPr lang="en-US"/>
        </a:p>
      </dgm:t>
    </dgm:pt>
    <dgm:pt modelId="{78CED1DA-4863-4595-A72F-F034D07CDD51}" type="parTrans" cxnId="{23B8DCBE-7480-47C5-82E7-C396A708BD55}">
      <dgm:prSet/>
      <dgm:spPr/>
      <dgm:t>
        <a:bodyPr/>
        <a:lstStyle/>
        <a:p>
          <a:endParaRPr lang="en-US"/>
        </a:p>
      </dgm:t>
    </dgm:pt>
    <dgm:pt modelId="{F68A4FD7-F519-4BDC-9675-01527B03CF80}" type="sibTrans" cxnId="{23B8DCBE-7480-47C5-82E7-C396A708BD55}">
      <dgm:prSet/>
      <dgm:spPr/>
      <dgm:t>
        <a:bodyPr/>
        <a:lstStyle/>
        <a:p>
          <a:endParaRPr lang="en-US"/>
        </a:p>
      </dgm:t>
    </dgm:pt>
    <dgm:pt modelId="{AB035B6F-570E-47D6-A7F0-D193F2B82328}">
      <dgm:prSet/>
      <dgm:spPr/>
      <dgm:t>
        <a:bodyPr/>
        <a:lstStyle/>
        <a:p>
          <a:r>
            <a:rPr lang="en-IN"/>
            <a:t>The case is sent to a human specialist.</a:t>
          </a:r>
          <a:endParaRPr lang="en-US"/>
        </a:p>
      </dgm:t>
    </dgm:pt>
    <dgm:pt modelId="{A18AED24-923F-42A3-85F8-5A128FFB95FB}" type="parTrans" cxnId="{4DEE3318-7521-45D8-8D9E-61160C002F3D}">
      <dgm:prSet/>
      <dgm:spPr/>
      <dgm:t>
        <a:bodyPr/>
        <a:lstStyle/>
        <a:p>
          <a:endParaRPr lang="en-US"/>
        </a:p>
      </dgm:t>
    </dgm:pt>
    <dgm:pt modelId="{93187912-FEAA-4358-9A46-FC4EBE6240EF}" type="sibTrans" cxnId="{4DEE3318-7521-45D8-8D9E-61160C002F3D}">
      <dgm:prSet/>
      <dgm:spPr/>
      <dgm:t>
        <a:bodyPr/>
        <a:lstStyle/>
        <a:p>
          <a:endParaRPr lang="en-US"/>
        </a:p>
      </dgm:t>
    </dgm:pt>
    <dgm:pt modelId="{DF8001F5-0692-4E74-A67A-C144FDFDF4AA}">
      <dgm:prSet/>
      <dgm:spPr/>
      <dgm:t>
        <a:bodyPr/>
        <a:lstStyle/>
        <a:p>
          <a:r>
            <a:rPr lang="en-IN"/>
            <a:t>The specialist reviews the recommendation and makes the final decision.</a:t>
          </a:r>
          <a:endParaRPr lang="en-US"/>
        </a:p>
      </dgm:t>
    </dgm:pt>
    <dgm:pt modelId="{2B83645C-4A5D-4205-8DF4-E2C9A7861E5A}" type="parTrans" cxnId="{8D25C9C4-9570-4BA5-A93D-76249D59314B}">
      <dgm:prSet/>
      <dgm:spPr/>
      <dgm:t>
        <a:bodyPr/>
        <a:lstStyle/>
        <a:p>
          <a:endParaRPr lang="en-US"/>
        </a:p>
      </dgm:t>
    </dgm:pt>
    <dgm:pt modelId="{268F9DD3-CACC-4CC6-BC68-64B9CA493C22}" type="sibTrans" cxnId="{8D25C9C4-9570-4BA5-A93D-76249D59314B}">
      <dgm:prSet/>
      <dgm:spPr/>
      <dgm:t>
        <a:bodyPr/>
        <a:lstStyle/>
        <a:p>
          <a:endParaRPr lang="en-US"/>
        </a:p>
      </dgm:t>
    </dgm:pt>
    <dgm:pt modelId="{6D23E761-A473-4B54-9149-7070C4E393DE}">
      <dgm:prSet/>
      <dgm:spPr/>
      <dgm:t>
        <a:bodyPr/>
        <a:lstStyle/>
        <a:p>
          <a:r>
            <a:rPr lang="en-IN"/>
            <a:t>Human feedback can also be collected after AI responses and stored for later analysis.</a:t>
          </a:r>
          <a:endParaRPr lang="en-US"/>
        </a:p>
      </dgm:t>
    </dgm:pt>
    <dgm:pt modelId="{2E0634A8-9A8A-4DCA-9575-BBF709652D4C}" type="parTrans" cxnId="{FCBD0873-5B33-4488-B136-4ABAA66837D7}">
      <dgm:prSet/>
      <dgm:spPr/>
      <dgm:t>
        <a:bodyPr/>
        <a:lstStyle/>
        <a:p>
          <a:endParaRPr lang="en-US"/>
        </a:p>
      </dgm:t>
    </dgm:pt>
    <dgm:pt modelId="{DFE44BCF-37E7-45D2-A64D-E3BB007D82EF}" type="sibTrans" cxnId="{FCBD0873-5B33-4488-B136-4ABAA66837D7}">
      <dgm:prSet/>
      <dgm:spPr/>
      <dgm:t>
        <a:bodyPr/>
        <a:lstStyle/>
        <a:p>
          <a:endParaRPr lang="en-US"/>
        </a:p>
      </dgm:t>
    </dgm:pt>
    <dgm:pt modelId="{DD3F35C0-F659-4AF4-9750-F7BE6388D089}">
      <dgm:prSet/>
      <dgm:spPr/>
      <dgm:t>
        <a:bodyPr/>
        <a:lstStyle/>
        <a:p>
          <a:r>
            <a:rPr lang="en-IN"/>
            <a:t>That feedback can help identify which model, prompt, or agent configuration performs better over time.</a:t>
          </a:r>
          <a:endParaRPr lang="en-US"/>
        </a:p>
      </dgm:t>
    </dgm:pt>
    <dgm:pt modelId="{BBB0F553-EC5F-4E50-BB33-FF39DD08F4C3}" type="parTrans" cxnId="{A6C57E81-B7E2-4D51-B85D-F7E1D80E5125}">
      <dgm:prSet/>
      <dgm:spPr/>
      <dgm:t>
        <a:bodyPr/>
        <a:lstStyle/>
        <a:p>
          <a:endParaRPr lang="en-US"/>
        </a:p>
      </dgm:t>
    </dgm:pt>
    <dgm:pt modelId="{2F4AE3F5-2A8C-4943-83BC-9F621624F215}" type="sibTrans" cxnId="{A6C57E81-B7E2-4D51-B85D-F7E1D80E5125}">
      <dgm:prSet/>
      <dgm:spPr/>
      <dgm:t>
        <a:bodyPr/>
        <a:lstStyle/>
        <a:p>
          <a:endParaRPr lang="en-US"/>
        </a:p>
      </dgm:t>
    </dgm:pt>
    <dgm:pt modelId="{4D2721CB-2D59-45A4-A573-C45786EA3BB4}">
      <dgm:prSet/>
      <dgm:spPr/>
      <dgm:t>
        <a:bodyPr/>
        <a:lstStyle/>
        <a:p>
          <a:r>
            <a:rPr lang="en-IN" b="1"/>
            <a:t>Simple Flow:</a:t>
          </a:r>
          <a:endParaRPr lang="en-US"/>
        </a:p>
      </dgm:t>
    </dgm:pt>
    <dgm:pt modelId="{41299D6C-66AF-448F-96CB-39467F069273}" type="parTrans" cxnId="{7EE4430D-033C-41F0-9C19-042859C9B0DA}">
      <dgm:prSet/>
      <dgm:spPr/>
      <dgm:t>
        <a:bodyPr/>
        <a:lstStyle/>
        <a:p>
          <a:endParaRPr lang="en-US"/>
        </a:p>
      </dgm:t>
    </dgm:pt>
    <dgm:pt modelId="{912EA5A9-589F-4248-A87F-E09C61533896}" type="sibTrans" cxnId="{7EE4430D-033C-41F0-9C19-042859C9B0DA}">
      <dgm:prSet/>
      <dgm:spPr/>
      <dgm:t>
        <a:bodyPr/>
        <a:lstStyle/>
        <a:p>
          <a:endParaRPr lang="en-US"/>
        </a:p>
      </dgm:t>
    </dgm:pt>
    <dgm:pt modelId="{52259350-9726-4C00-BE68-9A0962B1C567}">
      <dgm:prSet/>
      <dgm:spPr/>
      <dgm:t>
        <a:bodyPr/>
        <a:lstStyle/>
        <a:p>
          <a:r>
            <a:rPr lang="en-IN" b="1"/>
            <a:t>AI Agent → Confidence / Risk Check → Automatic Path OR Human Review</a:t>
          </a:r>
          <a:endParaRPr lang="en-US"/>
        </a:p>
      </dgm:t>
    </dgm:pt>
    <dgm:pt modelId="{088E4FBF-0DA0-4731-9F77-761EEC30987F}" type="parTrans" cxnId="{6A690D19-B98C-4B10-AC84-A2D825E190F7}">
      <dgm:prSet/>
      <dgm:spPr/>
      <dgm:t>
        <a:bodyPr/>
        <a:lstStyle/>
        <a:p>
          <a:endParaRPr lang="en-US"/>
        </a:p>
      </dgm:t>
    </dgm:pt>
    <dgm:pt modelId="{C980349F-6861-48B0-AA02-9DFB14401FA1}" type="sibTrans" cxnId="{6A690D19-B98C-4B10-AC84-A2D825E190F7}">
      <dgm:prSet/>
      <dgm:spPr/>
      <dgm:t>
        <a:bodyPr/>
        <a:lstStyle/>
        <a:p>
          <a:endParaRPr lang="en-US"/>
        </a:p>
      </dgm:t>
    </dgm:pt>
    <dgm:pt modelId="{C355D0BD-1A49-41A5-B860-D837EDE8EFD6}" type="pres">
      <dgm:prSet presAssocID="{AE19D1D0-2266-4196-8F1A-2E41A810C005}" presName="vert0" presStyleCnt="0">
        <dgm:presLayoutVars>
          <dgm:dir/>
          <dgm:animOne val="branch"/>
          <dgm:animLvl val="lvl"/>
        </dgm:presLayoutVars>
      </dgm:prSet>
      <dgm:spPr/>
    </dgm:pt>
    <dgm:pt modelId="{0CA9B39F-54A2-4C74-BD59-9A884B8769CB}" type="pres">
      <dgm:prSet presAssocID="{72D94449-4A20-46EB-B443-1190EA0E5970}" presName="thickLine" presStyleLbl="alignNode1" presStyleIdx="0" presStyleCnt="16"/>
      <dgm:spPr/>
    </dgm:pt>
    <dgm:pt modelId="{8A78C638-A044-48AA-BE67-9C4520CC0E54}" type="pres">
      <dgm:prSet presAssocID="{72D94449-4A20-46EB-B443-1190EA0E5970}" presName="horz1" presStyleCnt="0"/>
      <dgm:spPr/>
    </dgm:pt>
    <dgm:pt modelId="{8F83D647-13A3-450F-B02A-A0CFE1E8C25D}" type="pres">
      <dgm:prSet presAssocID="{72D94449-4A20-46EB-B443-1190EA0E5970}" presName="tx1" presStyleLbl="revTx" presStyleIdx="0" presStyleCnt="16"/>
      <dgm:spPr/>
    </dgm:pt>
    <dgm:pt modelId="{592550CB-0EBF-485C-8528-0581CA562FEE}" type="pres">
      <dgm:prSet presAssocID="{72D94449-4A20-46EB-B443-1190EA0E5970}" presName="vert1" presStyleCnt="0"/>
      <dgm:spPr/>
    </dgm:pt>
    <dgm:pt modelId="{879CD6CE-D5FD-4688-9518-086C46BC1487}" type="pres">
      <dgm:prSet presAssocID="{F472EDE5-7C0E-4B6C-BC7A-7126CD305C0F}" presName="thickLine" presStyleLbl="alignNode1" presStyleIdx="1" presStyleCnt="16"/>
      <dgm:spPr/>
    </dgm:pt>
    <dgm:pt modelId="{88B93A35-6773-4013-BB8C-CB3F209F161C}" type="pres">
      <dgm:prSet presAssocID="{F472EDE5-7C0E-4B6C-BC7A-7126CD305C0F}" presName="horz1" presStyleCnt="0"/>
      <dgm:spPr/>
    </dgm:pt>
    <dgm:pt modelId="{D740DF07-9F04-4691-B993-C0FA18F7A7FC}" type="pres">
      <dgm:prSet presAssocID="{F472EDE5-7C0E-4B6C-BC7A-7126CD305C0F}" presName="tx1" presStyleLbl="revTx" presStyleIdx="1" presStyleCnt="16"/>
      <dgm:spPr/>
    </dgm:pt>
    <dgm:pt modelId="{4F36C71F-F897-43A8-BBF2-C13D02B9820A}" type="pres">
      <dgm:prSet presAssocID="{F472EDE5-7C0E-4B6C-BC7A-7126CD305C0F}" presName="vert1" presStyleCnt="0"/>
      <dgm:spPr/>
    </dgm:pt>
    <dgm:pt modelId="{1E784DC2-513B-497A-B902-6F787914DE84}" type="pres">
      <dgm:prSet presAssocID="{A0623311-6265-4815-A532-8D3711487F64}" presName="thickLine" presStyleLbl="alignNode1" presStyleIdx="2" presStyleCnt="16"/>
      <dgm:spPr/>
    </dgm:pt>
    <dgm:pt modelId="{E42990D6-F6E8-4E97-ABCB-625D6973D5AC}" type="pres">
      <dgm:prSet presAssocID="{A0623311-6265-4815-A532-8D3711487F64}" presName="horz1" presStyleCnt="0"/>
      <dgm:spPr/>
    </dgm:pt>
    <dgm:pt modelId="{53CEE6C8-AF53-4990-B02E-0335EE95B180}" type="pres">
      <dgm:prSet presAssocID="{A0623311-6265-4815-A532-8D3711487F64}" presName="tx1" presStyleLbl="revTx" presStyleIdx="2" presStyleCnt="16"/>
      <dgm:spPr/>
    </dgm:pt>
    <dgm:pt modelId="{A048DE28-728A-4D53-B6C4-64F1258A2F53}" type="pres">
      <dgm:prSet presAssocID="{A0623311-6265-4815-A532-8D3711487F64}" presName="vert1" presStyleCnt="0"/>
      <dgm:spPr/>
    </dgm:pt>
    <dgm:pt modelId="{F6A6FE44-DD11-412B-A544-940A628C9DEE}" type="pres">
      <dgm:prSet presAssocID="{7342B80F-FADC-499D-810E-86DECC3AC794}" presName="thickLine" presStyleLbl="alignNode1" presStyleIdx="3" presStyleCnt="16"/>
      <dgm:spPr/>
    </dgm:pt>
    <dgm:pt modelId="{C7930A57-661B-492F-881D-166128817D7C}" type="pres">
      <dgm:prSet presAssocID="{7342B80F-FADC-499D-810E-86DECC3AC794}" presName="horz1" presStyleCnt="0"/>
      <dgm:spPr/>
    </dgm:pt>
    <dgm:pt modelId="{B31CAFBB-BA5D-4B36-B188-4BABE37649F3}" type="pres">
      <dgm:prSet presAssocID="{7342B80F-FADC-499D-810E-86DECC3AC794}" presName="tx1" presStyleLbl="revTx" presStyleIdx="3" presStyleCnt="16"/>
      <dgm:spPr/>
    </dgm:pt>
    <dgm:pt modelId="{4C5DEFFD-5C62-4B66-BBFC-BEC8FF2B1800}" type="pres">
      <dgm:prSet presAssocID="{7342B80F-FADC-499D-810E-86DECC3AC794}" presName="vert1" presStyleCnt="0"/>
      <dgm:spPr/>
    </dgm:pt>
    <dgm:pt modelId="{223FAC64-793F-4C72-BC30-C20CE5B2CE8E}" type="pres">
      <dgm:prSet presAssocID="{01759DA5-2D01-484E-ACFB-8A0BB2DDFE47}" presName="thickLine" presStyleLbl="alignNode1" presStyleIdx="4" presStyleCnt="16"/>
      <dgm:spPr/>
    </dgm:pt>
    <dgm:pt modelId="{97138526-125E-43F4-9F30-2B97E7DE23F9}" type="pres">
      <dgm:prSet presAssocID="{01759DA5-2D01-484E-ACFB-8A0BB2DDFE47}" presName="horz1" presStyleCnt="0"/>
      <dgm:spPr/>
    </dgm:pt>
    <dgm:pt modelId="{11C39FB5-F80E-4F81-920B-31347DAD7322}" type="pres">
      <dgm:prSet presAssocID="{01759DA5-2D01-484E-ACFB-8A0BB2DDFE47}" presName="tx1" presStyleLbl="revTx" presStyleIdx="4" presStyleCnt="16"/>
      <dgm:spPr/>
    </dgm:pt>
    <dgm:pt modelId="{9D7E5DA1-CC38-4B5B-9B45-2DE4EA9BB11C}" type="pres">
      <dgm:prSet presAssocID="{01759DA5-2D01-484E-ACFB-8A0BB2DDFE47}" presName="vert1" presStyleCnt="0"/>
      <dgm:spPr/>
    </dgm:pt>
    <dgm:pt modelId="{03C5D94E-1A0A-4763-81DA-5F5CF7102151}" type="pres">
      <dgm:prSet presAssocID="{E000039B-E6BE-4F74-878F-93EADF59EE21}" presName="thickLine" presStyleLbl="alignNode1" presStyleIdx="5" presStyleCnt="16"/>
      <dgm:spPr/>
    </dgm:pt>
    <dgm:pt modelId="{5B7EFB41-E166-426B-9564-A139D0581CCE}" type="pres">
      <dgm:prSet presAssocID="{E000039B-E6BE-4F74-878F-93EADF59EE21}" presName="horz1" presStyleCnt="0"/>
      <dgm:spPr/>
    </dgm:pt>
    <dgm:pt modelId="{E3CB3E6C-A8F8-45FE-9041-21EF996706EC}" type="pres">
      <dgm:prSet presAssocID="{E000039B-E6BE-4F74-878F-93EADF59EE21}" presName="tx1" presStyleLbl="revTx" presStyleIdx="5" presStyleCnt="16"/>
      <dgm:spPr/>
    </dgm:pt>
    <dgm:pt modelId="{D6E2BE5B-CD24-4691-97A0-1BA5DCDAE989}" type="pres">
      <dgm:prSet presAssocID="{E000039B-E6BE-4F74-878F-93EADF59EE21}" presName="vert1" presStyleCnt="0"/>
      <dgm:spPr/>
    </dgm:pt>
    <dgm:pt modelId="{92CD0A76-4B0E-4B11-BDB0-CB6E4E21352C}" type="pres">
      <dgm:prSet presAssocID="{15280F28-6A21-4E75-9B16-A68CBF4D602B}" presName="thickLine" presStyleLbl="alignNode1" presStyleIdx="6" presStyleCnt="16"/>
      <dgm:spPr/>
    </dgm:pt>
    <dgm:pt modelId="{73A08ABD-A202-4A85-AE44-33ED05A33228}" type="pres">
      <dgm:prSet presAssocID="{15280F28-6A21-4E75-9B16-A68CBF4D602B}" presName="horz1" presStyleCnt="0"/>
      <dgm:spPr/>
    </dgm:pt>
    <dgm:pt modelId="{882FCC3C-7D9E-4411-A6D6-688BB888DACD}" type="pres">
      <dgm:prSet presAssocID="{15280F28-6A21-4E75-9B16-A68CBF4D602B}" presName="tx1" presStyleLbl="revTx" presStyleIdx="6" presStyleCnt="16"/>
      <dgm:spPr/>
    </dgm:pt>
    <dgm:pt modelId="{FB776279-8193-4C7E-A44C-D95DDE765826}" type="pres">
      <dgm:prSet presAssocID="{15280F28-6A21-4E75-9B16-A68CBF4D602B}" presName="vert1" presStyleCnt="0"/>
      <dgm:spPr/>
    </dgm:pt>
    <dgm:pt modelId="{3B4A86E7-2D1E-4BE4-9236-34648B0D02D7}" type="pres">
      <dgm:prSet presAssocID="{E314CF3C-C796-48FF-A9BF-7BE57F080CFD}" presName="thickLine" presStyleLbl="alignNode1" presStyleIdx="7" presStyleCnt="16"/>
      <dgm:spPr/>
    </dgm:pt>
    <dgm:pt modelId="{2A067218-5FB1-485A-9EC8-0902FB2C9F80}" type="pres">
      <dgm:prSet presAssocID="{E314CF3C-C796-48FF-A9BF-7BE57F080CFD}" presName="horz1" presStyleCnt="0"/>
      <dgm:spPr/>
    </dgm:pt>
    <dgm:pt modelId="{128F615D-8C34-4E8B-8837-97760A5675D9}" type="pres">
      <dgm:prSet presAssocID="{E314CF3C-C796-48FF-A9BF-7BE57F080CFD}" presName="tx1" presStyleLbl="revTx" presStyleIdx="7" presStyleCnt="16"/>
      <dgm:spPr/>
    </dgm:pt>
    <dgm:pt modelId="{5DCFCF8E-DBD1-472C-826A-7AED3C1FC9D7}" type="pres">
      <dgm:prSet presAssocID="{E314CF3C-C796-48FF-A9BF-7BE57F080CFD}" presName="vert1" presStyleCnt="0"/>
      <dgm:spPr/>
    </dgm:pt>
    <dgm:pt modelId="{09E301A9-FA5E-41A5-9F12-206E57FAC1E9}" type="pres">
      <dgm:prSet presAssocID="{156AF1FD-8349-4CDC-A6B8-E673F57E392B}" presName="thickLine" presStyleLbl="alignNode1" presStyleIdx="8" presStyleCnt="16"/>
      <dgm:spPr/>
    </dgm:pt>
    <dgm:pt modelId="{85026958-5E8F-4BE6-9BE6-DA8DE1397EC4}" type="pres">
      <dgm:prSet presAssocID="{156AF1FD-8349-4CDC-A6B8-E673F57E392B}" presName="horz1" presStyleCnt="0"/>
      <dgm:spPr/>
    </dgm:pt>
    <dgm:pt modelId="{B48F2252-EAD3-474A-AE22-EB1A34ECC96E}" type="pres">
      <dgm:prSet presAssocID="{156AF1FD-8349-4CDC-A6B8-E673F57E392B}" presName="tx1" presStyleLbl="revTx" presStyleIdx="8" presStyleCnt="16"/>
      <dgm:spPr/>
    </dgm:pt>
    <dgm:pt modelId="{0831BC88-CCFF-49E2-9603-32A8B8E7D916}" type="pres">
      <dgm:prSet presAssocID="{156AF1FD-8349-4CDC-A6B8-E673F57E392B}" presName="vert1" presStyleCnt="0"/>
      <dgm:spPr/>
    </dgm:pt>
    <dgm:pt modelId="{D2BBF4E2-C02B-4A7D-A9E9-B7B14010BA46}" type="pres">
      <dgm:prSet presAssocID="{572A9CEC-39B4-4F2C-9844-C5858125C669}" presName="thickLine" presStyleLbl="alignNode1" presStyleIdx="9" presStyleCnt="16"/>
      <dgm:spPr/>
    </dgm:pt>
    <dgm:pt modelId="{2E039F7E-58A6-411D-A8E6-7968A5183569}" type="pres">
      <dgm:prSet presAssocID="{572A9CEC-39B4-4F2C-9844-C5858125C669}" presName="horz1" presStyleCnt="0"/>
      <dgm:spPr/>
    </dgm:pt>
    <dgm:pt modelId="{C01F4700-860B-4F31-8370-77F85E7D8774}" type="pres">
      <dgm:prSet presAssocID="{572A9CEC-39B4-4F2C-9844-C5858125C669}" presName="tx1" presStyleLbl="revTx" presStyleIdx="9" presStyleCnt="16"/>
      <dgm:spPr/>
    </dgm:pt>
    <dgm:pt modelId="{945F43C8-A004-4588-8D4D-C93B79DEA8FB}" type="pres">
      <dgm:prSet presAssocID="{572A9CEC-39B4-4F2C-9844-C5858125C669}" presName="vert1" presStyleCnt="0"/>
      <dgm:spPr/>
    </dgm:pt>
    <dgm:pt modelId="{0E6109CD-CD40-4990-9842-0540F6A0CA54}" type="pres">
      <dgm:prSet presAssocID="{AB035B6F-570E-47D6-A7F0-D193F2B82328}" presName="thickLine" presStyleLbl="alignNode1" presStyleIdx="10" presStyleCnt="16"/>
      <dgm:spPr/>
    </dgm:pt>
    <dgm:pt modelId="{8D913564-3904-4A35-9755-CD819F3C8F96}" type="pres">
      <dgm:prSet presAssocID="{AB035B6F-570E-47D6-A7F0-D193F2B82328}" presName="horz1" presStyleCnt="0"/>
      <dgm:spPr/>
    </dgm:pt>
    <dgm:pt modelId="{50DA2D4A-5B47-421E-ACAA-C7C0D4646810}" type="pres">
      <dgm:prSet presAssocID="{AB035B6F-570E-47D6-A7F0-D193F2B82328}" presName="tx1" presStyleLbl="revTx" presStyleIdx="10" presStyleCnt="16"/>
      <dgm:spPr/>
    </dgm:pt>
    <dgm:pt modelId="{95204066-07D5-496F-B50C-ACAEC0A4E465}" type="pres">
      <dgm:prSet presAssocID="{AB035B6F-570E-47D6-A7F0-D193F2B82328}" presName="vert1" presStyleCnt="0"/>
      <dgm:spPr/>
    </dgm:pt>
    <dgm:pt modelId="{0549725B-4FAB-4603-B249-4E9F8032A50D}" type="pres">
      <dgm:prSet presAssocID="{DF8001F5-0692-4E74-A67A-C144FDFDF4AA}" presName="thickLine" presStyleLbl="alignNode1" presStyleIdx="11" presStyleCnt="16"/>
      <dgm:spPr/>
    </dgm:pt>
    <dgm:pt modelId="{4070B065-55B5-4375-A0D6-C0E9498D34F1}" type="pres">
      <dgm:prSet presAssocID="{DF8001F5-0692-4E74-A67A-C144FDFDF4AA}" presName="horz1" presStyleCnt="0"/>
      <dgm:spPr/>
    </dgm:pt>
    <dgm:pt modelId="{4AB9A0B9-7EEA-4280-95EC-EC3216DEB593}" type="pres">
      <dgm:prSet presAssocID="{DF8001F5-0692-4E74-A67A-C144FDFDF4AA}" presName="tx1" presStyleLbl="revTx" presStyleIdx="11" presStyleCnt="16"/>
      <dgm:spPr/>
    </dgm:pt>
    <dgm:pt modelId="{40498402-3F1A-4859-9537-9D9D114F2C7B}" type="pres">
      <dgm:prSet presAssocID="{DF8001F5-0692-4E74-A67A-C144FDFDF4AA}" presName="vert1" presStyleCnt="0"/>
      <dgm:spPr/>
    </dgm:pt>
    <dgm:pt modelId="{2C39FD5B-AC74-473C-9B4C-1C5242621825}" type="pres">
      <dgm:prSet presAssocID="{6D23E761-A473-4B54-9149-7070C4E393DE}" presName="thickLine" presStyleLbl="alignNode1" presStyleIdx="12" presStyleCnt="16"/>
      <dgm:spPr/>
    </dgm:pt>
    <dgm:pt modelId="{A3C03A65-0AA4-4872-94C8-12287BE36E50}" type="pres">
      <dgm:prSet presAssocID="{6D23E761-A473-4B54-9149-7070C4E393DE}" presName="horz1" presStyleCnt="0"/>
      <dgm:spPr/>
    </dgm:pt>
    <dgm:pt modelId="{49ACAB57-3684-47FA-8104-823408FD0571}" type="pres">
      <dgm:prSet presAssocID="{6D23E761-A473-4B54-9149-7070C4E393DE}" presName="tx1" presStyleLbl="revTx" presStyleIdx="12" presStyleCnt="16"/>
      <dgm:spPr/>
    </dgm:pt>
    <dgm:pt modelId="{C3275A5F-EC9F-437D-AF50-3ECE7A0F757B}" type="pres">
      <dgm:prSet presAssocID="{6D23E761-A473-4B54-9149-7070C4E393DE}" presName="vert1" presStyleCnt="0"/>
      <dgm:spPr/>
    </dgm:pt>
    <dgm:pt modelId="{7FFC453A-82E8-40C3-8860-4974115F4858}" type="pres">
      <dgm:prSet presAssocID="{DD3F35C0-F659-4AF4-9750-F7BE6388D089}" presName="thickLine" presStyleLbl="alignNode1" presStyleIdx="13" presStyleCnt="16"/>
      <dgm:spPr/>
    </dgm:pt>
    <dgm:pt modelId="{9ADF5FAD-7A43-4D9A-B678-3262B6F48752}" type="pres">
      <dgm:prSet presAssocID="{DD3F35C0-F659-4AF4-9750-F7BE6388D089}" presName="horz1" presStyleCnt="0"/>
      <dgm:spPr/>
    </dgm:pt>
    <dgm:pt modelId="{AADB2E70-1A03-42A5-B4FE-BFC919E3E31F}" type="pres">
      <dgm:prSet presAssocID="{DD3F35C0-F659-4AF4-9750-F7BE6388D089}" presName="tx1" presStyleLbl="revTx" presStyleIdx="13" presStyleCnt="16"/>
      <dgm:spPr/>
    </dgm:pt>
    <dgm:pt modelId="{163D47E7-66D5-4A80-A7BE-9AE0D1676A3E}" type="pres">
      <dgm:prSet presAssocID="{DD3F35C0-F659-4AF4-9750-F7BE6388D089}" presName="vert1" presStyleCnt="0"/>
      <dgm:spPr/>
    </dgm:pt>
    <dgm:pt modelId="{CDF11385-840C-4048-A9D2-113F692229F2}" type="pres">
      <dgm:prSet presAssocID="{4D2721CB-2D59-45A4-A573-C45786EA3BB4}" presName="thickLine" presStyleLbl="alignNode1" presStyleIdx="14" presStyleCnt="16"/>
      <dgm:spPr/>
    </dgm:pt>
    <dgm:pt modelId="{F5766B71-E9F0-4AA4-8CD9-3630C9F30B74}" type="pres">
      <dgm:prSet presAssocID="{4D2721CB-2D59-45A4-A573-C45786EA3BB4}" presName="horz1" presStyleCnt="0"/>
      <dgm:spPr/>
    </dgm:pt>
    <dgm:pt modelId="{0FA116F1-ABF6-4742-AD3B-EA30E29B1EAE}" type="pres">
      <dgm:prSet presAssocID="{4D2721CB-2D59-45A4-A573-C45786EA3BB4}" presName="tx1" presStyleLbl="revTx" presStyleIdx="14" presStyleCnt="16"/>
      <dgm:spPr/>
    </dgm:pt>
    <dgm:pt modelId="{0ABF4B51-2AD0-45B3-AED5-7B4B4CB02E26}" type="pres">
      <dgm:prSet presAssocID="{4D2721CB-2D59-45A4-A573-C45786EA3BB4}" presName="vert1" presStyleCnt="0"/>
      <dgm:spPr/>
    </dgm:pt>
    <dgm:pt modelId="{3A788785-F43E-4339-A727-130DB82E7595}" type="pres">
      <dgm:prSet presAssocID="{52259350-9726-4C00-BE68-9A0962B1C567}" presName="thickLine" presStyleLbl="alignNode1" presStyleIdx="15" presStyleCnt="16"/>
      <dgm:spPr/>
    </dgm:pt>
    <dgm:pt modelId="{412CE67E-9C3B-47C4-AC43-90FD29B25F29}" type="pres">
      <dgm:prSet presAssocID="{52259350-9726-4C00-BE68-9A0962B1C567}" presName="horz1" presStyleCnt="0"/>
      <dgm:spPr/>
    </dgm:pt>
    <dgm:pt modelId="{346ADB3B-0006-48DD-8DE9-87535749402F}" type="pres">
      <dgm:prSet presAssocID="{52259350-9726-4C00-BE68-9A0962B1C567}" presName="tx1" presStyleLbl="revTx" presStyleIdx="15" presStyleCnt="16"/>
      <dgm:spPr/>
    </dgm:pt>
    <dgm:pt modelId="{61A637D8-2897-4869-9D93-B6881F4E2181}" type="pres">
      <dgm:prSet presAssocID="{52259350-9726-4C00-BE68-9A0962B1C567}" presName="vert1" presStyleCnt="0"/>
      <dgm:spPr/>
    </dgm:pt>
  </dgm:ptLst>
  <dgm:cxnLst>
    <dgm:cxn modelId="{7EE4430D-033C-41F0-9C19-042859C9B0DA}" srcId="{AE19D1D0-2266-4196-8F1A-2E41A810C005}" destId="{4D2721CB-2D59-45A4-A573-C45786EA3BB4}" srcOrd="14" destOrd="0" parTransId="{41299D6C-66AF-448F-96CB-39467F069273}" sibTransId="{912EA5A9-589F-4248-A87F-E09C61533896}"/>
    <dgm:cxn modelId="{45C9F10D-4A29-4137-B920-65FE0023750A}" type="presOf" srcId="{AB035B6F-570E-47D6-A7F0-D193F2B82328}" destId="{50DA2D4A-5B47-421E-ACAA-C7C0D4646810}" srcOrd="0" destOrd="0" presId="urn:microsoft.com/office/officeart/2008/layout/LinedList"/>
    <dgm:cxn modelId="{474F5415-3BC2-4E2C-A6FD-3BBDEC47BCAB}" srcId="{AE19D1D0-2266-4196-8F1A-2E41A810C005}" destId="{7342B80F-FADC-499D-810E-86DECC3AC794}" srcOrd="3" destOrd="0" parTransId="{54674B2B-CB29-44CD-B518-38A1A128A25A}" sibTransId="{0BE55E23-1691-4FD7-A699-9A967B2BFCD4}"/>
    <dgm:cxn modelId="{F660EA15-2C72-4364-A253-7BFC5D7C2AD1}" type="presOf" srcId="{AE19D1D0-2266-4196-8F1A-2E41A810C005}" destId="{C355D0BD-1A49-41A5-B860-D837EDE8EFD6}" srcOrd="0" destOrd="0" presId="urn:microsoft.com/office/officeart/2008/layout/LinedList"/>
    <dgm:cxn modelId="{4DEE3318-7521-45D8-8D9E-61160C002F3D}" srcId="{AE19D1D0-2266-4196-8F1A-2E41A810C005}" destId="{AB035B6F-570E-47D6-A7F0-D193F2B82328}" srcOrd="10" destOrd="0" parTransId="{A18AED24-923F-42A3-85F8-5A128FFB95FB}" sibTransId="{93187912-FEAA-4358-9A46-FC4EBE6240EF}"/>
    <dgm:cxn modelId="{6A690D19-B98C-4B10-AC84-A2D825E190F7}" srcId="{AE19D1D0-2266-4196-8F1A-2E41A810C005}" destId="{52259350-9726-4C00-BE68-9A0962B1C567}" srcOrd="15" destOrd="0" parTransId="{088E4FBF-0DA0-4731-9F77-761EEC30987F}" sibTransId="{C980349F-6861-48B0-AA02-9DFB14401FA1}"/>
    <dgm:cxn modelId="{75294129-6524-4DE2-AC76-D94C30C05D5F}" type="presOf" srcId="{DD3F35C0-F659-4AF4-9750-F7BE6388D089}" destId="{AADB2E70-1A03-42A5-B4FE-BFC919E3E31F}" srcOrd="0" destOrd="0" presId="urn:microsoft.com/office/officeart/2008/layout/LinedList"/>
    <dgm:cxn modelId="{CFFD982D-D5C1-4C73-944A-6ECADEE5F3A7}" type="presOf" srcId="{6D23E761-A473-4B54-9149-7070C4E393DE}" destId="{49ACAB57-3684-47FA-8104-823408FD0571}" srcOrd="0" destOrd="0" presId="urn:microsoft.com/office/officeart/2008/layout/LinedList"/>
    <dgm:cxn modelId="{8045EA5B-28B2-4C26-898C-441837817723}" srcId="{AE19D1D0-2266-4196-8F1A-2E41A810C005}" destId="{F472EDE5-7C0E-4B6C-BC7A-7126CD305C0F}" srcOrd="1" destOrd="0" parTransId="{76887F6D-D1AB-4A83-A136-15593B32D2FA}" sibTransId="{11E63CE5-02FC-4F34-ADBA-EA2B9B16E9F5}"/>
    <dgm:cxn modelId="{81326861-54E8-4917-9F91-F37BB187F0C1}" type="presOf" srcId="{A0623311-6265-4815-A532-8D3711487F64}" destId="{53CEE6C8-AF53-4990-B02E-0335EE95B180}" srcOrd="0" destOrd="0" presId="urn:microsoft.com/office/officeart/2008/layout/LinedList"/>
    <dgm:cxn modelId="{5059E662-CA87-49A2-9D98-D3A9F7F56579}" srcId="{AE19D1D0-2266-4196-8F1A-2E41A810C005}" destId="{E000039B-E6BE-4F74-878F-93EADF59EE21}" srcOrd="5" destOrd="0" parTransId="{817861AA-EB83-48DC-B92F-63DD3BE6D938}" sibTransId="{CDA2C059-A422-4252-81F4-5DA10F3255C1}"/>
    <dgm:cxn modelId="{D092D263-F4AC-40FD-9B80-0225AAF06AB5}" srcId="{AE19D1D0-2266-4196-8F1A-2E41A810C005}" destId="{01759DA5-2D01-484E-ACFB-8A0BB2DDFE47}" srcOrd="4" destOrd="0" parTransId="{FEAC7280-B9A4-45A4-8057-DD6004144C3A}" sibTransId="{B3BF6CA3-5360-4DE8-8CB3-831E390975C0}"/>
    <dgm:cxn modelId="{A1A9496A-1DAA-436F-AE2B-CF4AA1DFDBA6}" type="presOf" srcId="{E314CF3C-C796-48FF-A9BF-7BE57F080CFD}" destId="{128F615D-8C34-4E8B-8837-97760A5675D9}" srcOrd="0" destOrd="0" presId="urn:microsoft.com/office/officeart/2008/layout/LinedList"/>
    <dgm:cxn modelId="{FCBD0873-5B33-4488-B136-4ABAA66837D7}" srcId="{AE19D1D0-2266-4196-8F1A-2E41A810C005}" destId="{6D23E761-A473-4B54-9149-7070C4E393DE}" srcOrd="12" destOrd="0" parTransId="{2E0634A8-9A8A-4DCA-9575-BBF709652D4C}" sibTransId="{DFE44BCF-37E7-45D2-A64D-E3BB007D82EF}"/>
    <dgm:cxn modelId="{D442B156-76EB-4F2F-BA19-135053D10B6F}" srcId="{AE19D1D0-2266-4196-8F1A-2E41A810C005}" destId="{15280F28-6A21-4E75-9B16-A68CBF4D602B}" srcOrd="6" destOrd="0" parTransId="{39BE82A9-B710-4316-84CE-3B6990A7283D}" sibTransId="{97067E4B-BAB0-4EF3-B3CA-55571600727E}"/>
    <dgm:cxn modelId="{A6C57E81-B7E2-4D51-B85D-F7E1D80E5125}" srcId="{AE19D1D0-2266-4196-8F1A-2E41A810C005}" destId="{DD3F35C0-F659-4AF4-9750-F7BE6388D089}" srcOrd="13" destOrd="0" parTransId="{BBB0F553-EC5F-4E50-BB33-FF39DD08F4C3}" sibTransId="{2F4AE3F5-2A8C-4943-83BC-9F621624F215}"/>
    <dgm:cxn modelId="{E4FF8882-3E06-4046-ACC1-FD4F22DC951F}" type="presOf" srcId="{DF8001F5-0692-4E74-A67A-C144FDFDF4AA}" destId="{4AB9A0B9-7EEA-4280-95EC-EC3216DEB593}" srcOrd="0" destOrd="0" presId="urn:microsoft.com/office/officeart/2008/layout/LinedList"/>
    <dgm:cxn modelId="{66E8A58A-C846-424A-ACC9-C05EE9B3A564}" type="presOf" srcId="{15280F28-6A21-4E75-9B16-A68CBF4D602B}" destId="{882FCC3C-7D9E-4411-A6D6-688BB888DACD}" srcOrd="0" destOrd="0" presId="urn:microsoft.com/office/officeart/2008/layout/LinedList"/>
    <dgm:cxn modelId="{FB585E95-95BB-4CD9-B734-E5D53FA0675D}" type="presOf" srcId="{7342B80F-FADC-499D-810E-86DECC3AC794}" destId="{B31CAFBB-BA5D-4B36-B188-4BABE37649F3}" srcOrd="0" destOrd="0" presId="urn:microsoft.com/office/officeart/2008/layout/LinedList"/>
    <dgm:cxn modelId="{20D2D197-A484-49D6-BA79-7367CF3FF7E2}" type="presOf" srcId="{F472EDE5-7C0E-4B6C-BC7A-7126CD305C0F}" destId="{D740DF07-9F04-4691-B993-C0FA18F7A7FC}" srcOrd="0" destOrd="0" presId="urn:microsoft.com/office/officeart/2008/layout/LinedList"/>
    <dgm:cxn modelId="{7B8B20A5-A479-440F-B13D-090AEC2F72EC}" srcId="{AE19D1D0-2266-4196-8F1A-2E41A810C005}" destId="{E314CF3C-C796-48FF-A9BF-7BE57F080CFD}" srcOrd="7" destOrd="0" parTransId="{286B1019-2DCD-4906-88EF-2DD3C1AF753F}" sibTransId="{B5D428E8-64D3-47E9-9794-0E70BB04A54C}"/>
    <dgm:cxn modelId="{51F3E5A5-BDE8-4218-9E7D-A4F1E321FC86}" type="presOf" srcId="{52259350-9726-4C00-BE68-9A0962B1C567}" destId="{346ADB3B-0006-48DD-8DE9-87535749402F}" srcOrd="0" destOrd="0" presId="urn:microsoft.com/office/officeart/2008/layout/LinedList"/>
    <dgm:cxn modelId="{23B8DCBE-7480-47C5-82E7-C396A708BD55}" srcId="{AE19D1D0-2266-4196-8F1A-2E41A810C005}" destId="{572A9CEC-39B4-4F2C-9844-C5858125C669}" srcOrd="9" destOrd="0" parTransId="{78CED1DA-4863-4595-A72F-F034D07CDD51}" sibTransId="{F68A4FD7-F519-4BDC-9675-01527B03CF80}"/>
    <dgm:cxn modelId="{490F0FC4-BB4D-48D9-9119-A5541B36B4E1}" srcId="{AE19D1D0-2266-4196-8F1A-2E41A810C005}" destId="{156AF1FD-8349-4CDC-A6B8-E673F57E392B}" srcOrd="8" destOrd="0" parTransId="{C72AC4AD-983B-48B5-9765-BC2DADDFF6FB}" sibTransId="{9BA2D36B-85AD-4D0C-BF4F-CA48CEB19729}"/>
    <dgm:cxn modelId="{8D25C9C4-9570-4BA5-A93D-76249D59314B}" srcId="{AE19D1D0-2266-4196-8F1A-2E41A810C005}" destId="{DF8001F5-0692-4E74-A67A-C144FDFDF4AA}" srcOrd="11" destOrd="0" parTransId="{2B83645C-4A5D-4205-8DF4-E2C9A7861E5A}" sibTransId="{268F9DD3-CACC-4CC6-BC68-64B9CA493C22}"/>
    <dgm:cxn modelId="{EC1AD9D6-15AB-4F6E-886A-090A1231C416}" type="presOf" srcId="{E000039B-E6BE-4F74-878F-93EADF59EE21}" destId="{E3CB3E6C-A8F8-45FE-9041-21EF996706EC}" srcOrd="0" destOrd="0" presId="urn:microsoft.com/office/officeart/2008/layout/LinedList"/>
    <dgm:cxn modelId="{57C687DF-7F97-47FE-9B9E-0AEEE60DB343}" type="presOf" srcId="{4D2721CB-2D59-45A4-A573-C45786EA3BB4}" destId="{0FA116F1-ABF6-4742-AD3B-EA30E29B1EAE}" srcOrd="0" destOrd="0" presId="urn:microsoft.com/office/officeart/2008/layout/LinedList"/>
    <dgm:cxn modelId="{7D2481E3-9F9C-47A4-9A77-0DA66FFC28A3}" type="presOf" srcId="{572A9CEC-39B4-4F2C-9844-C5858125C669}" destId="{C01F4700-860B-4F31-8370-77F85E7D8774}" srcOrd="0" destOrd="0" presId="urn:microsoft.com/office/officeart/2008/layout/LinedList"/>
    <dgm:cxn modelId="{09EC95E3-11E0-493C-9A49-16E81B1A2301}" type="presOf" srcId="{72D94449-4A20-46EB-B443-1190EA0E5970}" destId="{8F83D647-13A3-450F-B02A-A0CFE1E8C25D}" srcOrd="0" destOrd="0" presId="urn:microsoft.com/office/officeart/2008/layout/LinedList"/>
    <dgm:cxn modelId="{A33A54E5-19AF-4C71-B100-25B5E9A3A1FE}" srcId="{AE19D1D0-2266-4196-8F1A-2E41A810C005}" destId="{72D94449-4A20-46EB-B443-1190EA0E5970}" srcOrd="0" destOrd="0" parTransId="{04AA5D7A-F258-49BE-B4EA-901080F784EB}" sibTransId="{E92C6843-BA12-41C4-81F9-2D47192910DA}"/>
    <dgm:cxn modelId="{B06AFEE5-01BA-423D-BA6E-D0889E127C94}" type="presOf" srcId="{156AF1FD-8349-4CDC-A6B8-E673F57E392B}" destId="{B48F2252-EAD3-474A-AE22-EB1A34ECC96E}" srcOrd="0" destOrd="0" presId="urn:microsoft.com/office/officeart/2008/layout/LinedList"/>
    <dgm:cxn modelId="{42195EF0-01DE-446A-BA1F-B0906CF39D49}" type="presOf" srcId="{01759DA5-2D01-484E-ACFB-8A0BB2DDFE47}" destId="{11C39FB5-F80E-4F81-920B-31347DAD7322}" srcOrd="0" destOrd="0" presId="urn:microsoft.com/office/officeart/2008/layout/LinedList"/>
    <dgm:cxn modelId="{C8E43BFA-11C4-4FFC-8179-2193C12AB86B}" srcId="{AE19D1D0-2266-4196-8F1A-2E41A810C005}" destId="{A0623311-6265-4815-A532-8D3711487F64}" srcOrd="2" destOrd="0" parTransId="{126215FE-F85E-46CD-9947-E37CBAD9F158}" sibTransId="{806E07CD-B32E-48EB-8F49-0AB5181B5874}"/>
    <dgm:cxn modelId="{264D4886-2B18-4704-A2A2-1E6B58BD739C}" type="presParOf" srcId="{C355D0BD-1A49-41A5-B860-D837EDE8EFD6}" destId="{0CA9B39F-54A2-4C74-BD59-9A884B8769CB}" srcOrd="0" destOrd="0" presId="urn:microsoft.com/office/officeart/2008/layout/LinedList"/>
    <dgm:cxn modelId="{F57FFBF8-7D37-4470-8996-40AE9886A493}" type="presParOf" srcId="{C355D0BD-1A49-41A5-B860-D837EDE8EFD6}" destId="{8A78C638-A044-48AA-BE67-9C4520CC0E54}" srcOrd="1" destOrd="0" presId="urn:microsoft.com/office/officeart/2008/layout/LinedList"/>
    <dgm:cxn modelId="{A1265F07-FDB5-4457-AD70-5D54A7936C9D}" type="presParOf" srcId="{8A78C638-A044-48AA-BE67-9C4520CC0E54}" destId="{8F83D647-13A3-450F-B02A-A0CFE1E8C25D}" srcOrd="0" destOrd="0" presId="urn:microsoft.com/office/officeart/2008/layout/LinedList"/>
    <dgm:cxn modelId="{88F71D68-BB05-462D-9898-C4B1E77D01F4}" type="presParOf" srcId="{8A78C638-A044-48AA-BE67-9C4520CC0E54}" destId="{592550CB-0EBF-485C-8528-0581CA562FEE}" srcOrd="1" destOrd="0" presId="urn:microsoft.com/office/officeart/2008/layout/LinedList"/>
    <dgm:cxn modelId="{33C525AA-35B5-4DBE-8695-A4CF49C0B05E}" type="presParOf" srcId="{C355D0BD-1A49-41A5-B860-D837EDE8EFD6}" destId="{879CD6CE-D5FD-4688-9518-086C46BC1487}" srcOrd="2" destOrd="0" presId="urn:microsoft.com/office/officeart/2008/layout/LinedList"/>
    <dgm:cxn modelId="{F1D085D4-39EA-446E-B418-36522A18102A}" type="presParOf" srcId="{C355D0BD-1A49-41A5-B860-D837EDE8EFD6}" destId="{88B93A35-6773-4013-BB8C-CB3F209F161C}" srcOrd="3" destOrd="0" presId="urn:microsoft.com/office/officeart/2008/layout/LinedList"/>
    <dgm:cxn modelId="{79E1E6E3-48D7-407B-B8EF-1681E6F16FE6}" type="presParOf" srcId="{88B93A35-6773-4013-BB8C-CB3F209F161C}" destId="{D740DF07-9F04-4691-B993-C0FA18F7A7FC}" srcOrd="0" destOrd="0" presId="urn:microsoft.com/office/officeart/2008/layout/LinedList"/>
    <dgm:cxn modelId="{CABD54E2-2B31-488E-858C-34B11CCEF55F}" type="presParOf" srcId="{88B93A35-6773-4013-BB8C-CB3F209F161C}" destId="{4F36C71F-F897-43A8-BBF2-C13D02B9820A}" srcOrd="1" destOrd="0" presId="urn:microsoft.com/office/officeart/2008/layout/LinedList"/>
    <dgm:cxn modelId="{797A0DC2-ABC1-4DB3-893B-A05F08A15663}" type="presParOf" srcId="{C355D0BD-1A49-41A5-B860-D837EDE8EFD6}" destId="{1E784DC2-513B-497A-B902-6F787914DE84}" srcOrd="4" destOrd="0" presId="urn:microsoft.com/office/officeart/2008/layout/LinedList"/>
    <dgm:cxn modelId="{5E2CD733-462F-4449-8475-A24868192434}" type="presParOf" srcId="{C355D0BD-1A49-41A5-B860-D837EDE8EFD6}" destId="{E42990D6-F6E8-4E97-ABCB-625D6973D5AC}" srcOrd="5" destOrd="0" presId="urn:microsoft.com/office/officeart/2008/layout/LinedList"/>
    <dgm:cxn modelId="{B7027B51-9870-4C76-972A-21DF11C96BFE}" type="presParOf" srcId="{E42990D6-F6E8-4E97-ABCB-625D6973D5AC}" destId="{53CEE6C8-AF53-4990-B02E-0335EE95B180}" srcOrd="0" destOrd="0" presId="urn:microsoft.com/office/officeart/2008/layout/LinedList"/>
    <dgm:cxn modelId="{14AF0C2A-D42C-4B98-9EB0-0C1213D6F88B}" type="presParOf" srcId="{E42990D6-F6E8-4E97-ABCB-625D6973D5AC}" destId="{A048DE28-728A-4D53-B6C4-64F1258A2F53}" srcOrd="1" destOrd="0" presId="urn:microsoft.com/office/officeart/2008/layout/LinedList"/>
    <dgm:cxn modelId="{85B90C2C-DF28-4A4D-B6B0-AF3FF2112F83}" type="presParOf" srcId="{C355D0BD-1A49-41A5-B860-D837EDE8EFD6}" destId="{F6A6FE44-DD11-412B-A544-940A628C9DEE}" srcOrd="6" destOrd="0" presId="urn:microsoft.com/office/officeart/2008/layout/LinedList"/>
    <dgm:cxn modelId="{D8614F8D-AD26-44E5-989E-0BFDDAEE74A2}" type="presParOf" srcId="{C355D0BD-1A49-41A5-B860-D837EDE8EFD6}" destId="{C7930A57-661B-492F-881D-166128817D7C}" srcOrd="7" destOrd="0" presId="urn:microsoft.com/office/officeart/2008/layout/LinedList"/>
    <dgm:cxn modelId="{DCD2A40A-9403-4078-B533-65709BCF8FF5}" type="presParOf" srcId="{C7930A57-661B-492F-881D-166128817D7C}" destId="{B31CAFBB-BA5D-4B36-B188-4BABE37649F3}" srcOrd="0" destOrd="0" presId="urn:microsoft.com/office/officeart/2008/layout/LinedList"/>
    <dgm:cxn modelId="{2A6D1C3E-527C-4D3E-9686-E0C90BC6A016}" type="presParOf" srcId="{C7930A57-661B-492F-881D-166128817D7C}" destId="{4C5DEFFD-5C62-4B66-BBFC-BEC8FF2B1800}" srcOrd="1" destOrd="0" presId="urn:microsoft.com/office/officeart/2008/layout/LinedList"/>
    <dgm:cxn modelId="{A1D2D1F5-41B8-4F47-AA5D-BA58F5E0425E}" type="presParOf" srcId="{C355D0BD-1A49-41A5-B860-D837EDE8EFD6}" destId="{223FAC64-793F-4C72-BC30-C20CE5B2CE8E}" srcOrd="8" destOrd="0" presId="urn:microsoft.com/office/officeart/2008/layout/LinedList"/>
    <dgm:cxn modelId="{EA66173F-9CBD-4893-8517-4901BFCE33AA}" type="presParOf" srcId="{C355D0BD-1A49-41A5-B860-D837EDE8EFD6}" destId="{97138526-125E-43F4-9F30-2B97E7DE23F9}" srcOrd="9" destOrd="0" presId="urn:microsoft.com/office/officeart/2008/layout/LinedList"/>
    <dgm:cxn modelId="{402F1907-FD1A-4578-9882-3DCCFCD19695}" type="presParOf" srcId="{97138526-125E-43F4-9F30-2B97E7DE23F9}" destId="{11C39FB5-F80E-4F81-920B-31347DAD7322}" srcOrd="0" destOrd="0" presId="urn:microsoft.com/office/officeart/2008/layout/LinedList"/>
    <dgm:cxn modelId="{513B11E6-48A5-4D0B-8CEF-8BEA0F0A08AB}" type="presParOf" srcId="{97138526-125E-43F4-9F30-2B97E7DE23F9}" destId="{9D7E5DA1-CC38-4B5B-9B45-2DE4EA9BB11C}" srcOrd="1" destOrd="0" presId="urn:microsoft.com/office/officeart/2008/layout/LinedList"/>
    <dgm:cxn modelId="{8000D4DB-A63E-49E8-84D0-1F7ED80868AA}" type="presParOf" srcId="{C355D0BD-1A49-41A5-B860-D837EDE8EFD6}" destId="{03C5D94E-1A0A-4763-81DA-5F5CF7102151}" srcOrd="10" destOrd="0" presId="urn:microsoft.com/office/officeart/2008/layout/LinedList"/>
    <dgm:cxn modelId="{5CA0F783-F0A2-441F-9698-4387C0A49C2C}" type="presParOf" srcId="{C355D0BD-1A49-41A5-B860-D837EDE8EFD6}" destId="{5B7EFB41-E166-426B-9564-A139D0581CCE}" srcOrd="11" destOrd="0" presId="urn:microsoft.com/office/officeart/2008/layout/LinedList"/>
    <dgm:cxn modelId="{ADA55D5B-E8D0-4D5D-BAC5-259FEBB709CD}" type="presParOf" srcId="{5B7EFB41-E166-426B-9564-A139D0581CCE}" destId="{E3CB3E6C-A8F8-45FE-9041-21EF996706EC}" srcOrd="0" destOrd="0" presId="urn:microsoft.com/office/officeart/2008/layout/LinedList"/>
    <dgm:cxn modelId="{282260CF-9F2A-4944-BADC-871DBB95E24F}" type="presParOf" srcId="{5B7EFB41-E166-426B-9564-A139D0581CCE}" destId="{D6E2BE5B-CD24-4691-97A0-1BA5DCDAE989}" srcOrd="1" destOrd="0" presId="urn:microsoft.com/office/officeart/2008/layout/LinedList"/>
    <dgm:cxn modelId="{C72EA318-E989-4617-B637-7D17B0F6EC9C}" type="presParOf" srcId="{C355D0BD-1A49-41A5-B860-D837EDE8EFD6}" destId="{92CD0A76-4B0E-4B11-BDB0-CB6E4E21352C}" srcOrd="12" destOrd="0" presId="urn:microsoft.com/office/officeart/2008/layout/LinedList"/>
    <dgm:cxn modelId="{1BC54F9C-1207-4B67-A76B-DE36A3259DD4}" type="presParOf" srcId="{C355D0BD-1A49-41A5-B860-D837EDE8EFD6}" destId="{73A08ABD-A202-4A85-AE44-33ED05A33228}" srcOrd="13" destOrd="0" presId="urn:microsoft.com/office/officeart/2008/layout/LinedList"/>
    <dgm:cxn modelId="{50C0BC26-0E1F-4E19-8DC0-A99C86125097}" type="presParOf" srcId="{73A08ABD-A202-4A85-AE44-33ED05A33228}" destId="{882FCC3C-7D9E-4411-A6D6-688BB888DACD}" srcOrd="0" destOrd="0" presId="urn:microsoft.com/office/officeart/2008/layout/LinedList"/>
    <dgm:cxn modelId="{E7FE7A2E-FA4B-4A47-9CC1-1E80A4FDF85A}" type="presParOf" srcId="{73A08ABD-A202-4A85-AE44-33ED05A33228}" destId="{FB776279-8193-4C7E-A44C-D95DDE765826}" srcOrd="1" destOrd="0" presId="urn:microsoft.com/office/officeart/2008/layout/LinedList"/>
    <dgm:cxn modelId="{F4D15DE6-5850-4A1B-BD4E-D062B07D5A7C}" type="presParOf" srcId="{C355D0BD-1A49-41A5-B860-D837EDE8EFD6}" destId="{3B4A86E7-2D1E-4BE4-9236-34648B0D02D7}" srcOrd="14" destOrd="0" presId="urn:microsoft.com/office/officeart/2008/layout/LinedList"/>
    <dgm:cxn modelId="{A99AA796-233B-44EA-B2D0-01B5AA2A218E}" type="presParOf" srcId="{C355D0BD-1A49-41A5-B860-D837EDE8EFD6}" destId="{2A067218-5FB1-485A-9EC8-0902FB2C9F80}" srcOrd="15" destOrd="0" presId="urn:microsoft.com/office/officeart/2008/layout/LinedList"/>
    <dgm:cxn modelId="{AF7083A5-E54A-480A-B200-C98735BDEB37}" type="presParOf" srcId="{2A067218-5FB1-485A-9EC8-0902FB2C9F80}" destId="{128F615D-8C34-4E8B-8837-97760A5675D9}" srcOrd="0" destOrd="0" presId="urn:microsoft.com/office/officeart/2008/layout/LinedList"/>
    <dgm:cxn modelId="{733F68B6-F217-473A-A02F-F9B397C4C40F}" type="presParOf" srcId="{2A067218-5FB1-485A-9EC8-0902FB2C9F80}" destId="{5DCFCF8E-DBD1-472C-826A-7AED3C1FC9D7}" srcOrd="1" destOrd="0" presId="urn:microsoft.com/office/officeart/2008/layout/LinedList"/>
    <dgm:cxn modelId="{A6504BD5-FED0-491F-8AD1-FA3615BDA5DF}" type="presParOf" srcId="{C355D0BD-1A49-41A5-B860-D837EDE8EFD6}" destId="{09E301A9-FA5E-41A5-9F12-206E57FAC1E9}" srcOrd="16" destOrd="0" presId="urn:microsoft.com/office/officeart/2008/layout/LinedList"/>
    <dgm:cxn modelId="{3C958A77-BBF6-4C79-9BDF-DAA551FB4A39}" type="presParOf" srcId="{C355D0BD-1A49-41A5-B860-D837EDE8EFD6}" destId="{85026958-5E8F-4BE6-9BE6-DA8DE1397EC4}" srcOrd="17" destOrd="0" presId="urn:microsoft.com/office/officeart/2008/layout/LinedList"/>
    <dgm:cxn modelId="{54AB4AF6-D7A6-4273-A5F2-DC5E3F91DD27}" type="presParOf" srcId="{85026958-5E8F-4BE6-9BE6-DA8DE1397EC4}" destId="{B48F2252-EAD3-474A-AE22-EB1A34ECC96E}" srcOrd="0" destOrd="0" presId="urn:microsoft.com/office/officeart/2008/layout/LinedList"/>
    <dgm:cxn modelId="{25526F05-742D-4A66-9B5C-6D884A2E837E}" type="presParOf" srcId="{85026958-5E8F-4BE6-9BE6-DA8DE1397EC4}" destId="{0831BC88-CCFF-49E2-9603-32A8B8E7D916}" srcOrd="1" destOrd="0" presId="urn:microsoft.com/office/officeart/2008/layout/LinedList"/>
    <dgm:cxn modelId="{9A0E9834-0035-4716-AEFF-BFD3127323F1}" type="presParOf" srcId="{C355D0BD-1A49-41A5-B860-D837EDE8EFD6}" destId="{D2BBF4E2-C02B-4A7D-A9E9-B7B14010BA46}" srcOrd="18" destOrd="0" presId="urn:microsoft.com/office/officeart/2008/layout/LinedList"/>
    <dgm:cxn modelId="{D26D01A4-2513-4FC0-8D2B-9BE543439C9C}" type="presParOf" srcId="{C355D0BD-1A49-41A5-B860-D837EDE8EFD6}" destId="{2E039F7E-58A6-411D-A8E6-7968A5183569}" srcOrd="19" destOrd="0" presId="urn:microsoft.com/office/officeart/2008/layout/LinedList"/>
    <dgm:cxn modelId="{992B8BE2-FDF2-4B4E-9BEF-D5CBD37D6EDC}" type="presParOf" srcId="{2E039F7E-58A6-411D-A8E6-7968A5183569}" destId="{C01F4700-860B-4F31-8370-77F85E7D8774}" srcOrd="0" destOrd="0" presId="urn:microsoft.com/office/officeart/2008/layout/LinedList"/>
    <dgm:cxn modelId="{EEF1001C-434B-4803-8126-422AF163EF8C}" type="presParOf" srcId="{2E039F7E-58A6-411D-A8E6-7968A5183569}" destId="{945F43C8-A004-4588-8D4D-C93B79DEA8FB}" srcOrd="1" destOrd="0" presId="urn:microsoft.com/office/officeart/2008/layout/LinedList"/>
    <dgm:cxn modelId="{7BA05E0D-A835-4DE0-A709-35D62C71C16D}" type="presParOf" srcId="{C355D0BD-1A49-41A5-B860-D837EDE8EFD6}" destId="{0E6109CD-CD40-4990-9842-0540F6A0CA54}" srcOrd="20" destOrd="0" presId="urn:microsoft.com/office/officeart/2008/layout/LinedList"/>
    <dgm:cxn modelId="{60626C54-3F7A-4FBE-97E1-29EB9687DB03}" type="presParOf" srcId="{C355D0BD-1A49-41A5-B860-D837EDE8EFD6}" destId="{8D913564-3904-4A35-9755-CD819F3C8F96}" srcOrd="21" destOrd="0" presId="urn:microsoft.com/office/officeart/2008/layout/LinedList"/>
    <dgm:cxn modelId="{F4168342-B814-480C-97C7-396E71C19C12}" type="presParOf" srcId="{8D913564-3904-4A35-9755-CD819F3C8F96}" destId="{50DA2D4A-5B47-421E-ACAA-C7C0D4646810}" srcOrd="0" destOrd="0" presId="urn:microsoft.com/office/officeart/2008/layout/LinedList"/>
    <dgm:cxn modelId="{51D6E541-8345-40B8-90BF-55A91CEBBFDE}" type="presParOf" srcId="{8D913564-3904-4A35-9755-CD819F3C8F96}" destId="{95204066-07D5-496F-B50C-ACAEC0A4E465}" srcOrd="1" destOrd="0" presId="urn:microsoft.com/office/officeart/2008/layout/LinedList"/>
    <dgm:cxn modelId="{AF7855A8-1789-46A9-AF38-EEA598AAB60B}" type="presParOf" srcId="{C355D0BD-1A49-41A5-B860-D837EDE8EFD6}" destId="{0549725B-4FAB-4603-B249-4E9F8032A50D}" srcOrd="22" destOrd="0" presId="urn:microsoft.com/office/officeart/2008/layout/LinedList"/>
    <dgm:cxn modelId="{23404ACE-B36A-4F69-AA56-2269F41ED033}" type="presParOf" srcId="{C355D0BD-1A49-41A5-B860-D837EDE8EFD6}" destId="{4070B065-55B5-4375-A0D6-C0E9498D34F1}" srcOrd="23" destOrd="0" presId="urn:microsoft.com/office/officeart/2008/layout/LinedList"/>
    <dgm:cxn modelId="{BC574F8B-B4CA-4BBF-BFDF-9E33B31B328B}" type="presParOf" srcId="{4070B065-55B5-4375-A0D6-C0E9498D34F1}" destId="{4AB9A0B9-7EEA-4280-95EC-EC3216DEB593}" srcOrd="0" destOrd="0" presId="urn:microsoft.com/office/officeart/2008/layout/LinedList"/>
    <dgm:cxn modelId="{D5F94D1B-85DD-404E-B589-91BAA6BBB18E}" type="presParOf" srcId="{4070B065-55B5-4375-A0D6-C0E9498D34F1}" destId="{40498402-3F1A-4859-9537-9D9D114F2C7B}" srcOrd="1" destOrd="0" presId="urn:microsoft.com/office/officeart/2008/layout/LinedList"/>
    <dgm:cxn modelId="{F63EC47F-0509-481D-A25E-6613DEB11D34}" type="presParOf" srcId="{C355D0BD-1A49-41A5-B860-D837EDE8EFD6}" destId="{2C39FD5B-AC74-473C-9B4C-1C5242621825}" srcOrd="24" destOrd="0" presId="urn:microsoft.com/office/officeart/2008/layout/LinedList"/>
    <dgm:cxn modelId="{A7797370-4D45-4B91-B7AE-95FD3A56742A}" type="presParOf" srcId="{C355D0BD-1A49-41A5-B860-D837EDE8EFD6}" destId="{A3C03A65-0AA4-4872-94C8-12287BE36E50}" srcOrd="25" destOrd="0" presId="urn:microsoft.com/office/officeart/2008/layout/LinedList"/>
    <dgm:cxn modelId="{160D357B-EA9C-4F32-88E2-3C74692631E8}" type="presParOf" srcId="{A3C03A65-0AA4-4872-94C8-12287BE36E50}" destId="{49ACAB57-3684-47FA-8104-823408FD0571}" srcOrd="0" destOrd="0" presId="urn:microsoft.com/office/officeart/2008/layout/LinedList"/>
    <dgm:cxn modelId="{2F99894A-C8F4-4F4A-BC08-CF104C746B6E}" type="presParOf" srcId="{A3C03A65-0AA4-4872-94C8-12287BE36E50}" destId="{C3275A5F-EC9F-437D-AF50-3ECE7A0F757B}" srcOrd="1" destOrd="0" presId="urn:microsoft.com/office/officeart/2008/layout/LinedList"/>
    <dgm:cxn modelId="{C3F7A4EE-C926-44D0-88EC-C7EE4795E0D0}" type="presParOf" srcId="{C355D0BD-1A49-41A5-B860-D837EDE8EFD6}" destId="{7FFC453A-82E8-40C3-8860-4974115F4858}" srcOrd="26" destOrd="0" presId="urn:microsoft.com/office/officeart/2008/layout/LinedList"/>
    <dgm:cxn modelId="{CD81D5D9-5B65-4E6F-A2A8-0D58FF7BFE9D}" type="presParOf" srcId="{C355D0BD-1A49-41A5-B860-D837EDE8EFD6}" destId="{9ADF5FAD-7A43-4D9A-B678-3262B6F48752}" srcOrd="27" destOrd="0" presId="urn:microsoft.com/office/officeart/2008/layout/LinedList"/>
    <dgm:cxn modelId="{5E48C8C3-0123-4109-8325-C0B3C6EC6108}" type="presParOf" srcId="{9ADF5FAD-7A43-4D9A-B678-3262B6F48752}" destId="{AADB2E70-1A03-42A5-B4FE-BFC919E3E31F}" srcOrd="0" destOrd="0" presId="urn:microsoft.com/office/officeart/2008/layout/LinedList"/>
    <dgm:cxn modelId="{425249A4-B030-4B6F-9DBB-88313590F47A}" type="presParOf" srcId="{9ADF5FAD-7A43-4D9A-B678-3262B6F48752}" destId="{163D47E7-66D5-4A80-A7BE-9AE0D1676A3E}" srcOrd="1" destOrd="0" presId="urn:microsoft.com/office/officeart/2008/layout/LinedList"/>
    <dgm:cxn modelId="{AEFCF739-211D-49FC-9819-806F3DDB2B3A}" type="presParOf" srcId="{C355D0BD-1A49-41A5-B860-D837EDE8EFD6}" destId="{CDF11385-840C-4048-A9D2-113F692229F2}" srcOrd="28" destOrd="0" presId="urn:microsoft.com/office/officeart/2008/layout/LinedList"/>
    <dgm:cxn modelId="{B5DF8EC4-FD58-4876-9EBB-20A6682CACE8}" type="presParOf" srcId="{C355D0BD-1A49-41A5-B860-D837EDE8EFD6}" destId="{F5766B71-E9F0-4AA4-8CD9-3630C9F30B74}" srcOrd="29" destOrd="0" presId="urn:microsoft.com/office/officeart/2008/layout/LinedList"/>
    <dgm:cxn modelId="{D2E1ECCA-AECA-4421-A84C-2471E96D93FF}" type="presParOf" srcId="{F5766B71-E9F0-4AA4-8CD9-3630C9F30B74}" destId="{0FA116F1-ABF6-4742-AD3B-EA30E29B1EAE}" srcOrd="0" destOrd="0" presId="urn:microsoft.com/office/officeart/2008/layout/LinedList"/>
    <dgm:cxn modelId="{A3E95E0A-33CC-4BA4-90FE-599C964A0C6F}" type="presParOf" srcId="{F5766B71-E9F0-4AA4-8CD9-3630C9F30B74}" destId="{0ABF4B51-2AD0-45B3-AED5-7B4B4CB02E26}" srcOrd="1" destOrd="0" presId="urn:microsoft.com/office/officeart/2008/layout/LinedList"/>
    <dgm:cxn modelId="{08B8B3C3-3F9B-4A29-9E3B-878C33D96F64}" type="presParOf" srcId="{C355D0BD-1A49-41A5-B860-D837EDE8EFD6}" destId="{3A788785-F43E-4339-A727-130DB82E7595}" srcOrd="30" destOrd="0" presId="urn:microsoft.com/office/officeart/2008/layout/LinedList"/>
    <dgm:cxn modelId="{3DD91CCA-B776-4671-B3B2-3D1F14BC5078}" type="presParOf" srcId="{C355D0BD-1A49-41A5-B860-D837EDE8EFD6}" destId="{412CE67E-9C3B-47C4-AC43-90FD29B25F29}" srcOrd="31" destOrd="0" presId="urn:microsoft.com/office/officeart/2008/layout/LinedList"/>
    <dgm:cxn modelId="{AA46745D-6751-4C34-A10A-F5049172AFB0}" type="presParOf" srcId="{412CE67E-9C3B-47C4-AC43-90FD29B25F29}" destId="{346ADB3B-0006-48DD-8DE9-87535749402F}" srcOrd="0" destOrd="0" presId="urn:microsoft.com/office/officeart/2008/layout/LinedList"/>
    <dgm:cxn modelId="{4E5CC605-7C74-4262-B66D-ADDE59667E85}" type="presParOf" srcId="{412CE67E-9C3B-47C4-AC43-90FD29B25F29}" destId="{61A637D8-2897-4869-9D93-B6881F4E218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7FC18B4-27C8-448B-A4F7-B463C50220E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079DC55-C96F-4964-A52A-11DE6B7BB12E}">
      <dgm:prSet/>
      <dgm:spPr/>
      <dgm:t>
        <a:bodyPr/>
        <a:lstStyle/>
        <a:p>
          <a:r>
            <a:rPr lang="en-IN" b="1"/>
            <a:t>Amazon Quick</a:t>
          </a:r>
          <a:r>
            <a:rPr lang="en-IN"/>
            <a:t> is presented in the course as Agentic AI designed for business users.</a:t>
          </a:r>
          <a:endParaRPr lang="en-US"/>
        </a:p>
      </dgm:t>
    </dgm:pt>
    <dgm:pt modelId="{6DEC7AEB-B17F-4B35-BDCE-6B32A406B6DB}" type="parTrans" cxnId="{6818EF67-DD56-4F4A-835A-F835B3DFDDE2}">
      <dgm:prSet/>
      <dgm:spPr/>
      <dgm:t>
        <a:bodyPr/>
        <a:lstStyle/>
        <a:p>
          <a:endParaRPr lang="en-US"/>
        </a:p>
      </dgm:t>
    </dgm:pt>
    <dgm:pt modelId="{064D0DAF-3A5D-471A-8B48-B1EF0A54551D}" type="sibTrans" cxnId="{6818EF67-DD56-4F4A-835A-F835B3DFDDE2}">
      <dgm:prSet/>
      <dgm:spPr/>
      <dgm:t>
        <a:bodyPr/>
        <a:lstStyle/>
        <a:p>
          <a:endParaRPr lang="en-US"/>
        </a:p>
      </dgm:t>
    </dgm:pt>
    <dgm:pt modelId="{65D2DD8E-DBA6-450E-BC3D-7FDD6B3DD727}">
      <dgm:prSet/>
      <dgm:spPr/>
      <dgm:t>
        <a:bodyPr/>
        <a:lstStyle/>
        <a:p>
          <a:r>
            <a:rPr lang="en-IN"/>
            <a:t>It combines capabilities such as </a:t>
          </a:r>
          <a:r>
            <a:rPr lang="en-IN" b="1"/>
            <a:t>chat, research, business intelligence, automation, and no-code applications</a:t>
          </a:r>
          <a:r>
            <a:rPr lang="en-IN"/>
            <a:t> in one environment.</a:t>
          </a:r>
          <a:endParaRPr lang="en-US"/>
        </a:p>
      </dgm:t>
    </dgm:pt>
    <dgm:pt modelId="{66A7296A-63F3-4808-AA8C-A2FE52773939}" type="parTrans" cxnId="{3D73A52D-2A80-422B-8787-422F2ABD8435}">
      <dgm:prSet/>
      <dgm:spPr/>
      <dgm:t>
        <a:bodyPr/>
        <a:lstStyle/>
        <a:p>
          <a:endParaRPr lang="en-US"/>
        </a:p>
      </dgm:t>
    </dgm:pt>
    <dgm:pt modelId="{CD5E3F54-2AB0-4A38-BB84-9688D576A351}" type="sibTrans" cxnId="{3D73A52D-2A80-422B-8787-422F2ABD8435}">
      <dgm:prSet/>
      <dgm:spPr/>
      <dgm:t>
        <a:bodyPr/>
        <a:lstStyle/>
        <a:p>
          <a:endParaRPr lang="en-US"/>
        </a:p>
      </dgm:t>
    </dgm:pt>
    <dgm:pt modelId="{A6B2BE31-7447-4D5E-9D3D-0CCB74B2F78C}">
      <dgm:prSet/>
      <dgm:spPr/>
      <dgm:t>
        <a:bodyPr/>
        <a:lstStyle/>
        <a:p>
          <a:r>
            <a:rPr lang="en-IN"/>
            <a:t>It is fully managed, so business users do not need to deploy Foundation Models or manage AI infrastructure themselves.</a:t>
          </a:r>
          <a:endParaRPr lang="en-US"/>
        </a:p>
      </dgm:t>
    </dgm:pt>
    <dgm:pt modelId="{D1339D89-2F54-4DAA-99A0-E0EADE5AD836}" type="parTrans" cxnId="{D90D00A3-3261-4DAE-B3B3-51B6AF96BBBD}">
      <dgm:prSet/>
      <dgm:spPr/>
      <dgm:t>
        <a:bodyPr/>
        <a:lstStyle/>
        <a:p>
          <a:endParaRPr lang="en-US"/>
        </a:p>
      </dgm:t>
    </dgm:pt>
    <dgm:pt modelId="{5059BD19-5E23-4703-A3F1-40319D10282D}" type="sibTrans" cxnId="{D90D00A3-3261-4DAE-B3B3-51B6AF96BBBD}">
      <dgm:prSet/>
      <dgm:spPr/>
      <dgm:t>
        <a:bodyPr/>
        <a:lstStyle/>
        <a:p>
          <a:endParaRPr lang="en-US"/>
        </a:p>
      </dgm:t>
    </dgm:pt>
    <dgm:pt modelId="{7162BBBB-6571-4D0F-99FE-C2DAFB60ECD8}">
      <dgm:prSet/>
      <dgm:spPr/>
      <dgm:t>
        <a:bodyPr/>
        <a:lstStyle/>
        <a:p>
          <a:r>
            <a:rPr lang="en-IN"/>
            <a:t>Quick can connect to enterprise information using </a:t>
          </a:r>
          <a:r>
            <a:rPr lang="en-IN" b="1"/>
            <a:t>Knowledge Bases, connectors, structured data, MCP, and OpenAPI integrations</a:t>
          </a:r>
          <a:r>
            <a:rPr lang="en-IN"/>
            <a:t>.</a:t>
          </a:r>
          <a:endParaRPr lang="en-US"/>
        </a:p>
      </dgm:t>
    </dgm:pt>
    <dgm:pt modelId="{6875A1FD-FD7C-4D4D-8FB9-338917A75DF5}" type="parTrans" cxnId="{483D9D15-4451-44D2-B1BA-D56441C6AE35}">
      <dgm:prSet/>
      <dgm:spPr/>
      <dgm:t>
        <a:bodyPr/>
        <a:lstStyle/>
        <a:p>
          <a:endParaRPr lang="en-US"/>
        </a:p>
      </dgm:t>
    </dgm:pt>
    <dgm:pt modelId="{305E119A-954E-452C-9583-7B190E4C61BA}" type="sibTrans" cxnId="{483D9D15-4451-44D2-B1BA-D56441C6AE35}">
      <dgm:prSet/>
      <dgm:spPr/>
      <dgm:t>
        <a:bodyPr/>
        <a:lstStyle/>
        <a:p>
          <a:endParaRPr lang="en-US"/>
        </a:p>
      </dgm:t>
    </dgm:pt>
    <dgm:pt modelId="{553705D5-601A-4B95-AD9F-0DAF6CDF4C10}">
      <dgm:prSet/>
      <dgm:spPr/>
      <dgm:t>
        <a:bodyPr/>
        <a:lstStyle/>
        <a:p>
          <a:r>
            <a:rPr lang="en-IN"/>
            <a:t>It can be used through different interfaces such as a web application, desktop application, and integrations with tools used in the workplace.</a:t>
          </a:r>
          <a:endParaRPr lang="en-US"/>
        </a:p>
      </dgm:t>
    </dgm:pt>
    <dgm:pt modelId="{A7A93691-6433-4B8C-89FF-B7BFF7850A5B}" type="parTrans" cxnId="{5D30EC07-34C3-4080-882B-100832350881}">
      <dgm:prSet/>
      <dgm:spPr/>
      <dgm:t>
        <a:bodyPr/>
        <a:lstStyle/>
        <a:p>
          <a:endParaRPr lang="en-US"/>
        </a:p>
      </dgm:t>
    </dgm:pt>
    <dgm:pt modelId="{583472AA-F779-4789-B31D-EE4E3C4D42C1}" type="sibTrans" cxnId="{5D30EC07-34C3-4080-882B-100832350881}">
      <dgm:prSet/>
      <dgm:spPr/>
      <dgm:t>
        <a:bodyPr/>
        <a:lstStyle/>
        <a:p>
          <a:endParaRPr lang="en-US"/>
        </a:p>
      </dgm:t>
    </dgm:pt>
    <dgm:pt modelId="{29CA5CA8-CD90-441B-B2BB-08009388E640}">
      <dgm:prSet/>
      <dgm:spPr/>
      <dgm:t>
        <a:bodyPr/>
        <a:lstStyle/>
        <a:p>
          <a:r>
            <a:rPr lang="en-IN" b="1"/>
            <a:t>Main Idea:</a:t>
          </a:r>
          <a:endParaRPr lang="en-US"/>
        </a:p>
      </dgm:t>
    </dgm:pt>
    <dgm:pt modelId="{AFA8AAAF-0EF7-4BEE-AB73-6143D94D91A2}" type="parTrans" cxnId="{C507B197-2CCA-4913-86C4-35CC0095BF0F}">
      <dgm:prSet/>
      <dgm:spPr/>
      <dgm:t>
        <a:bodyPr/>
        <a:lstStyle/>
        <a:p>
          <a:endParaRPr lang="en-US"/>
        </a:p>
      </dgm:t>
    </dgm:pt>
    <dgm:pt modelId="{4060607D-57EB-465F-89A2-AA106FD7B75D}" type="sibTrans" cxnId="{C507B197-2CCA-4913-86C4-35CC0095BF0F}">
      <dgm:prSet/>
      <dgm:spPr/>
      <dgm:t>
        <a:bodyPr/>
        <a:lstStyle/>
        <a:p>
          <a:endParaRPr lang="en-US"/>
        </a:p>
      </dgm:t>
    </dgm:pt>
    <dgm:pt modelId="{1A0FB337-1D31-40EE-AAD1-4B733305A282}">
      <dgm:prSet/>
      <dgm:spPr/>
      <dgm:t>
        <a:bodyPr/>
        <a:lstStyle/>
        <a:p>
          <a:r>
            <a:rPr lang="en-IN" b="1"/>
            <a:t>Amazon Quick brings Agentic AI capabilities closer to everyday business users, not only developers.</a:t>
          </a:r>
          <a:endParaRPr lang="en-US"/>
        </a:p>
      </dgm:t>
    </dgm:pt>
    <dgm:pt modelId="{F4CB95E9-EF3A-4FD0-96FE-A9D84BCF905A}" type="parTrans" cxnId="{36D56607-E02C-43A7-8456-2F699B0A1250}">
      <dgm:prSet/>
      <dgm:spPr/>
      <dgm:t>
        <a:bodyPr/>
        <a:lstStyle/>
        <a:p>
          <a:endParaRPr lang="en-US"/>
        </a:p>
      </dgm:t>
    </dgm:pt>
    <dgm:pt modelId="{1C680601-B11B-489F-86C0-8A0F08CA39A3}" type="sibTrans" cxnId="{36D56607-E02C-43A7-8456-2F699B0A1250}">
      <dgm:prSet/>
      <dgm:spPr/>
      <dgm:t>
        <a:bodyPr/>
        <a:lstStyle/>
        <a:p>
          <a:endParaRPr lang="en-US"/>
        </a:p>
      </dgm:t>
    </dgm:pt>
    <dgm:pt modelId="{F29AC18F-2113-40B9-B247-60E0E7AD7CE3}" type="pres">
      <dgm:prSet presAssocID="{97FC18B4-27C8-448B-A4F7-B463C50220E3}" presName="linear" presStyleCnt="0">
        <dgm:presLayoutVars>
          <dgm:animLvl val="lvl"/>
          <dgm:resizeHandles val="exact"/>
        </dgm:presLayoutVars>
      </dgm:prSet>
      <dgm:spPr/>
    </dgm:pt>
    <dgm:pt modelId="{F113E0DD-5B3B-4D70-98B3-1D198E573DBB}" type="pres">
      <dgm:prSet presAssocID="{6079DC55-C96F-4964-A52A-11DE6B7BB12E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3BD8CA3E-880D-4456-BA5F-9DC831E1480A}" type="pres">
      <dgm:prSet presAssocID="{064D0DAF-3A5D-471A-8B48-B1EF0A54551D}" presName="spacer" presStyleCnt="0"/>
      <dgm:spPr/>
    </dgm:pt>
    <dgm:pt modelId="{A0277E6D-1AF5-4EAA-8613-72575970CA29}" type="pres">
      <dgm:prSet presAssocID="{65D2DD8E-DBA6-450E-BC3D-7FDD6B3DD727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C9DFB17C-E8CB-43C1-9C16-7B1FC2A82DAB}" type="pres">
      <dgm:prSet presAssocID="{CD5E3F54-2AB0-4A38-BB84-9688D576A351}" presName="spacer" presStyleCnt="0"/>
      <dgm:spPr/>
    </dgm:pt>
    <dgm:pt modelId="{ADCA6942-8F28-43A0-8F93-BAF352B5818F}" type="pres">
      <dgm:prSet presAssocID="{A6B2BE31-7447-4D5E-9D3D-0CCB74B2F78C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B7EE66AD-8B3F-460B-B273-4E038981B94A}" type="pres">
      <dgm:prSet presAssocID="{5059BD19-5E23-4703-A3F1-40319D10282D}" presName="spacer" presStyleCnt="0"/>
      <dgm:spPr/>
    </dgm:pt>
    <dgm:pt modelId="{A8F2D15A-A151-419B-B816-DAA4492596CC}" type="pres">
      <dgm:prSet presAssocID="{7162BBBB-6571-4D0F-99FE-C2DAFB60ECD8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1190FE49-588B-4E9B-A912-D32643CF771C}" type="pres">
      <dgm:prSet presAssocID="{305E119A-954E-452C-9583-7B190E4C61BA}" presName="spacer" presStyleCnt="0"/>
      <dgm:spPr/>
    </dgm:pt>
    <dgm:pt modelId="{68F666C0-0322-4009-B5B8-AE8BDF9B0A1B}" type="pres">
      <dgm:prSet presAssocID="{553705D5-601A-4B95-AD9F-0DAF6CDF4C10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313784E5-0875-4924-AB70-1D89ADBF4381}" type="pres">
      <dgm:prSet presAssocID="{583472AA-F779-4789-B31D-EE4E3C4D42C1}" presName="spacer" presStyleCnt="0"/>
      <dgm:spPr/>
    </dgm:pt>
    <dgm:pt modelId="{16866905-72C0-4595-96EC-54BEECD13895}" type="pres">
      <dgm:prSet presAssocID="{29CA5CA8-CD90-441B-B2BB-08009388E640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122363F4-1BE3-4CA4-BFF1-6398C4B00C9F}" type="pres">
      <dgm:prSet presAssocID="{4060607D-57EB-465F-89A2-AA106FD7B75D}" presName="spacer" presStyleCnt="0"/>
      <dgm:spPr/>
    </dgm:pt>
    <dgm:pt modelId="{4C0F8EFD-D762-4F4E-A572-9695ADD95DE8}" type="pres">
      <dgm:prSet presAssocID="{1A0FB337-1D31-40EE-AAD1-4B733305A282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36D56607-E02C-43A7-8456-2F699B0A1250}" srcId="{97FC18B4-27C8-448B-A4F7-B463C50220E3}" destId="{1A0FB337-1D31-40EE-AAD1-4B733305A282}" srcOrd="6" destOrd="0" parTransId="{F4CB95E9-EF3A-4FD0-96FE-A9D84BCF905A}" sibTransId="{1C680601-B11B-489F-86C0-8A0F08CA39A3}"/>
    <dgm:cxn modelId="{5D30EC07-34C3-4080-882B-100832350881}" srcId="{97FC18B4-27C8-448B-A4F7-B463C50220E3}" destId="{553705D5-601A-4B95-AD9F-0DAF6CDF4C10}" srcOrd="4" destOrd="0" parTransId="{A7A93691-6433-4B8C-89FF-B7BFF7850A5B}" sibTransId="{583472AA-F779-4789-B31D-EE4E3C4D42C1}"/>
    <dgm:cxn modelId="{483D9D15-4451-44D2-B1BA-D56441C6AE35}" srcId="{97FC18B4-27C8-448B-A4F7-B463C50220E3}" destId="{7162BBBB-6571-4D0F-99FE-C2DAFB60ECD8}" srcOrd="3" destOrd="0" parTransId="{6875A1FD-FD7C-4D4D-8FB9-338917A75DF5}" sibTransId="{305E119A-954E-452C-9583-7B190E4C61BA}"/>
    <dgm:cxn modelId="{0604F627-D18C-4451-A282-602634AEC941}" type="presOf" srcId="{7162BBBB-6571-4D0F-99FE-C2DAFB60ECD8}" destId="{A8F2D15A-A151-419B-B816-DAA4492596CC}" srcOrd="0" destOrd="0" presId="urn:microsoft.com/office/officeart/2005/8/layout/vList2"/>
    <dgm:cxn modelId="{3D73A52D-2A80-422B-8787-422F2ABD8435}" srcId="{97FC18B4-27C8-448B-A4F7-B463C50220E3}" destId="{65D2DD8E-DBA6-450E-BC3D-7FDD6B3DD727}" srcOrd="1" destOrd="0" parTransId="{66A7296A-63F3-4808-AA8C-A2FE52773939}" sibTransId="{CD5E3F54-2AB0-4A38-BB84-9688D576A351}"/>
    <dgm:cxn modelId="{B27A365E-F292-4E3B-9901-76D5CFE37451}" type="presOf" srcId="{A6B2BE31-7447-4D5E-9D3D-0CCB74B2F78C}" destId="{ADCA6942-8F28-43A0-8F93-BAF352B5818F}" srcOrd="0" destOrd="0" presId="urn:microsoft.com/office/officeart/2005/8/layout/vList2"/>
    <dgm:cxn modelId="{293C4260-9BAA-446C-845C-66223243A22D}" type="presOf" srcId="{553705D5-601A-4B95-AD9F-0DAF6CDF4C10}" destId="{68F666C0-0322-4009-B5B8-AE8BDF9B0A1B}" srcOrd="0" destOrd="0" presId="urn:microsoft.com/office/officeart/2005/8/layout/vList2"/>
    <dgm:cxn modelId="{6818EF67-DD56-4F4A-835A-F835B3DFDDE2}" srcId="{97FC18B4-27C8-448B-A4F7-B463C50220E3}" destId="{6079DC55-C96F-4964-A52A-11DE6B7BB12E}" srcOrd="0" destOrd="0" parTransId="{6DEC7AEB-B17F-4B35-BDCE-6B32A406B6DB}" sibTransId="{064D0DAF-3A5D-471A-8B48-B1EF0A54551D}"/>
    <dgm:cxn modelId="{A661FC50-B16D-4C24-96D9-C90D1F7EE86E}" type="presOf" srcId="{29CA5CA8-CD90-441B-B2BB-08009388E640}" destId="{16866905-72C0-4595-96EC-54BEECD13895}" srcOrd="0" destOrd="0" presId="urn:microsoft.com/office/officeart/2005/8/layout/vList2"/>
    <dgm:cxn modelId="{7067BA95-F301-4A82-A41C-3CA4F1750C39}" type="presOf" srcId="{6079DC55-C96F-4964-A52A-11DE6B7BB12E}" destId="{F113E0DD-5B3B-4D70-98B3-1D198E573DBB}" srcOrd="0" destOrd="0" presId="urn:microsoft.com/office/officeart/2005/8/layout/vList2"/>
    <dgm:cxn modelId="{C507B197-2CCA-4913-86C4-35CC0095BF0F}" srcId="{97FC18B4-27C8-448B-A4F7-B463C50220E3}" destId="{29CA5CA8-CD90-441B-B2BB-08009388E640}" srcOrd="5" destOrd="0" parTransId="{AFA8AAAF-0EF7-4BEE-AB73-6143D94D91A2}" sibTransId="{4060607D-57EB-465F-89A2-AA106FD7B75D}"/>
    <dgm:cxn modelId="{8269489E-140B-430F-A774-242BCE3C61E1}" type="presOf" srcId="{65D2DD8E-DBA6-450E-BC3D-7FDD6B3DD727}" destId="{A0277E6D-1AF5-4EAA-8613-72575970CA29}" srcOrd="0" destOrd="0" presId="urn:microsoft.com/office/officeart/2005/8/layout/vList2"/>
    <dgm:cxn modelId="{D90D00A3-3261-4DAE-B3B3-51B6AF96BBBD}" srcId="{97FC18B4-27C8-448B-A4F7-B463C50220E3}" destId="{A6B2BE31-7447-4D5E-9D3D-0CCB74B2F78C}" srcOrd="2" destOrd="0" parTransId="{D1339D89-2F54-4DAA-99A0-E0EADE5AD836}" sibTransId="{5059BD19-5E23-4703-A3F1-40319D10282D}"/>
    <dgm:cxn modelId="{65CC12C8-40A3-4275-9CD2-EB984C257087}" type="presOf" srcId="{97FC18B4-27C8-448B-A4F7-B463C50220E3}" destId="{F29AC18F-2113-40B9-B247-60E0E7AD7CE3}" srcOrd="0" destOrd="0" presId="urn:microsoft.com/office/officeart/2005/8/layout/vList2"/>
    <dgm:cxn modelId="{159114D9-39B8-41EA-87FD-2EB1309DC682}" type="presOf" srcId="{1A0FB337-1D31-40EE-AAD1-4B733305A282}" destId="{4C0F8EFD-D762-4F4E-A572-9695ADD95DE8}" srcOrd="0" destOrd="0" presId="urn:microsoft.com/office/officeart/2005/8/layout/vList2"/>
    <dgm:cxn modelId="{CEEC443B-8BD8-4B14-9F03-7329202C9610}" type="presParOf" srcId="{F29AC18F-2113-40B9-B247-60E0E7AD7CE3}" destId="{F113E0DD-5B3B-4D70-98B3-1D198E573DBB}" srcOrd="0" destOrd="0" presId="urn:microsoft.com/office/officeart/2005/8/layout/vList2"/>
    <dgm:cxn modelId="{205FCC15-8515-4C63-B9FD-69C117CBB410}" type="presParOf" srcId="{F29AC18F-2113-40B9-B247-60E0E7AD7CE3}" destId="{3BD8CA3E-880D-4456-BA5F-9DC831E1480A}" srcOrd="1" destOrd="0" presId="urn:microsoft.com/office/officeart/2005/8/layout/vList2"/>
    <dgm:cxn modelId="{813D6688-A604-4209-A030-FBA436BA4190}" type="presParOf" srcId="{F29AC18F-2113-40B9-B247-60E0E7AD7CE3}" destId="{A0277E6D-1AF5-4EAA-8613-72575970CA29}" srcOrd="2" destOrd="0" presId="urn:microsoft.com/office/officeart/2005/8/layout/vList2"/>
    <dgm:cxn modelId="{DBB96617-5584-4360-A16E-64223BB57071}" type="presParOf" srcId="{F29AC18F-2113-40B9-B247-60E0E7AD7CE3}" destId="{C9DFB17C-E8CB-43C1-9C16-7B1FC2A82DAB}" srcOrd="3" destOrd="0" presId="urn:microsoft.com/office/officeart/2005/8/layout/vList2"/>
    <dgm:cxn modelId="{EDB06805-421F-4F70-8BC8-E711DC87BC8B}" type="presParOf" srcId="{F29AC18F-2113-40B9-B247-60E0E7AD7CE3}" destId="{ADCA6942-8F28-43A0-8F93-BAF352B5818F}" srcOrd="4" destOrd="0" presId="urn:microsoft.com/office/officeart/2005/8/layout/vList2"/>
    <dgm:cxn modelId="{4166CE15-781A-4CC9-A908-DEF9A98891E2}" type="presParOf" srcId="{F29AC18F-2113-40B9-B247-60E0E7AD7CE3}" destId="{B7EE66AD-8B3F-460B-B273-4E038981B94A}" srcOrd="5" destOrd="0" presId="urn:microsoft.com/office/officeart/2005/8/layout/vList2"/>
    <dgm:cxn modelId="{8A59CD37-5ACA-42E1-BA01-CED9E0C1284A}" type="presParOf" srcId="{F29AC18F-2113-40B9-B247-60E0E7AD7CE3}" destId="{A8F2D15A-A151-419B-B816-DAA4492596CC}" srcOrd="6" destOrd="0" presId="urn:microsoft.com/office/officeart/2005/8/layout/vList2"/>
    <dgm:cxn modelId="{14FE7633-E644-47A0-ACE0-4E16C18F23A9}" type="presParOf" srcId="{F29AC18F-2113-40B9-B247-60E0E7AD7CE3}" destId="{1190FE49-588B-4E9B-A912-D32643CF771C}" srcOrd="7" destOrd="0" presId="urn:microsoft.com/office/officeart/2005/8/layout/vList2"/>
    <dgm:cxn modelId="{5D4E0CF8-50F7-40EC-ADB8-AE7A2D293361}" type="presParOf" srcId="{F29AC18F-2113-40B9-B247-60E0E7AD7CE3}" destId="{68F666C0-0322-4009-B5B8-AE8BDF9B0A1B}" srcOrd="8" destOrd="0" presId="urn:microsoft.com/office/officeart/2005/8/layout/vList2"/>
    <dgm:cxn modelId="{704F233A-00E6-406F-B2A4-A859E4AA789B}" type="presParOf" srcId="{F29AC18F-2113-40B9-B247-60E0E7AD7CE3}" destId="{313784E5-0875-4924-AB70-1D89ADBF4381}" srcOrd="9" destOrd="0" presId="urn:microsoft.com/office/officeart/2005/8/layout/vList2"/>
    <dgm:cxn modelId="{F5D9A516-C173-4059-A095-D86E35AC53E9}" type="presParOf" srcId="{F29AC18F-2113-40B9-B247-60E0E7AD7CE3}" destId="{16866905-72C0-4595-96EC-54BEECD13895}" srcOrd="10" destOrd="0" presId="urn:microsoft.com/office/officeart/2005/8/layout/vList2"/>
    <dgm:cxn modelId="{8351209F-E9E9-4FE7-BC4E-E5841A7924CB}" type="presParOf" srcId="{F29AC18F-2113-40B9-B247-60E0E7AD7CE3}" destId="{122363F4-1BE3-4CA4-BFF1-6398C4B00C9F}" srcOrd="11" destOrd="0" presId="urn:microsoft.com/office/officeart/2005/8/layout/vList2"/>
    <dgm:cxn modelId="{AA810CDB-F943-42D8-AAE4-FBD6E2479496}" type="presParOf" srcId="{F29AC18F-2113-40B9-B247-60E0E7AD7CE3}" destId="{4C0F8EFD-D762-4F4E-A572-9695ADD95DE8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4064A9-9479-42BD-B993-7F86AC179E00}">
      <dsp:nvSpPr>
        <dsp:cNvPr id="0" name=""/>
        <dsp:cNvSpPr/>
      </dsp:nvSpPr>
      <dsp:spPr>
        <a:xfrm>
          <a:off x="0" y="410138"/>
          <a:ext cx="10515600" cy="3194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AI agents often need many external tools, APIs, Lambda functions, or business services.</a:t>
          </a:r>
          <a:endParaRPr lang="en-US" sz="1300" kern="1200"/>
        </a:p>
      </dsp:txBody>
      <dsp:txXfrm>
        <a:off x="15592" y="425730"/>
        <a:ext cx="10484416" cy="288226"/>
      </dsp:txXfrm>
    </dsp:sp>
    <dsp:sp modelId="{91B968FB-3A6C-4AD3-9A90-B5C18C1851A2}">
      <dsp:nvSpPr>
        <dsp:cNvPr id="0" name=""/>
        <dsp:cNvSpPr/>
      </dsp:nvSpPr>
      <dsp:spPr>
        <a:xfrm>
          <a:off x="0" y="766988"/>
          <a:ext cx="10515600" cy="3194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Managing every connection separately can become difficult as the number of tools increases.</a:t>
          </a:r>
          <a:endParaRPr lang="en-US" sz="1300" kern="1200"/>
        </a:p>
      </dsp:txBody>
      <dsp:txXfrm>
        <a:off x="15592" y="782580"/>
        <a:ext cx="10484416" cy="288226"/>
      </dsp:txXfrm>
    </dsp:sp>
    <dsp:sp modelId="{7CB9FC4D-AEDB-491D-9CB8-1793961F0418}">
      <dsp:nvSpPr>
        <dsp:cNvPr id="0" name=""/>
        <dsp:cNvSpPr/>
      </dsp:nvSpPr>
      <dsp:spPr>
        <a:xfrm>
          <a:off x="0" y="1123838"/>
          <a:ext cx="10515600" cy="3194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/>
            <a:t>AgentCore Gateway</a:t>
          </a:r>
          <a:r>
            <a:rPr lang="en-IN" sz="1300" kern="1200"/>
            <a:t> provides a central way to expose external services as tools that agents can access.</a:t>
          </a:r>
          <a:endParaRPr lang="en-US" sz="1300" kern="1200"/>
        </a:p>
      </dsp:txBody>
      <dsp:txXfrm>
        <a:off x="15592" y="1139430"/>
        <a:ext cx="10484416" cy="288226"/>
      </dsp:txXfrm>
    </dsp:sp>
    <dsp:sp modelId="{6D4A1E68-4366-4AFB-B778-9E15580D22B7}">
      <dsp:nvSpPr>
        <dsp:cNvPr id="0" name=""/>
        <dsp:cNvSpPr/>
      </dsp:nvSpPr>
      <dsp:spPr>
        <a:xfrm>
          <a:off x="0" y="1480688"/>
          <a:ext cx="10515600" cy="3194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Gateway can connect to targets such as </a:t>
          </a:r>
          <a:r>
            <a:rPr lang="en-IN" sz="1300" b="1" kern="1200"/>
            <a:t>OpenAPI-based REST services, AWS Lambda functions, and other supported service definitions</a:t>
          </a:r>
          <a:r>
            <a:rPr lang="en-IN" sz="1300" kern="1200"/>
            <a:t>.</a:t>
          </a:r>
          <a:endParaRPr lang="en-US" sz="1300" kern="1200"/>
        </a:p>
      </dsp:txBody>
      <dsp:txXfrm>
        <a:off x="15592" y="1496280"/>
        <a:ext cx="10484416" cy="288226"/>
      </dsp:txXfrm>
    </dsp:sp>
    <dsp:sp modelId="{44E7EEB7-FEA9-4F2E-86A5-F32346402AC4}">
      <dsp:nvSpPr>
        <dsp:cNvPr id="0" name=""/>
        <dsp:cNvSpPr/>
      </dsp:nvSpPr>
      <dsp:spPr>
        <a:xfrm>
          <a:off x="0" y="1837538"/>
          <a:ext cx="10515600" cy="3194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It can convert these capabilities into tools that agents can discover and use through a more consistent interface.</a:t>
          </a:r>
          <a:endParaRPr lang="en-US" sz="1300" kern="1200"/>
        </a:p>
      </dsp:txBody>
      <dsp:txXfrm>
        <a:off x="15592" y="1853130"/>
        <a:ext cx="10484416" cy="288226"/>
      </dsp:txXfrm>
    </dsp:sp>
    <dsp:sp modelId="{645B267B-6CBE-49BC-ABC4-E0700B731B40}">
      <dsp:nvSpPr>
        <dsp:cNvPr id="0" name=""/>
        <dsp:cNvSpPr/>
      </dsp:nvSpPr>
      <dsp:spPr>
        <a:xfrm>
          <a:off x="0" y="2194388"/>
          <a:ext cx="10515600" cy="3194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Gateway can also help manage authentication and credentials when the agent connects to external systems.</a:t>
          </a:r>
          <a:endParaRPr lang="en-US" sz="1300" kern="1200"/>
        </a:p>
      </dsp:txBody>
      <dsp:txXfrm>
        <a:off x="15592" y="2209980"/>
        <a:ext cx="10484416" cy="288226"/>
      </dsp:txXfrm>
    </dsp:sp>
    <dsp:sp modelId="{ACF3018F-BA5C-4EF7-AF45-9EDA8AA7E462}">
      <dsp:nvSpPr>
        <dsp:cNvPr id="0" name=""/>
        <dsp:cNvSpPr/>
      </dsp:nvSpPr>
      <dsp:spPr>
        <a:xfrm>
          <a:off x="0" y="2551239"/>
          <a:ext cx="10515600" cy="3194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/>
            <a:t>Simple Flow:</a:t>
          </a:r>
          <a:endParaRPr lang="en-US" sz="1300" kern="1200"/>
        </a:p>
      </dsp:txBody>
      <dsp:txXfrm>
        <a:off x="15592" y="2566831"/>
        <a:ext cx="10484416" cy="288226"/>
      </dsp:txXfrm>
    </dsp:sp>
    <dsp:sp modelId="{43922949-C419-48A1-8982-88BB4714F4C7}">
      <dsp:nvSpPr>
        <dsp:cNvPr id="0" name=""/>
        <dsp:cNvSpPr/>
      </dsp:nvSpPr>
      <dsp:spPr>
        <a:xfrm>
          <a:off x="0" y="2908089"/>
          <a:ext cx="10515600" cy="3194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/>
            <a:t>Agent → AgentCore Gateway → API / Lambda / Business Service</a:t>
          </a:r>
          <a:endParaRPr lang="en-US" sz="1300" kern="1200"/>
        </a:p>
      </dsp:txBody>
      <dsp:txXfrm>
        <a:off x="15592" y="2923681"/>
        <a:ext cx="10484416" cy="288226"/>
      </dsp:txXfrm>
    </dsp:sp>
    <dsp:sp modelId="{6D0664AC-34A1-4AD3-9E55-0B07B4904679}">
      <dsp:nvSpPr>
        <dsp:cNvPr id="0" name=""/>
        <dsp:cNvSpPr/>
      </dsp:nvSpPr>
      <dsp:spPr>
        <a:xfrm>
          <a:off x="0" y="3264939"/>
          <a:ext cx="10515600" cy="3194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/>
            <a:t>Main Idea:</a:t>
          </a:r>
          <a:endParaRPr lang="en-US" sz="1300" kern="1200"/>
        </a:p>
      </dsp:txBody>
      <dsp:txXfrm>
        <a:off x="15592" y="3280531"/>
        <a:ext cx="10484416" cy="288226"/>
      </dsp:txXfrm>
    </dsp:sp>
    <dsp:sp modelId="{728B9168-2B92-406F-B3F6-A8C2EB1DC2D6}">
      <dsp:nvSpPr>
        <dsp:cNvPr id="0" name=""/>
        <dsp:cNvSpPr/>
      </dsp:nvSpPr>
      <dsp:spPr>
        <a:xfrm>
          <a:off x="0" y="3621789"/>
          <a:ext cx="10515600" cy="3194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/>
            <a:t>Gateway acts like a controlled doorway between the AI agent and external tools.</a:t>
          </a:r>
          <a:endParaRPr lang="en-US" sz="1300" kern="1200"/>
        </a:p>
      </dsp:txBody>
      <dsp:txXfrm>
        <a:off x="15592" y="3637381"/>
        <a:ext cx="10484416" cy="2882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A1505E-D8C5-40D2-BB99-B7599F2BDBDC}">
      <dsp:nvSpPr>
        <dsp:cNvPr id="0" name=""/>
        <dsp:cNvSpPr/>
      </dsp:nvSpPr>
      <dsp:spPr>
        <a:xfrm>
          <a:off x="0" y="464"/>
          <a:ext cx="6830568" cy="63997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68632D-447E-4AE8-9877-A5384E8534FF}">
      <dsp:nvSpPr>
        <dsp:cNvPr id="0" name=""/>
        <dsp:cNvSpPr/>
      </dsp:nvSpPr>
      <dsp:spPr>
        <a:xfrm>
          <a:off x="193591" y="144458"/>
          <a:ext cx="351983" cy="3519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E5FE25-1BDD-4047-8F4A-F77656D39629}">
      <dsp:nvSpPr>
        <dsp:cNvPr id="0" name=""/>
        <dsp:cNvSpPr/>
      </dsp:nvSpPr>
      <dsp:spPr>
        <a:xfrm>
          <a:off x="739166" y="464"/>
          <a:ext cx="6091401" cy="639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730" tIns="67730" rIns="67730" bIns="6773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Model Context Protocol, or MCP,</a:t>
          </a:r>
          <a:r>
            <a:rPr lang="en-IN" sz="1400" kern="1200"/>
            <a:t> is a standardized way for AI applications to communicate with external tools and information sources.</a:t>
          </a:r>
          <a:endParaRPr lang="en-US" sz="1400" kern="1200"/>
        </a:p>
      </dsp:txBody>
      <dsp:txXfrm>
        <a:off x="739166" y="464"/>
        <a:ext cx="6091401" cy="639970"/>
      </dsp:txXfrm>
    </dsp:sp>
    <dsp:sp modelId="{378C6FC1-CC72-43F8-9B4A-EA890783DE29}">
      <dsp:nvSpPr>
        <dsp:cNvPr id="0" name=""/>
        <dsp:cNvSpPr/>
      </dsp:nvSpPr>
      <dsp:spPr>
        <a:xfrm>
          <a:off x="0" y="800428"/>
          <a:ext cx="6830568" cy="63997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746F18-80B9-4951-AC3C-BEAF3646B5D8}">
      <dsp:nvSpPr>
        <dsp:cNvPr id="0" name=""/>
        <dsp:cNvSpPr/>
      </dsp:nvSpPr>
      <dsp:spPr>
        <a:xfrm>
          <a:off x="193591" y="944421"/>
          <a:ext cx="351983" cy="3519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998463-355A-44A7-B663-54C8A389BCC8}">
      <dsp:nvSpPr>
        <dsp:cNvPr id="0" name=""/>
        <dsp:cNvSpPr/>
      </dsp:nvSpPr>
      <dsp:spPr>
        <a:xfrm>
          <a:off x="739166" y="800428"/>
          <a:ext cx="6091401" cy="639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730" tIns="67730" rIns="67730" bIns="6773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Instead of every agent framework creating a completely different integration for every service, MCP provides a more consistent interaction pattern.</a:t>
          </a:r>
          <a:endParaRPr lang="en-US" sz="1400" kern="1200"/>
        </a:p>
      </dsp:txBody>
      <dsp:txXfrm>
        <a:off x="739166" y="800428"/>
        <a:ext cx="6091401" cy="639970"/>
      </dsp:txXfrm>
    </dsp:sp>
    <dsp:sp modelId="{62316907-35DE-47EB-A567-75EFD9F3CA59}">
      <dsp:nvSpPr>
        <dsp:cNvPr id="0" name=""/>
        <dsp:cNvSpPr/>
      </dsp:nvSpPr>
      <dsp:spPr>
        <a:xfrm>
          <a:off x="0" y="1600391"/>
          <a:ext cx="6830568" cy="63997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9C6753-B5A0-422A-BFAA-F72F8C0C5A34}">
      <dsp:nvSpPr>
        <dsp:cNvPr id="0" name=""/>
        <dsp:cNvSpPr/>
      </dsp:nvSpPr>
      <dsp:spPr>
        <a:xfrm>
          <a:off x="193591" y="1744384"/>
          <a:ext cx="351983" cy="3519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6BB07B-49AC-4AF7-9DF2-14CAC1A527DC}">
      <dsp:nvSpPr>
        <dsp:cNvPr id="0" name=""/>
        <dsp:cNvSpPr/>
      </dsp:nvSpPr>
      <dsp:spPr>
        <a:xfrm>
          <a:off x="739166" y="1600391"/>
          <a:ext cx="6091401" cy="639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730" tIns="67730" rIns="67730" bIns="6773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MCP servers can expose </a:t>
          </a:r>
          <a:r>
            <a:rPr lang="en-IN" sz="1400" b="1" kern="1200"/>
            <a:t>tools, resources, and prompts</a:t>
          </a:r>
          <a:r>
            <a:rPr lang="en-IN" sz="1400" kern="1200"/>
            <a:t> that AI applications can discover and use.</a:t>
          </a:r>
          <a:endParaRPr lang="en-US" sz="1400" kern="1200"/>
        </a:p>
      </dsp:txBody>
      <dsp:txXfrm>
        <a:off x="739166" y="1600391"/>
        <a:ext cx="6091401" cy="639970"/>
      </dsp:txXfrm>
    </dsp:sp>
    <dsp:sp modelId="{797AA738-3BE2-47D9-8423-0ED18ED8276D}">
      <dsp:nvSpPr>
        <dsp:cNvPr id="0" name=""/>
        <dsp:cNvSpPr/>
      </dsp:nvSpPr>
      <dsp:spPr>
        <a:xfrm>
          <a:off x="0" y="2400354"/>
          <a:ext cx="6830568" cy="63997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95AC05-3D18-4F8F-B134-D177D1DB8027}">
      <dsp:nvSpPr>
        <dsp:cNvPr id="0" name=""/>
        <dsp:cNvSpPr/>
      </dsp:nvSpPr>
      <dsp:spPr>
        <a:xfrm>
          <a:off x="193591" y="2544348"/>
          <a:ext cx="351983" cy="3519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02157D-EB57-4E85-BB36-6ECE0D20EF11}">
      <dsp:nvSpPr>
        <dsp:cNvPr id="0" name=""/>
        <dsp:cNvSpPr/>
      </dsp:nvSpPr>
      <dsp:spPr>
        <a:xfrm>
          <a:off x="739166" y="2400354"/>
          <a:ext cx="6091401" cy="639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730" tIns="67730" rIns="67730" bIns="6773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Many different agent frameworks can connect to MCP servers, including Strands-based applications.</a:t>
          </a:r>
          <a:endParaRPr lang="en-US" sz="1400" kern="1200"/>
        </a:p>
      </dsp:txBody>
      <dsp:txXfrm>
        <a:off x="739166" y="2400354"/>
        <a:ext cx="6091401" cy="639970"/>
      </dsp:txXfrm>
    </dsp:sp>
    <dsp:sp modelId="{0912490E-BEC5-482A-B662-4C5731EF04CE}">
      <dsp:nvSpPr>
        <dsp:cNvPr id="0" name=""/>
        <dsp:cNvSpPr/>
      </dsp:nvSpPr>
      <dsp:spPr>
        <a:xfrm>
          <a:off x="0" y="3200317"/>
          <a:ext cx="6830568" cy="63997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C5986A-EAB5-4264-8210-9E4B00875BDB}">
      <dsp:nvSpPr>
        <dsp:cNvPr id="0" name=""/>
        <dsp:cNvSpPr/>
      </dsp:nvSpPr>
      <dsp:spPr>
        <a:xfrm>
          <a:off x="193591" y="3344311"/>
          <a:ext cx="351983" cy="3519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B5C481-75F9-4FD7-B844-C1F77EBC7076}">
      <dsp:nvSpPr>
        <dsp:cNvPr id="0" name=""/>
        <dsp:cNvSpPr/>
      </dsp:nvSpPr>
      <dsp:spPr>
        <a:xfrm>
          <a:off x="739166" y="3200317"/>
          <a:ext cx="6091401" cy="639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730" tIns="67730" rIns="67730" bIns="6773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The course describes MCP with a simple comparison: it acts somewhat like a </a:t>
          </a:r>
          <a:r>
            <a:rPr lang="en-IN" sz="1400" b="1" kern="1200"/>
            <a:t>common connection standard for AI applications and tools</a:t>
          </a:r>
          <a:r>
            <a:rPr lang="en-IN" sz="1400" kern="1200"/>
            <a:t>.</a:t>
          </a:r>
          <a:endParaRPr lang="en-US" sz="1400" kern="1200"/>
        </a:p>
      </dsp:txBody>
      <dsp:txXfrm>
        <a:off x="739166" y="3200317"/>
        <a:ext cx="6091401" cy="639970"/>
      </dsp:txXfrm>
    </dsp:sp>
    <dsp:sp modelId="{F48DB1E4-2A4D-4C11-A6B2-93E474DC667D}">
      <dsp:nvSpPr>
        <dsp:cNvPr id="0" name=""/>
        <dsp:cNvSpPr/>
      </dsp:nvSpPr>
      <dsp:spPr>
        <a:xfrm>
          <a:off x="0" y="4000281"/>
          <a:ext cx="6830568" cy="63997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7F89E7-6349-43E9-B8D9-0FA367BFEE00}">
      <dsp:nvSpPr>
        <dsp:cNvPr id="0" name=""/>
        <dsp:cNvSpPr/>
      </dsp:nvSpPr>
      <dsp:spPr>
        <a:xfrm>
          <a:off x="193591" y="4144274"/>
          <a:ext cx="351983" cy="3519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07827F-D2E6-4A99-9C34-C3AA155BA0BC}">
      <dsp:nvSpPr>
        <dsp:cNvPr id="0" name=""/>
        <dsp:cNvSpPr/>
      </dsp:nvSpPr>
      <dsp:spPr>
        <a:xfrm>
          <a:off x="739166" y="4000281"/>
          <a:ext cx="6091401" cy="639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730" tIns="67730" rIns="67730" bIns="6773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Main Idea:</a:t>
          </a:r>
          <a:endParaRPr lang="en-US" sz="1400" kern="1200"/>
        </a:p>
      </dsp:txBody>
      <dsp:txXfrm>
        <a:off x="739166" y="4000281"/>
        <a:ext cx="6091401" cy="639970"/>
      </dsp:txXfrm>
    </dsp:sp>
    <dsp:sp modelId="{84D41A17-5C8A-4B3A-8E14-C786A5E95074}">
      <dsp:nvSpPr>
        <dsp:cNvPr id="0" name=""/>
        <dsp:cNvSpPr/>
      </dsp:nvSpPr>
      <dsp:spPr>
        <a:xfrm>
          <a:off x="0" y="4800244"/>
          <a:ext cx="6830568" cy="63997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997EAB-61AD-4E4D-997E-68BAA96D9FCD}">
      <dsp:nvSpPr>
        <dsp:cNvPr id="0" name=""/>
        <dsp:cNvSpPr/>
      </dsp:nvSpPr>
      <dsp:spPr>
        <a:xfrm>
          <a:off x="193591" y="4944237"/>
          <a:ext cx="351983" cy="3519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9BE8B-5FB1-4C28-AB11-55361D46D4A3}">
      <dsp:nvSpPr>
        <dsp:cNvPr id="0" name=""/>
        <dsp:cNvSpPr/>
      </dsp:nvSpPr>
      <dsp:spPr>
        <a:xfrm>
          <a:off x="739166" y="4800244"/>
          <a:ext cx="6091401" cy="639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730" tIns="67730" rIns="67730" bIns="6773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MCP makes it easier for different AI applications to connect to external capabilities using a common interface.</a:t>
          </a:r>
          <a:endParaRPr lang="en-US" sz="1400" kern="1200"/>
        </a:p>
      </dsp:txBody>
      <dsp:txXfrm>
        <a:off x="739166" y="4800244"/>
        <a:ext cx="6091401" cy="6399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8B2E69-7ED6-4672-9A94-F33BEF279398}">
      <dsp:nvSpPr>
        <dsp:cNvPr id="0" name=""/>
        <dsp:cNvSpPr/>
      </dsp:nvSpPr>
      <dsp:spPr>
        <a:xfrm>
          <a:off x="0" y="2496"/>
          <a:ext cx="10515600" cy="46750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ED4D3D-A82A-4173-8ABC-C9A87D6AC36C}">
      <dsp:nvSpPr>
        <dsp:cNvPr id="0" name=""/>
        <dsp:cNvSpPr/>
      </dsp:nvSpPr>
      <dsp:spPr>
        <a:xfrm>
          <a:off x="141420" y="107685"/>
          <a:ext cx="257379" cy="2571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092D1A-B9A1-4FDA-AE9B-727A33A6202C}">
      <dsp:nvSpPr>
        <dsp:cNvPr id="0" name=""/>
        <dsp:cNvSpPr/>
      </dsp:nvSpPr>
      <dsp:spPr>
        <a:xfrm>
          <a:off x="540220" y="2496"/>
          <a:ext cx="9950973" cy="511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16" tIns="54116" rIns="54116" bIns="541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Agentic AI can automate many tasks, but not every decision should be completely automatic.</a:t>
          </a:r>
          <a:endParaRPr lang="en-US" sz="1400" kern="1200"/>
        </a:p>
      </dsp:txBody>
      <dsp:txXfrm>
        <a:off x="540220" y="2496"/>
        <a:ext cx="9950973" cy="511334"/>
      </dsp:txXfrm>
    </dsp:sp>
    <dsp:sp modelId="{1B65F444-1832-4E05-B0B2-82AE8F3F082A}">
      <dsp:nvSpPr>
        <dsp:cNvPr id="0" name=""/>
        <dsp:cNvSpPr/>
      </dsp:nvSpPr>
      <dsp:spPr>
        <a:xfrm>
          <a:off x="0" y="641664"/>
          <a:ext cx="10515600" cy="46750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858628-915C-42C3-9E19-923B847D79E6}">
      <dsp:nvSpPr>
        <dsp:cNvPr id="0" name=""/>
        <dsp:cNvSpPr/>
      </dsp:nvSpPr>
      <dsp:spPr>
        <a:xfrm>
          <a:off x="141420" y="746853"/>
          <a:ext cx="257379" cy="2571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7E29A5-48F2-48DD-BB73-2F2ABA728EEE}">
      <dsp:nvSpPr>
        <dsp:cNvPr id="0" name=""/>
        <dsp:cNvSpPr/>
      </dsp:nvSpPr>
      <dsp:spPr>
        <a:xfrm>
          <a:off x="540220" y="641664"/>
          <a:ext cx="9950973" cy="511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16" tIns="54116" rIns="54116" bIns="541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Some requests may involve </a:t>
          </a:r>
          <a:r>
            <a:rPr lang="en-IN" sz="1400" b="1" kern="1200"/>
            <a:t>high risk, uncertainty, sensitive information, or business decisions</a:t>
          </a:r>
          <a:r>
            <a:rPr lang="en-IN" sz="1400" kern="1200"/>
            <a:t> where human review is still important.</a:t>
          </a:r>
          <a:endParaRPr lang="en-US" sz="1400" kern="1200"/>
        </a:p>
      </dsp:txBody>
      <dsp:txXfrm>
        <a:off x="540220" y="641664"/>
        <a:ext cx="9950973" cy="511334"/>
      </dsp:txXfrm>
    </dsp:sp>
    <dsp:sp modelId="{1990B152-17DA-4203-822E-672DCC7583BD}">
      <dsp:nvSpPr>
        <dsp:cNvPr id="0" name=""/>
        <dsp:cNvSpPr/>
      </dsp:nvSpPr>
      <dsp:spPr>
        <a:xfrm>
          <a:off x="0" y="1280833"/>
          <a:ext cx="10515600" cy="46750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5243CF-8025-4794-BCD2-F8D302C3562F}">
      <dsp:nvSpPr>
        <dsp:cNvPr id="0" name=""/>
        <dsp:cNvSpPr/>
      </dsp:nvSpPr>
      <dsp:spPr>
        <a:xfrm>
          <a:off x="141420" y="1386021"/>
          <a:ext cx="257379" cy="2571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D84A91-3D7C-4320-B188-05CC54C686E4}">
      <dsp:nvSpPr>
        <dsp:cNvPr id="0" name=""/>
        <dsp:cNvSpPr/>
      </dsp:nvSpPr>
      <dsp:spPr>
        <a:xfrm>
          <a:off x="540220" y="1280833"/>
          <a:ext cx="9950973" cy="511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16" tIns="54116" rIns="54116" bIns="541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A </a:t>
          </a:r>
          <a:r>
            <a:rPr lang="en-IN" sz="1400" b="1" kern="1200"/>
            <a:t>human-in-the-loop</a:t>
          </a:r>
          <a:r>
            <a:rPr lang="en-IN" sz="1400" kern="1200"/>
            <a:t> system keeps people involved at important stages instead of allowing the AI to make every final decision alone.</a:t>
          </a:r>
          <a:endParaRPr lang="en-US" sz="1400" kern="1200"/>
        </a:p>
      </dsp:txBody>
      <dsp:txXfrm>
        <a:off x="540220" y="1280833"/>
        <a:ext cx="9950973" cy="511334"/>
      </dsp:txXfrm>
    </dsp:sp>
    <dsp:sp modelId="{EEB16C94-A044-4AE2-AFDA-E36C7B7C9836}">
      <dsp:nvSpPr>
        <dsp:cNvPr id="0" name=""/>
        <dsp:cNvSpPr/>
      </dsp:nvSpPr>
      <dsp:spPr>
        <a:xfrm>
          <a:off x="0" y="1920001"/>
          <a:ext cx="10515600" cy="46750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832E6C-39A9-42AE-BF98-F6E6AC397B2C}">
      <dsp:nvSpPr>
        <dsp:cNvPr id="0" name=""/>
        <dsp:cNvSpPr/>
      </dsp:nvSpPr>
      <dsp:spPr>
        <a:xfrm>
          <a:off x="141420" y="2025190"/>
          <a:ext cx="257379" cy="2571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AC7294-D7F8-46BE-9F79-B23B501C0CFD}">
      <dsp:nvSpPr>
        <dsp:cNvPr id="0" name=""/>
        <dsp:cNvSpPr/>
      </dsp:nvSpPr>
      <dsp:spPr>
        <a:xfrm>
          <a:off x="540220" y="1920001"/>
          <a:ext cx="9950973" cy="511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16" tIns="54116" rIns="54116" bIns="541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One simple pattern is </a:t>
          </a:r>
          <a:r>
            <a:rPr lang="en-IN" sz="1400" b="1" kern="1200"/>
            <a:t>human augmentation</a:t>
          </a:r>
          <a:r>
            <a:rPr lang="en-IN" sz="1400" kern="1200"/>
            <a:t>, where AI prepares a draft and a human reviews or improves it before it is used.</a:t>
          </a:r>
          <a:endParaRPr lang="en-US" sz="1400" kern="1200"/>
        </a:p>
      </dsp:txBody>
      <dsp:txXfrm>
        <a:off x="540220" y="1920001"/>
        <a:ext cx="9950973" cy="511334"/>
      </dsp:txXfrm>
    </dsp:sp>
    <dsp:sp modelId="{6550C79B-DCB6-42ED-98CD-5D2E222495C2}">
      <dsp:nvSpPr>
        <dsp:cNvPr id="0" name=""/>
        <dsp:cNvSpPr/>
      </dsp:nvSpPr>
      <dsp:spPr>
        <a:xfrm>
          <a:off x="0" y="2559170"/>
          <a:ext cx="10515600" cy="46750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301AF9-8360-4CA9-B14F-82C52F9F86E5}">
      <dsp:nvSpPr>
        <dsp:cNvPr id="0" name=""/>
        <dsp:cNvSpPr/>
      </dsp:nvSpPr>
      <dsp:spPr>
        <a:xfrm>
          <a:off x="141420" y="2664358"/>
          <a:ext cx="257379" cy="2571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CAADC0-DA12-4847-AB07-A46F97A3C9E1}">
      <dsp:nvSpPr>
        <dsp:cNvPr id="0" name=""/>
        <dsp:cNvSpPr/>
      </dsp:nvSpPr>
      <dsp:spPr>
        <a:xfrm>
          <a:off x="540220" y="2559170"/>
          <a:ext cx="9950973" cy="511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16" tIns="54116" rIns="54116" bIns="541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Another pattern is escalation, where the AI handles normal cases but sends difficult or uncertain cases to a human expert.</a:t>
          </a:r>
          <a:endParaRPr lang="en-US" sz="1400" kern="1200"/>
        </a:p>
      </dsp:txBody>
      <dsp:txXfrm>
        <a:off x="540220" y="2559170"/>
        <a:ext cx="9950973" cy="511334"/>
      </dsp:txXfrm>
    </dsp:sp>
    <dsp:sp modelId="{CA87D0B7-0147-4B70-A843-424B19042E4B}">
      <dsp:nvSpPr>
        <dsp:cNvPr id="0" name=""/>
        <dsp:cNvSpPr/>
      </dsp:nvSpPr>
      <dsp:spPr>
        <a:xfrm>
          <a:off x="0" y="3198338"/>
          <a:ext cx="10515600" cy="46750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C158D4-0935-49B5-A5FB-F86EC174E9A4}">
      <dsp:nvSpPr>
        <dsp:cNvPr id="0" name=""/>
        <dsp:cNvSpPr/>
      </dsp:nvSpPr>
      <dsp:spPr>
        <a:xfrm>
          <a:off x="141420" y="3303527"/>
          <a:ext cx="257379" cy="2571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7B6D69-595D-43C6-B2B5-74E58E4C9E15}">
      <dsp:nvSpPr>
        <dsp:cNvPr id="0" name=""/>
        <dsp:cNvSpPr/>
      </dsp:nvSpPr>
      <dsp:spPr>
        <a:xfrm>
          <a:off x="540220" y="3198338"/>
          <a:ext cx="9950973" cy="511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16" tIns="54116" rIns="54116" bIns="541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Main Idea:</a:t>
          </a:r>
          <a:endParaRPr lang="en-US" sz="1400" kern="1200"/>
        </a:p>
      </dsp:txBody>
      <dsp:txXfrm>
        <a:off x="540220" y="3198338"/>
        <a:ext cx="9950973" cy="511334"/>
      </dsp:txXfrm>
    </dsp:sp>
    <dsp:sp modelId="{CDD5FD20-5179-4535-86FD-49569B444D87}">
      <dsp:nvSpPr>
        <dsp:cNvPr id="0" name=""/>
        <dsp:cNvSpPr/>
      </dsp:nvSpPr>
      <dsp:spPr>
        <a:xfrm>
          <a:off x="0" y="3837507"/>
          <a:ext cx="10515600" cy="46750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2E09A0-B36D-4549-AEAF-00C3CA5F212D}">
      <dsp:nvSpPr>
        <dsp:cNvPr id="0" name=""/>
        <dsp:cNvSpPr/>
      </dsp:nvSpPr>
      <dsp:spPr>
        <a:xfrm>
          <a:off x="141420" y="3942695"/>
          <a:ext cx="257379" cy="2571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541F0F-6379-4E84-9826-5E1C98E3ED61}">
      <dsp:nvSpPr>
        <dsp:cNvPr id="0" name=""/>
        <dsp:cNvSpPr/>
      </dsp:nvSpPr>
      <dsp:spPr>
        <a:xfrm>
          <a:off x="540220" y="3837507"/>
          <a:ext cx="9950973" cy="511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16" tIns="54116" rIns="54116" bIns="541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Automation should help people work faster without removing human judgment where it is needed.</a:t>
          </a:r>
          <a:endParaRPr lang="en-US" sz="1400" kern="1200"/>
        </a:p>
      </dsp:txBody>
      <dsp:txXfrm>
        <a:off x="540220" y="3837507"/>
        <a:ext cx="9950973" cy="5113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A9B39F-54A2-4C74-BD59-9A884B8769CB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83D647-13A3-450F-B02A-A0CFE1E8C25D}">
      <dsp:nvSpPr>
        <dsp:cNvPr id="0" name=""/>
        <dsp:cNvSpPr/>
      </dsp:nvSpPr>
      <dsp:spPr>
        <a:xfrm>
          <a:off x="0" y="0"/>
          <a:ext cx="10515600" cy="310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Imagine an insurance-support AI system.</a:t>
          </a:r>
          <a:endParaRPr lang="en-US" sz="1400" kern="1200"/>
        </a:p>
      </dsp:txBody>
      <dsp:txXfrm>
        <a:off x="0" y="0"/>
        <a:ext cx="10515600" cy="310389"/>
      </dsp:txXfrm>
    </dsp:sp>
    <dsp:sp modelId="{879CD6CE-D5FD-4688-9518-086C46BC1487}">
      <dsp:nvSpPr>
        <dsp:cNvPr id="0" name=""/>
        <dsp:cNvSpPr/>
      </dsp:nvSpPr>
      <dsp:spPr>
        <a:xfrm>
          <a:off x="0" y="31038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40DF07-9F04-4691-B993-C0FA18F7A7FC}">
      <dsp:nvSpPr>
        <dsp:cNvPr id="0" name=""/>
        <dsp:cNvSpPr/>
      </dsp:nvSpPr>
      <dsp:spPr>
        <a:xfrm>
          <a:off x="0" y="310389"/>
          <a:ext cx="10515600" cy="310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The agent receives a claim and checks the available information.</a:t>
          </a:r>
          <a:endParaRPr lang="en-US" sz="1400" kern="1200"/>
        </a:p>
      </dsp:txBody>
      <dsp:txXfrm>
        <a:off x="0" y="310389"/>
        <a:ext cx="10515600" cy="310389"/>
      </dsp:txXfrm>
    </dsp:sp>
    <dsp:sp modelId="{1E784DC2-513B-497A-B902-6F787914DE84}">
      <dsp:nvSpPr>
        <dsp:cNvPr id="0" name=""/>
        <dsp:cNvSpPr/>
      </dsp:nvSpPr>
      <dsp:spPr>
        <a:xfrm>
          <a:off x="0" y="62077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CEE6C8-AF53-4990-B02E-0335EE95B180}">
      <dsp:nvSpPr>
        <dsp:cNvPr id="0" name=""/>
        <dsp:cNvSpPr/>
      </dsp:nvSpPr>
      <dsp:spPr>
        <a:xfrm>
          <a:off x="0" y="620779"/>
          <a:ext cx="10515600" cy="310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Normal Case:</a:t>
          </a:r>
          <a:endParaRPr lang="en-US" sz="1400" kern="1200"/>
        </a:p>
      </dsp:txBody>
      <dsp:txXfrm>
        <a:off x="0" y="620779"/>
        <a:ext cx="10515600" cy="310389"/>
      </dsp:txXfrm>
    </dsp:sp>
    <dsp:sp modelId="{F6A6FE44-DD11-412B-A544-940A628C9DEE}">
      <dsp:nvSpPr>
        <dsp:cNvPr id="0" name=""/>
        <dsp:cNvSpPr/>
      </dsp:nvSpPr>
      <dsp:spPr>
        <a:xfrm>
          <a:off x="0" y="9311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1CAFBB-BA5D-4B36-B188-4BABE37649F3}">
      <dsp:nvSpPr>
        <dsp:cNvPr id="0" name=""/>
        <dsp:cNvSpPr/>
      </dsp:nvSpPr>
      <dsp:spPr>
        <a:xfrm>
          <a:off x="0" y="931169"/>
          <a:ext cx="10515600" cy="310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Agent reviews the information.</a:t>
          </a:r>
          <a:endParaRPr lang="en-US" sz="1400" kern="1200"/>
        </a:p>
      </dsp:txBody>
      <dsp:txXfrm>
        <a:off x="0" y="931169"/>
        <a:ext cx="10515600" cy="310389"/>
      </dsp:txXfrm>
    </dsp:sp>
    <dsp:sp modelId="{223FAC64-793F-4C72-BC30-C20CE5B2CE8E}">
      <dsp:nvSpPr>
        <dsp:cNvPr id="0" name=""/>
        <dsp:cNvSpPr/>
      </dsp:nvSpPr>
      <dsp:spPr>
        <a:xfrm>
          <a:off x="0" y="124155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C39FB5-F80E-4F81-920B-31347DAD7322}">
      <dsp:nvSpPr>
        <dsp:cNvPr id="0" name=""/>
        <dsp:cNvSpPr/>
      </dsp:nvSpPr>
      <dsp:spPr>
        <a:xfrm>
          <a:off x="0" y="1241559"/>
          <a:ext cx="10515600" cy="310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Confidence is high.</a:t>
          </a:r>
          <a:endParaRPr lang="en-US" sz="1400" kern="1200"/>
        </a:p>
      </dsp:txBody>
      <dsp:txXfrm>
        <a:off x="0" y="1241559"/>
        <a:ext cx="10515600" cy="310389"/>
      </dsp:txXfrm>
    </dsp:sp>
    <dsp:sp modelId="{03C5D94E-1A0A-4763-81DA-5F5CF7102151}">
      <dsp:nvSpPr>
        <dsp:cNvPr id="0" name=""/>
        <dsp:cNvSpPr/>
      </dsp:nvSpPr>
      <dsp:spPr>
        <a:xfrm>
          <a:off x="0" y="155194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CB3E6C-A8F8-45FE-9041-21EF996706EC}">
      <dsp:nvSpPr>
        <dsp:cNvPr id="0" name=""/>
        <dsp:cNvSpPr/>
      </dsp:nvSpPr>
      <dsp:spPr>
        <a:xfrm>
          <a:off x="0" y="1551949"/>
          <a:ext cx="10515600" cy="310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Agent prepares a recommended response.</a:t>
          </a:r>
          <a:endParaRPr lang="en-US" sz="1400" kern="1200"/>
        </a:p>
      </dsp:txBody>
      <dsp:txXfrm>
        <a:off x="0" y="1551949"/>
        <a:ext cx="10515600" cy="310389"/>
      </dsp:txXfrm>
    </dsp:sp>
    <dsp:sp modelId="{92CD0A76-4B0E-4B11-BDB0-CB6E4E21352C}">
      <dsp:nvSpPr>
        <dsp:cNvPr id="0" name=""/>
        <dsp:cNvSpPr/>
      </dsp:nvSpPr>
      <dsp:spPr>
        <a:xfrm>
          <a:off x="0" y="186233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2FCC3C-7D9E-4411-A6D6-688BB888DACD}">
      <dsp:nvSpPr>
        <dsp:cNvPr id="0" name=""/>
        <dsp:cNvSpPr/>
      </dsp:nvSpPr>
      <dsp:spPr>
        <a:xfrm>
          <a:off x="0" y="1862339"/>
          <a:ext cx="10515600" cy="310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Standard workflow continues.</a:t>
          </a:r>
          <a:endParaRPr lang="en-US" sz="1400" kern="1200"/>
        </a:p>
      </dsp:txBody>
      <dsp:txXfrm>
        <a:off x="0" y="1862339"/>
        <a:ext cx="10515600" cy="310389"/>
      </dsp:txXfrm>
    </dsp:sp>
    <dsp:sp modelId="{3B4A86E7-2D1E-4BE4-9236-34648B0D02D7}">
      <dsp:nvSpPr>
        <dsp:cNvPr id="0" name=""/>
        <dsp:cNvSpPr/>
      </dsp:nvSpPr>
      <dsp:spPr>
        <a:xfrm>
          <a:off x="0" y="217272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8F615D-8C34-4E8B-8837-97760A5675D9}">
      <dsp:nvSpPr>
        <dsp:cNvPr id="0" name=""/>
        <dsp:cNvSpPr/>
      </dsp:nvSpPr>
      <dsp:spPr>
        <a:xfrm>
          <a:off x="0" y="2172729"/>
          <a:ext cx="10515600" cy="310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Uncertain or High-Risk Case:</a:t>
          </a:r>
          <a:endParaRPr lang="en-US" sz="1400" kern="1200"/>
        </a:p>
      </dsp:txBody>
      <dsp:txXfrm>
        <a:off x="0" y="2172729"/>
        <a:ext cx="10515600" cy="310389"/>
      </dsp:txXfrm>
    </dsp:sp>
    <dsp:sp modelId="{09E301A9-FA5E-41A5-9F12-206E57FAC1E9}">
      <dsp:nvSpPr>
        <dsp:cNvPr id="0" name=""/>
        <dsp:cNvSpPr/>
      </dsp:nvSpPr>
      <dsp:spPr>
        <a:xfrm>
          <a:off x="0" y="248311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8F2252-EAD3-474A-AE22-EB1A34ECC96E}">
      <dsp:nvSpPr>
        <dsp:cNvPr id="0" name=""/>
        <dsp:cNvSpPr/>
      </dsp:nvSpPr>
      <dsp:spPr>
        <a:xfrm>
          <a:off x="0" y="2483119"/>
          <a:ext cx="10515600" cy="310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Information is incomplete or unusual.</a:t>
          </a:r>
          <a:endParaRPr lang="en-US" sz="1400" kern="1200"/>
        </a:p>
      </dsp:txBody>
      <dsp:txXfrm>
        <a:off x="0" y="2483119"/>
        <a:ext cx="10515600" cy="310389"/>
      </dsp:txXfrm>
    </dsp:sp>
    <dsp:sp modelId="{D2BBF4E2-C02B-4A7D-A9E9-B7B14010BA46}">
      <dsp:nvSpPr>
        <dsp:cNvPr id="0" name=""/>
        <dsp:cNvSpPr/>
      </dsp:nvSpPr>
      <dsp:spPr>
        <a:xfrm>
          <a:off x="0" y="279350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1F4700-860B-4F31-8370-77F85E7D8774}">
      <dsp:nvSpPr>
        <dsp:cNvPr id="0" name=""/>
        <dsp:cNvSpPr/>
      </dsp:nvSpPr>
      <dsp:spPr>
        <a:xfrm>
          <a:off x="0" y="2793509"/>
          <a:ext cx="10515600" cy="310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Confidence is low or the risk is high.</a:t>
          </a:r>
          <a:endParaRPr lang="en-US" sz="1400" kern="1200"/>
        </a:p>
      </dsp:txBody>
      <dsp:txXfrm>
        <a:off x="0" y="2793509"/>
        <a:ext cx="10515600" cy="310389"/>
      </dsp:txXfrm>
    </dsp:sp>
    <dsp:sp modelId="{0E6109CD-CD40-4990-9842-0540F6A0CA54}">
      <dsp:nvSpPr>
        <dsp:cNvPr id="0" name=""/>
        <dsp:cNvSpPr/>
      </dsp:nvSpPr>
      <dsp:spPr>
        <a:xfrm>
          <a:off x="0" y="310389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DA2D4A-5B47-421E-ACAA-C7C0D4646810}">
      <dsp:nvSpPr>
        <dsp:cNvPr id="0" name=""/>
        <dsp:cNvSpPr/>
      </dsp:nvSpPr>
      <dsp:spPr>
        <a:xfrm>
          <a:off x="0" y="3103899"/>
          <a:ext cx="10515600" cy="310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The case is sent to a human specialist.</a:t>
          </a:r>
          <a:endParaRPr lang="en-US" sz="1400" kern="1200"/>
        </a:p>
      </dsp:txBody>
      <dsp:txXfrm>
        <a:off x="0" y="3103899"/>
        <a:ext cx="10515600" cy="310389"/>
      </dsp:txXfrm>
    </dsp:sp>
    <dsp:sp modelId="{0549725B-4FAB-4603-B249-4E9F8032A50D}">
      <dsp:nvSpPr>
        <dsp:cNvPr id="0" name=""/>
        <dsp:cNvSpPr/>
      </dsp:nvSpPr>
      <dsp:spPr>
        <a:xfrm>
          <a:off x="0" y="341428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B9A0B9-7EEA-4280-95EC-EC3216DEB593}">
      <dsp:nvSpPr>
        <dsp:cNvPr id="0" name=""/>
        <dsp:cNvSpPr/>
      </dsp:nvSpPr>
      <dsp:spPr>
        <a:xfrm>
          <a:off x="0" y="3414289"/>
          <a:ext cx="10515600" cy="310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The specialist reviews the recommendation and makes the final decision.</a:t>
          </a:r>
          <a:endParaRPr lang="en-US" sz="1400" kern="1200"/>
        </a:p>
      </dsp:txBody>
      <dsp:txXfrm>
        <a:off x="0" y="3414289"/>
        <a:ext cx="10515600" cy="310389"/>
      </dsp:txXfrm>
    </dsp:sp>
    <dsp:sp modelId="{2C39FD5B-AC74-473C-9B4C-1C5242621825}">
      <dsp:nvSpPr>
        <dsp:cNvPr id="0" name=""/>
        <dsp:cNvSpPr/>
      </dsp:nvSpPr>
      <dsp:spPr>
        <a:xfrm>
          <a:off x="0" y="372467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ACAB57-3684-47FA-8104-823408FD0571}">
      <dsp:nvSpPr>
        <dsp:cNvPr id="0" name=""/>
        <dsp:cNvSpPr/>
      </dsp:nvSpPr>
      <dsp:spPr>
        <a:xfrm>
          <a:off x="0" y="3724679"/>
          <a:ext cx="10515600" cy="310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Human feedback can also be collected after AI responses and stored for later analysis.</a:t>
          </a:r>
          <a:endParaRPr lang="en-US" sz="1400" kern="1200"/>
        </a:p>
      </dsp:txBody>
      <dsp:txXfrm>
        <a:off x="0" y="3724679"/>
        <a:ext cx="10515600" cy="310389"/>
      </dsp:txXfrm>
    </dsp:sp>
    <dsp:sp modelId="{7FFC453A-82E8-40C3-8860-4974115F4858}">
      <dsp:nvSpPr>
        <dsp:cNvPr id="0" name=""/>
        <dsp:cNvSpPr/>
      </dsp:nvSpPr>
      <dsp:spPr>
        <a:xfrm>
          <a:off x="0" y="40350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DB2E70-1A03-42A5-B4FE-BFC919E3E31F}">
      <dsp:nvSpPr>
        <dsp:cNvPr id="0" name=""/>
        <dsp:cNvSpPr/>
      </dsp:nvSpPr>
      <dsp:spPr>
        <a:xfrm>
          <a:off x="0" y="4035069"/>
          <a:ext cx="10515600" cy="310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That feedback can help identify which model, prompt, or agent configuration performs better over time.</a:t>
          </a:r>
          <a:endParaRPr lang="en-US" sz="1400" kern="1200"/>
        </a:p>
      </dsp:txBody>
      <dsp:txXfrm>
        <a:off x="0" y="4035069"/>
        <a:ext cx="10515600" cy="310389"/>
      </dsp:txXfrm>
    </dsp:sp>
    <dsp:sp modelId="{CDF11385-840C-4048-A9D2-113F692229F2}">
      <dsp:nvSpPr>
        <dsp:cNvPr id="0" name=""/>
        <dsp:cNvSpPr/>
      </dsp:nvSpPr>
      <dsp:spPr>
        <a:xfrm>
          <a:off x="0" y="434545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A116F1-ABF6-4742-AD3B-EA30E29B1EAE}">
      <dsp:nvSpPr>
        <dsp:cNvPr id="0" name=""/>
        <dsp:cNvSpPr/>
      </dsp:nvSpPr>
      <dsp:spPr>
        <a:xfrm>
          <a:off x="0" y="4345459"/>
          <a:ext cx="10515600" cy="310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Simple Flow:</a:t>
          </a:r>
          <a:endParaRPr lang="en-US" sz="1400" kern="1200"/>
        </a:p>
      </dsp:txBody>
      <dsp:txXfrm>
        <a:off x="0" y="4345459"/>
        <a:ext cx="10515600" cy="310389"/>
      </dsp:txXfrm>
    </dsp:sp>
    <dsp:sp modelId="{3A788785-F43E-4339-A727-130DB82E7595}">
      <dsp:nvSpPr>
        <dsp:cNvPr id="0" name=""/>
        <dsp:cNvSpPr/>
      </dsp:nvSpPr>
      <dsp:spPr>
        <a:xfrm>
          <a:off x="0" y="465584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6ADB3B-0006-48DD-8DE9-87535749402F}">
      <dsp:nvSpPr>
        <dsp:cNvPr id="0" name=""/>
        <dsp:cNvSpPr/>
      </dsp:nvSpPr>
      <dsp:spPr>
        <a:xfrm>
          <a:off x="0" y="4655849"/>
          <a:ext cx="10515600" cy="310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AI Agent → Confidence / Risk Check → Automatic Path OR Human Review</a:t>
          </a:r>
          <a:endParaRPr lang="en-US" sz="1400" kern="1200"/>
        </a:p>
      </dsp:txBody>
      <dsp:txXfrm>
        <a:off x="0" y="4655849"/>
        <a:ext cx="10515600" cy="3103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13E0DD-5B3B-4D70-98B3-1D198E573DBB}">
      <dsp:nvSpPr>
        <dsp:cNvPr id="0" name=""/>
        <dsp:cNvSpPr/>
      </dsp:nvSpPr>
      <dsp:spPr>
        <a:xfrm>
          <a:off x="0" y="48624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Amazon Quick</a:t>
          </a:r>
          <a:r>
            <a:rPr lang="en-IN" sz="1600" kern="1200"/>
            <a:t> is presented in the course as Agentic AI designed for business users.</a:t>
          </a:r>
          <a:endParaRPr lang="en-US" sz="1600" kern="1200"/>
        </a:p>
      </dsp:txBody>
      <dsp:txXfrm>
        <a:off x="31185" y="79809"/>
        <a:ext cx="10453230" cy="576450"/>
      </dsp:txXfrm>
    </dsp:sp>
    <dsp:sp modelId="{A0277E6D-1AF5-4EAA-8613-72575970CA29}">
      <dsp:nvSpPr>
        <dsp:cNvPr id="0" name=""/>
        <dsp:cNvSpPr/>
      </dsp:nvSpPr>
      <dsp:spPr>
        <a:xfrm>
          <a:off x="0" y="733524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It combines capabilities such as </a:t>
          </a:r>
          <a:r>
            <a:rPr lang="en-IN" sz="1600" b="1" kern="1200"/>
            <a:t>chat, research, business intelligence, automation, and no-code applications</a:t>
          </a:r>
          <a:r>
            <a:rPr lang="en-IN" sz="1600" kern="1200"/>
            <a:t> in one environment.</a:t>
          </a:r>
          <a:endParaRPr lang="en-US" sz="1600" kern="1200"/>
        </a:p>
      </dsp:txBody>
      <dsp:txXfrm>
        <a:off x="31185" y="764709"/>
        <a:ext cx="10453230" cy="576450"/>
      </dsp:txXfrm>
    </dsp:sp>
    <dsp:sp modelId="{ADCA6942-8F28-43A0-8F93-BAF352B5818F}">
      <dsp:nvSpPr>
        <dsp:cNvPr id="0" name=""/>
        <dsp:cNvSpPr/>
      </dsp:nvSpPr>
      <dsp:spPr>
        <a:xfrm>
          <a:off x="0" y="1418424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It is fully managed, so business users do not need to deploy Foundation Models or manage AI infrastructure themselves.</a:t>
          </a:r>
          <a:endParaRPr lang="en-US" sz="1600" kern="1200"/>
        </a:p>
      </dsp:txBody>
      <dsp:txXfrm>
        <a:off x="31185" y="1449609"/>
        <a:ext cx="10453230" cy="576450"/>
      </dsp:txXfrm>
    </dsp:sp>
    <dsp:sp modelId="{A8F2D15A-A151-419B-B816-DAA4492596CC}">
      <dsp:nvSpPr>
        <dsp:cNvPr id="0" name=""/>
        <dsp:cNvSpPr/>
      </dsp:nvSpPr>
      <dsp:spPr>
        <a:xfrm>
          <a:off x="0" y="2103324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Quick can connect to enterprise information using </a:t>
          </a:r>
          <a:r>
            <a:rPr lang="en-IN" sz="1600" b="1" kern="1200"/>
            <a:t>Knowledge Bases, connectors, structured data, MCP, and OpenAPI integrations</a:t>
          </a:r>
          <a:r>
            <a:rPr lang="en-IN" sz="1600" kern="1200"/>
            <a:t>.</a:t>
          </a:r>
          <a:endParaRPr lang="en-US" sz="1600" kern="1200"/>
        </a:p>
      </dsp:txBody>
      <dsp:txXfrm>
        <a:off x="31185" y="2134509"/>
        <a:ext cx="10453230" cy="576450"/>
      </dsp:txXfrm>
    </dsp:sp>
    <dsp:sp modelId="{68F666C0-0322-4009-B5B8-AE8BDF9B0A1B}">
      <dsp:nvSpPr>
        <dsp:cNvPr id="0" name=""/>
        <dsp:cNvSpPr/>
      </dsp:nvSpPr>
      <dsp:spPr>
        <a:xfrm>
          <a:off x="0" y="2788224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It can be used through different interfaces such as a web application, desktop application, and integrations with tools used in the workplace.</a:t>
          </a:r>
          <a:endParaRPr lang="en-US" sz="1600" kern="1200"/>
        </a:p>
      </dsp:txBody>
      <dsp:txXfrm>
        <a:off x="31185" y="2819409"/>
        <a:ext cx="10453230" cy="576450"/>
      </dsp:txXfrm>
    </dsp:sp>
    <dsp:sp modelId="{16866905-72C0-4595-96EC-54BEECD13895}">
      <dsp:nvSpPr>
        <dsp:cNvPr id="0" name=""/>
        <dsp:cNvSpPr/>
      </dsp:nvSpPr>
      <dsp:spPr>
        <a:xfrm>
          <a:off x="0" y="3473124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Main Idea:</a:t>
          </a:r>
          <a:endParaRPr lang="en-US" sz="1600" kern="1200"/>
        </a:p>
      </dsp:txBody>
      <dsp:txXfrm>
        <a:off x="31185" y="3504309"/>
        <a:ext cx="10453230" cy="576450"/>
      </dsp:txXfrm>
    </dsp:sp>
    <dsp:sp modelId="{4C0F8EFD-D762-4F4E-A572-9695ADD95DE8}">
      <dsp:nvSpPr>
        <dsp:cNvPr id="0" name=""/>
        <dsp:cNvSpPr/>
      </dsp:nvSpPr>
      <dsp:spPr>
        <a:xfrm>
          <a:off x="0" y="4158024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Amazon Quick brings Agentic AI capabilities closer to everyday business users, not only developers.</a:t>
          </a:r>
          <a:endParaRPr lang="en-US" sz="1600" kern="1200"/>
        </a:p>
      </dsp:txBody>
      <dsp:txXfrm>
        <a:off x="31185" y="4189209"/>
        <a:ext cx="10453230" cy="5764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06D20-795E-EBB5-E4D9-21BFD3EE0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2DD884-0DD2-E8B9-B38B-609571A6D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F540C-E04D-7F3C-6F9B-5FBA6C558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269D2-C4A9-42A8-B8DC-193B7886BEA7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679C0-39BE-ABD5-F105-E38006E94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1FE65-5685-EE76-B879-137A04305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CBBCA-005F-4121-8AE5-3D406D6DB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463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85011-342A-494A-4E49-A8A93C338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1FB75-D626-A2E3-4FFD-14ED1A145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1A97A-B09D-959C-33BD-36F4532E2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269D2-C4A9-42A8-B8DC-193B7886BEA7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777ED-EC81-2D47-9C97-051930DF4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01DEA-5472-B888-5D33-17736EA51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CBBCA-005F-4121-8AE5-3D406D6DB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816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58759-8F78-0042-F226-4978E3BD7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A529B8-4941-6E89-8D36-EDA3D0777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6D40A-938E-781C-1435-BACB34748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269D2-C4A9-42A8-B8DC-193B7886BEA7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0CE0B-7F4B-A3E0-4410-06A8F1ADC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834E1-F4FB-0372-DC38-2FC8AC3BD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CBBCA-005F-4121-8AE5-3D406D6DB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812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40321-4724-C290-CBCC-AAED2D5C9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B73A8-0A4B-D89A-0E4B-97AE1B23E1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A62417-28AD-DD5E-71C8-4DF438040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8F594D-9B98-C140-8E17-A0D0603FB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269D2-C4A9-42A8-B8DC-193B7886BEA7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73890-6658-881A-09B0-61CAB886F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B3475-C59F-6637-E125-AF492A4B2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CBBCA-005F-4121-8AE5-3D406D6DB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250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4937C-DB94-AFD1-6C24-7D73A55AC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D5EF3-4176-ECAC-9D63-27038627F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F7E289-E328-F961-4279-05E6E9023C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5FE024-F393-611E-783B-77111202D1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57C0B2-02A4-352C-93CA-FFCC0DE636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43B11F-8110-995C-1786-6B14A773B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269D2-C4A9-42A8-B8DC-193B7886BEA7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CFEAA2-98B8-4349-33CF-30D84D25F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7C3AF3-FA05-FE1E-57CE-BF9C5971B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CBBCA-005F-4121-8AE5-3D406D6DB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755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810E-FAEF-ADC8-9247-63FE0C1FD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24A93A-62F4-C337-12EF-CDA67C0A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269D2-C4A9-42A8-B8DC-193B7886BEA7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090BA5-82B4-FFC3-539F-95581573C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F89388-0997-694A-D902-786FE0FE9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CBBCA-005F-4121-8AE5-3D406D6DB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726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5B9356-91F3-3457-27A2-19B7A138B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269D2-C4A9-42A8-B8DC-193B7886BEA7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C2DB53-FBD6-59D0-7846-197F96D1B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FBDE8-5720-4B7D-567F-E925CACC3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CBBCA-005F-4121-8AE5-3D406D6DB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889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83155-45BA-2D98-C59A-5CC014942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04CE7-24FB-8A18-E98B-1E0654270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463BB2-18E6-0FF9-5D4D-4A585CF5B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2EFE79-C36D-2F94-A116-B4598C265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269D2-C4A9-42A8-B8DC-193B7886BEA7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33B872-7BD6-8B24-8626-A4D05AD41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BECBB9-5DB4-ED5B-5106-054D39C0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CBBCA-005F-4121-8AE5-3D406D6DB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202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F75AA-AB36-34EB-B8F6-D4152DFB8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70BF7B-0C23-7D2A-9972-DE28F7C7692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F744A-98DA-11D5-821A-33736CF45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A2CBDD-23AF-81AE-E501-49A772B79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269D2-C4A9-42A8-B8DC-193B7886BEA7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F41AB4-188A-A49B-61E6-6875965D0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EACF3B-6309-7534-3100-2593D23F6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CBBCA-005F-4121-8AE5-3D406D6DB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8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B8639-D30F-31AE-1394-13135090A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5DBA2D-C162-97B3-34A7-00754AC72A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E5BF6-E4EB-3E37-5B16-813FFE90C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269D2-C4A9-42A8-B8DC-193B7886BEA7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4768B-7655-0BAF-6D92-9DFCF0ABB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B13BD-1BC8-7EA4-9C0A-B231380FA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CBBCA-005F-4121-8AE5-3D406D6DB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405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4D0B92-B631-2D29-CC5B-549E07F777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F7C4D0-0C3F-EDA6-6865-D5F8C87756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F0ED3-C6E0-3639-1907-079DEEF50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269D2-C4A9-42A8-B8DC-193B7886BEA7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0246B-2C0E-E7D5-BF0E-340E6C55A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7D0FE-414D-252A-F7BE-972B0B0EC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CBBCA-005F-4121-8AE5-3D406D6DB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297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A01296-5BC4-E382-2677-EB46B62FD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DF5CE-F547-C2B8-68EA-79026AC68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2817A-1D0C-B65D-D916-385042C16F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3269D2-C4A9-42A8-B8DC-193B7886BEA7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98E21-CA99-684C-FCE5-C574013060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2E29D-87EB-37B4-EEF8-AF880970FC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0CBBCA-005F-4121-8AE5-3D406D6DB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50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9E712E-A8CF-F4A4-A795-5DEE465050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en-IN" sz="5400"/>
              <a:t>Deploying and Managing AI Agents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802819-3FCF-70ED-B58E-E47EC2A2E9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>
            <a:normAutofit/>
          </a:bodyPr>
          <a:lstStyle/>
          <a:p>
            <a:pPr algn="l"/>
            <a:r>
              <a:rPr lang="en-IN" sz="1500" b="1" dirty="0"/>
              <a:t>Amazon Bedrock </a:t>
            </a:r>
            <a:r>
              <a:rPr lang="en-IN" sz="1500" b="1" dirty="0" err="1"/>
              <a:t>AgentCore</a:t>
            </a:r>
            <a:r>
              <a:rPr lang="en-IN" sz="1500" b="1" dirty="0"/>
              <a:t>, MCP, Human-in-the-Loop, and Amazon Quick</a:t>
            </a:r>
            <a:endParaRPr lang="en-IN" sz="1500" dirty="0"/>
          </a:p>
          <a:p>
            <a:pPr lvl="0" algn="l"/>
            <a:r>
              <a:rPr lang="en-IN" sz="1500" dirty="0"/>
              <a:t>AWS Generative AI Learning Series</a:t>
            </a:r>
          </a:p>
          <a:p>
            <a:pPr lvl="0" algn="l"/>
            <a:r>
              <a:rPr lang="en-IN" sz="1500" dirty="0"/>
              <a:t>Presented by: </a:t>
            </a:r>
            <a:r>
              <a:rPr lang="en-IN" sz="1500" b="1" dirty="0"/>
              <a:t>Akash Patel</a:t>
            </a:r>
            <a:endParaRPr lang="en-IN" sz="1500" dirty="0"/>
          </a:p>
          <a:p>
            <a:pPr lvl="0" algn="l"/>
            <a:r>
              <a:rPr lang="en-IN" sz="1500" b="1" dirty="0"/>
              <a:t>Concordia University Chicago</a:t>
            </a:r>
          </a:p>
          <a:p>
            <a:pPr algn="l"/>
            <a:endParaRPr lang="en-IN" sz="1500" dirty="0"/>
          </a:p>
        </p:txBody>
      </p:sp>
      <p:pic>
        <p:nvPicPr>
          <p:cNvPr id="5" name="Picture 4" descr="A robot using a laptop sitting on a blue chair">
            <a:extLst>
              <a:ext uri="{FF2B5EF4-FFF2-40B4-BE49-F238E27FC236}">
                <a16:creationId xmlns:a16="http://schemas.microsoft.com/office/drawing/2014/main" id="{84089004-0280-9357-44F8-43F317BF7A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211" r="3589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254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8328E0-3A5C-1286-2573-96F8438DC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/>
              <a:t>From Building an Agent to Running It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05E25-6452-70DA-F272-6EF4DB284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lvl="0"/>
            <a:r>
              <a:rPr lang="en-IN" sz="1700"/>
              <a:t>In the previous topics, we learned how an AI agent can use tools, Knowledge Bases, memory, and planning to complete tasks.</a:t>
            </a:r>
          </a:p>
          <a:p>
            <a:pPr lvl="0"/>
            <a:r>
              <a:rPr lang="en-IN" sz="1700"/>
              <a:t>We also learned that multiple specialized agents can work together in larger workflows.</a:t>
            </a:r>
          </a:p>
          <a:p>
            <a:pPr lvl="0"/>
            <a:r>
              <a:rPr lang="en-IN" sz="1700"/>
              <a:t>The next challenge is </a:t>
            </a:r>
            <a:r>
              <a:rPr lang="en-IN" sz="1700" b="1"/>
              <a:t>operating those agents in a real application</a:t>
            </a:r>
            <a:r>
              <a:rPr lang="en-IN" sz="1700"/>
              <a:t> where they may need secure tool access, memory, monitoring, scaling, and reliable deployment.</a:t>
            </a:r>
          </a:p>
          <a:p>
            <a:pPr lvl="0"/>
            <a:r>
              <a:rPr lang="en-IN" sz="1700"/>
              <a:t>Building the agent logic is only one part of the system. A production application also needs a way to host the agent, connect it safely to services, observe its behavior, and control what actions it is allowed to perform.</a:t>
            </a:r>
          </a:p>
          <a:p>
            <a:pPr lvl="0"/>
            <a:r>
              <a:rPr lang="en-IN" sz="1700"/>
              <a:t>This is where </a:t>
            </a:r>
            <a:r>
              <a:rPr lang="en-IN" sz="1700" b="1"/>
              <a:t>Amazon Bedrock AgentCore</a:t>
            </a:r>
            <a:r>
              <a:rPr lang="en-IN" sz="1700"/>
              <a:t> becomes important.</a:t>
            </a:r>
          </a:p>
          <a:p>
            <a:endParaRPr lang="en-IN" sz="1700" b="1"/>
          </a:p>
          <a:p>
            <a:r>
              <a:rPr lang="en-IN" sz="1700" b="1"/>
              <a:t>Main Idea:</a:t>
            </a:r>
            <a:endParaRPr lang="en-IN" sz="1700"/>
          </a:p>
          <a:p>
            <a:r>
              <a:rPr lang="en-IN" sz="1700" b="1"/>
              <a:t>Creating an agent is the beginning. Running that agent safely and reliably at scale is the next step.</a:t>
            </a:r>
            <a:endParaRPr lang="en-IN" sz="1700"/>
          </a:p>
        </p:txBody>
      </p:sp>
    </p:spTree>
    <p:extLst>
      <p:ext uri="{BB962C8B-B14F-4D97-AF65-F5344CB8AC3E}">
        <p14:creationId xmlns:p14="http://schemas.microsoft.com/office/powerpoint/2010/main" val="3171407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347FE2-4338-A407-C90E-6B7C2EAEF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IN" sz="5400"/>
              <a:t>What Is Amazon Bedrock AgentCore?</a:t>
            </a:r>
          </a:p>
        </p:txBody>
      </p:sp>
      <p:pic>
        <p:nvPicPr>
          <p:cNvPr id="5" name="Picture 4" descr="Cubes connected with a red line">
            <a:extLst>
              <a:ext uri="{FF2B5EF4-FFF2-40B4-BE49-F238E27FC236}">
                <a16:creationId xmlns:a16="http://schemas.microsoft.com/office/drawing/2014/main" id="{D0FB9286-CCF8-61DC-E829-0584A71291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69" r="18139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CE65E-6EE1-51B3-6C06-64FE6C636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pPr lvl="0"/>
            <a:r>
              <a:rPr lang="en-IN" sz="1200" b="1"/>
              <a:t>Amazon Bedrock AgentCore</a:t>
            </a:r>
            <a:r>
              <a:rPr lang="en-IN" sz="1200"/>
              <a:t> is designed to help developers deploy and operate AI agents at scale without manually managing all of the infrastructure around them.</a:t>
            </a:r>
          </a:p>
          <a:p>
            <a:pPr lvl="0"/>
            <a:r>
              <a:rPr lang="en-IN" sz="1200"/>
              <a:t>It provides a </a:t>
            </a:r>
            <a:r>
              <a:rPr lang="en-IN" sz="1200" b="1"/>
              <a:t>serverless approach</a:t>
            </a:r>
            <a:r>
              <a:rPr lang="en-IN" sz="1200"/>
              <a:t>, so developers can focus more on agent behavior and tools instead of building every hosting component from the beginning.</a:t>
            </a:r>
          </a:p>
          <a:p>
            <a:pPr lvl="0"/>
            <a:r>
              <a:rPr lang="en-IN" sz="1200"/>
              <a:t>AgentCore is not limited to only one agent framework. It can work with frameworks such as </a:t>
            </a:r>
            <a:r>
              <a:rPr lang="en-IN" sz="1200" b="1"/>
              <a:t>Strands, LangGraph, LangChain, CrewAI, the OpenAI Agents SDK, and others</a:t>
            </a:r>
            <a:r>
              <a:rPr lang="en-IN" sz="1200"/>
              <a:t>.</a:t>
            </a:r>
          </a:p>
          <a:p>
            <a:pPr lvl="0"/>
            <a:r>
              <a:rPr lang="en-IN" sz="1200"/>
              <a:t>This means an organization can choose the agent framework that fits its application while still using AgentCore capabilities around the agent.</a:t>
            </a:r>
          </a:p>
          <a:p>
            <a:pPr lvl="0"/>
            <a:r>
              <a:rPr lang="en-IN" sz="1200"/>
              <a:t>AgentCore also integrates with Amazon Bedrock Knowledge Bases and provides services for runtime, tools, memory, identity, policies, observability, and evaluation.</a:t>
            </a:r>
          </a:p>
          <a:p>
            <a:endParaRPr lang="en-IN" sz="1200" b="1"/>
          </a:p>
          <a:p>
            <a:r>
              <a:rPr lang="en-IN" sz="1200" b="1"/>
              <a:t>Easy Way to Think About It:</a:t>
            </a:r>
            <a:endParaRPr lang="en-IN" sz="1200"/>
          </a:p>
          <a:p>
            <a:r>
              <a:rPr lang="en-IN" sz="1200" b="1"/>
              <a:t>Agent framework builds the agent. AgentCore helps operate the agent.</a:t>
            </a:r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3247998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34C0BF-C000-670C-E2AE-2750FB3F3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N" sz="4800"/>
              <a:t>AgentCore Runtime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748DC-15AB-2E26-EA94-85029E6EF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lvl="0"/>
            <a:r>
              <a:rPr lang="en-IN" sz="1300" b="1"/>
              <a:t>AgentCore Runtime</a:t>
            </a:r>
            <a:r>
              <a:rPr lang="en-IN" sz="1300"/>
              <a:t> provides serverless endpoints where an AI agent can run and receive requests from an application.</a:t>
            </a:r>
          </a:p>
          <a:p>
            <a:pPr lvl="0"/>
            <a:r>
              <a:rPr lang="en-IN" sz="1300"/>
              <a:t>Instead of manually configuring every infrastructure component, the AgentCore CLI can help package and deploy the agent.</a:t>
            </a:r>
          </a:p>
          <a:p>
            <a:pPr lvl="0"/>
            <a:r>
              <a:rPr lang="en-IN" sz="1300"/>
              <a:t>The course shows that deployment can use services such as </a:t>
            </a:r>
            <a:r>
              <a:rPr lang="en-IN" sz="1300" b="1"/>
              <a:t>Amazon ECR and AWS CodeBuild</a:t>
            </a:r>
            <a:r>
              <a:rPr lang="en-IN" sz="1300"/>
              <a:t> behind the scenes while AgentCore manages much of the process.</a:t>
            </a:r>
          </a:p>
          <a:p>
            <a:pPr lvl="0"/>
            <a:r>
              <a:rPr lang="en-IN" sz="1300"/>
              <a:t>Developers can still build their own containers if they need more control, but they do not have to manage everything manually for a normal deployment.</a:t>
            </a:r>
          </a:p>
          <a:p>
            <a:pPr lvl="0"/>
            <a:r>
              <a:rPr lang="en-IN" sz="1300"/>
              <a:t>Multiple endpoints can be created when different versions or environments of an agent are needed.</a:t>
            </a:r>
          </a:p>
          <a:p>
            <a:r>
              <a:rPr lang="en-IN" sz="1300" b="1"/>
              <a:t>Simple Flow:</a:t>
            </a:r>
            <a:endParaRPr lang="en-IN" sz="1300"/>
          </a:p>
          <a:p>
            <a:r>
              <a:rPr lang="en-IN" sz="1300" b="1"/>
              <a:t>Application → AgentCore Runtime → Agent → Tools / Knowledge → Response</a:t>
            </a:r>
            <a:endParaRPr lang="en-IN" sz="1300"/>
          </a:p>
          <a:p>
            <a:r>
              <a:rPr lang="en-IN" sz="1300" b="1"/>
              <a:t>Main Benefit:</a:t>
            </a:r>
            <a:endParaRPr lang="en-IN" sz="1300"/>
          </a:p>
          <a:p>
            <a:r>
              <a:rPr lang="en-IN" sz="1300" b="1"/>
              <a:t>The agent receives a managed place to run without forcing the developer to build the complete hosting platform manually.</a:t>
            </a:r>
            <a:endParaRPr lang="en-IN" sz="13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239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2A9A22-39D3-D90C-E98B-E2127C92A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IN" sz="5400"/>
              <a:t>Why Agent Memory Matters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A9A7D-E759-7395-ABAC-6C6044EBA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lvl="0"/>
            <a:r>
              <a:rPr lang="en-IN" sz="1700"/>
              <a:t>A useful AI agent should not always behave as if every user message is the first conversation it has ever seen.</a:t>
            </a:r>
          </a:p>
          <a:p>
            <a:pPr lvl="0"/>
            <a:r>
              <a:rPr lang="en-IN" sz="1700" b="1"/>
              <a:t>Short-term memory</a:t>
            </a:r>
            <a:r>
              <a:rPr lang="en-IN" sz="1700"/>
              <a:t> keeps information from the current session, such as the conversation history and recent events.</a:t>
            </a:r>
          </a:p>
          <a:p>
            <a:pPr lvl="0"/>
            <a:r>
              <a:rPr lang="en-IN" sz="1700"/>
              <a:t>This allows the user to ask follow-up questions without repeating every detail again.</a:t>
            </a:r>
          </a:p>
          <a:p>
            <a:pPr lvl="0"/>
            <a:r>
              <a:rPr lang="en-IN" sz="1700" b="1"/>
              <a:t>Long-term memory</a:t>
            </a:r>
            <a:r>
              <a:rPr lang="en-IN" sz="1700"/>
              <a:t> can store useful information extracted from earlier sessions, such as preferences, important facts, or summaries of previous conversations.</a:t>
            </a:r>
          </a:p>
          <a:p>
            <a:pPr lvl="0"/>
            <a:r>
              <a:rPr lang="en-IN" sz="1700"/>
              <a:t>Long-term memory is usually stored outside the Foundation Model rather than permanently changing the model itself.</a:t>
            </a:r>
          </a:p>
          <a:p>
            <a:endParaRPr lang="en-IN" sz="1700" b="1"/>
          </a:p>
          <a:p>
            <a:r>
              <a:rPr lang="en-IN" sz="1700" b="1"/>
              <a:t>Example:</a:t>
            </a:r>
            <a:endParaRPr lang="en-IN" sz="1700"/>
          </a:p>
          <a:p>
            <a:r>
              <a:rPr lang="en-IN" sz="1700"/>
              <a:t>User says in an earlier session:</a:t>
            </a:r>
          </a:p>
          <a:p>
            <a:r>
              <a:rPr lang="en-IN" sz="1700" b="1"/>
              <a:t>“I prefer reports in a short bullet-point format.”</a:t>
            </a:r>
            <a:endParaRPr lang="en-IN" sz="1700"/>
          </a:p>
          <a:p>
            <a:r>
              <a:rPr lang="en-IN" sz="1700"/>
              <a:t>Later, long-term memory can help the agent remember this preference and format future reports accordingly.</a:t>
            </a:r>
          </a:p>
        </p:txBody>
      </p:sp>
    </p:spTree>
    <p:extLst>
      <p:ext uri="{BB962C8B-B14F-4D97-AF65-F5344CB8AC3E}">
        <p14:creationId xmlns:p14="http://schemas.microsoft.com/office/powerpoint/2010/main" val="3917005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A8AAC95-3719-4BCD-B710-4160043D9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3A6D7BA-50E4-42FE-A0E3-FC42B7EC4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2767722"/>
            <a:ext cx="3021543" cy="1532055"/>
          </a:xfrm>
          <a:custGeom>
            <a:avLst/>
            <a:gdLst>
              <a:gd name="connsiteX0" fmla="*/ 3021543 w 3021543"/>
              <a:gd name="connsiteY0" fmla="*/ 0 h 1532055"/>
              <a:gd name="connsiteX1" fmla="*/ 2963800 w 3021543"/>
              <a:gd name="connsiteY1" fmla="*/ 7730 h 1532055"/>
              <a:gd name="connsiteX2" fmla="*/ 2793803 w 3021543"/>
              <a:gd name="connsiteY2" fmla="*/ 25704 h 1532055"/>
              <a:gd name="connsiteX3" fmla="*/ 2414348 w 3021543"/>
              <a:gd name="connsiteY3" fmla="*/ 31695 h 1532055"/>
              <a:gd name="connsiteX4" fmla="*/ 2091558 w 3021543"/>
              <a:gd name="connsiteY4" fmla="*/ 29298 h 1532055"/>
              <a:gd name="connsiteX5" fmla="*/ 1645319 w 3021543"/>
              <a:gd name="connsiteY5" fmla="*/ 30497 h 1532055"/>
              <a:gd name="connsiteX6" fmla="*/ 1243602 w 3021543"/>
              <a:gd name="connsiteY6" fmla="*/ 64048 h 1532055"/>
              <a:gd name="connsiteX7" fmla="*/ 753851 w 3021543"/>
              <a:gd name="connsiteY7" fmla="*/ 61651 h 1532055"/>
              <a:gd name="connsiteX8" fmla="*/ 465465 w 3021543"/>
              <a:gd name="connsiteY8" fmla="*/ 123960 h 1532055"/>
              <a:gd name="connsiteX9" fmla="*/ 546416 w 3021543"/>
              <a:gd name="connsiteY9" fmla="*/ 145529 h 1532055"/>
              <a:gd name="connsiteX10" fmla="*/ 689091 w 3021543"/>
              <a:gd name="connsiteY10" fmla="*/ 192260 h 1532055"/>
              <a:gd name="connsiteX11" fmla="*/ 704269 w 3021543"/>
              <a:gd name="connsiteY11" fmla="*/ 222217 h 1532055"/>
              <a:gd name="connsiteX12" fmla="*/ 683020 w 3021543"/>
              <a:gd name="connsiteY12" fmla="*/ 236595 h 1532055"/>
              <a:gd name="connsiteX13" fmla="*/ 621295 w 3021543"/>
              <a:gd name="connsiteY13" fmla="*/ 264155 h 1532055"/>
              <a:gd name="connsiteX14" fmla="*/ 848968 w 3021543"/>
              <a:gd name="connsiteY14" fmla="*/ 304896 h 1532055"/>
              <a:gd name="connsiteX15" fmla="*/ 768018 w 3021543"/>
              <a:gd name="connsiteY15" fmla="*/ 330059 h 1532055"/>
              <a:gd name="connsiteX16" fmla="*/ 684032 w 3021543"/>
              <a:gd name="connsiteY16" fmla="*/ 348032 h 1532055"/>
              <a:gd name="connsiteX17" fmla="*/ 592962 w 3021543"/>
              <a:gd name="connsiteY17" fmla="*/ 361213 h 1532055"/>
              <a:gd name="connsiteX18" fmla="*/ 509988 w 3021543"/>
              <a:gd name="connsiteY18" fmla="*/ 387575 h 1532055"/>
              <a:gd name="connsiteX19" fmla="*/ 726531 w 3021543"/>
              <a:gd name="connsiteY19" fmla="*/ 398359 h 1532055"/>
              <a:gd name="connsiteX20" fmla="*/ 614212 w 3021543"/>
              <a:gd name="connsiteY20" fmla="*/ 422324 h 1532055"/>
              <a:gd name="connsiteX21" fmla="*/ 522131 w 3021543"/>
              <a:gd name="connsiteY21" fmla="*/ 453478 h 1532055"/>
              <a:gd name="connsiteX22" fmla="*/ 457370 w 3021543"/>
              <a:gd name="connsiteY22" fmla="*/ 467857 h 1532055"/>
              <a:gd name="connsiteX23" fmla="*/ 388562 w 3021543"/>
              <a:gd name="connsiteY23" fmla="*/ 471452 h 1532055"/>
              <a:gd name="connsiteX24" fmla="*/ 372372 w 3021543"/>
              <a:gd name="connsiteY24" fmla="*/ 494218 h 1532055"/>
              <a:gd name="connsiteX25" fmla="*/ 393622 w 3021543"/>
              <a:gd name="connsiteY25" fmla="*/ 518184 h 1532055"/>
              <a:gd name="connsiteX26" fmla="*/ 426002 w 3021543"/>
              <a:gd name="connsiteY26" fmla="*/ 520580 h 1532055"/>
              <a:gd name="connsiteX27" fmla="*/ 619271 w 3021543"/>
              <a:gd name="connsiteY27" fmla="*/ 526571 h 1532055"/>
              <a:gd name="connsiteX28" fmla="*/ 0 w 3021543"/>
              <a:gd name="connsiteY28" fmla="*/ 579294 h 1532055"/>
              <a:gd name="connsiteX29" fmla="*/ 83986 w 3021543"/>
              <a:gd name="connsiteY29" fmla="*/ 611647 h 1532055"/>
              <a:gd name="connsiteX30" fmla="*/ 112319 w 3021543"/>
              <a:gd name="connsiteY30" fmla="*/ 700317 h 1532055"/>
              <a:gd name="connsiteX31" fmla="*/ 215531 w 3021543"/>
              <a:gd name="connsiteY31" fmla="*/ 750643 h 1532055"/>
              <a:gd name="connsiteX32" fmla="*/ 282315 w 3021543"/>
              <a:gd name="connsiteY32" fmla="*/ 768617 h 1532055"/>
              <a:gd name="connsiteX33" fmla="*/ 435109 w 3021543"/>
              <a:gd name="connsiteY33" fmla="*/ 794979 h 1532055"/>
              <a:gd name="connsiteX34" fmla="*/ 457370 w 3021543"/>
              <a:gd name="connsiteY34" fmla="*/ 838116 h 1532055"/>
              <a:gd name="connsiteX35" fmla="*/ 476596 w 3021543"/>
              <a:gd name="connsiteY35" fmla="*/ 886046 h 1532055"/>
              <a:gd name="connsiteX36" fmla="*/ 517071 w 3021543"/>
              <a:gd name="connsiteY36" fmla="*/ 917200 h 1532055"/>
              <a:gd name="connsiteX37" fmla="*/ 202377 w 3021543"/>
              <a:gd name="connsiteY37" fmla="*/ 912407 h 1532055"/>
              <a:gd name="connsiteX38" fmla="*/ 557546 w 3021543"/>
              <a:gd name="connsiteY38" fmla="*/ 1013060 h 1532055"/>
              <a:gd name="connsiteX39" fmla="*/ 526178 w 3021543"/>
              <a:gd name="connsiteY39" fmla="*/ 1052602 h 1532055"/>
              <a:gd name="connsiteX40" fmla="*/ 720459 w 3021543"/>
              <a:gd name="connsiteY40" fmla="*/ 1106523 h 1532055"/>
              <a:gd name="connsiteX41" fmla="*/ 616236 w 3021543"/>
              <a:gd name="connsiteY41" fmla="*/ 1112514 h 1532055"/>
              <a:gd name="connsiteX42" fmla="*/ 1222353 w 3021543"/>
              <a:gd name="connsiteY42" fmla="*/ 1337785 h 1532055"/>
              <a:gd name="connsiteX43" fmla="*/ 2087511 w 3021543"/>
              <a:gd name="connsiteY43" fmla="*/ 1500747 h 1532055"/>
              <a:gd name="connsiteX44" fmla="*/ 2425479 w 3021543"/>
              <a:gd name="connsiteY44" fmla="*/ 1531901 h 1532055"/>
              <a:gd name="connsiteX45" fmla="*/ 2809994 w 3021543"/>
              <a:gd name="connsiteY45" fmla="*/ 1522315 h 1532055"/>
              <a:gd name="connsiteX46" fmla="*/ 2953618 w 3021543"/>
              <a:gd name="connsiteY46" fmla="*/ 1512448 h 1532055"/>
              <a:gd name="connsiteX47" fmla="*/ 3021543 w 3021543"/>
              <a:gd name="connsiteY47" fmla="*/ 1502657 h 1532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532055">
                <a:moveTo>
                  <a:pt x="3021543" y="0"/>
                </a:moveTo>
                <a:lnTo>
                  <a:pt x="2963800" y="7730"/>
                </a:lnTo>
                <a:cubicBezTo>
                  <a:pt x="2907134" y="14919"/>
                  <a:pt x="2850469" y="24506"/>
                  <a:pt x="2793803" y="25704"/>
                </a:cubicBezTo>
                <a:cubicBezTo>
                  <a:pt x="2667318" y="29298"/>
                  <a:pt x="2539821" y="20911"/>
                  <a:pt x="2414348" y="31695"/>
                </a:cubicBezTo>
                <a:cubicBezTo>
                  <a:pt x="2307089" y="41281"/>
                  <a:pt x="2198818" y="30497"/>
                  <a:pt x="2091558" y="29298"/>
                </a:cubicBezTo>
                <a:cubicBezTo>
                  <a:pt x="1942812" y="28100"/>
                  <a:pt x="1793053" y="19713"/>
                  <a:pt x="1645319" y="30497"/>
                </a:cubicBezTo>
                <a:cubicBezTo>
                  <a:pt x="1510738" y="38885"/>
                  <a:pt x="1376158" y="41281"/>
                  <a:pt x="1243602" y="64048"/>
                </a:cubicBezTo>
                <a:cubicBezTo>
                  <a:pt x="1079677" y="76030"/>
                  <a:pt x="916765" y="68841"/>
                  <a:pt x="753851" y="61651"/>
                </a:cubicBezTo>
                <a:cubicBezTo>
                  <a:pt x="653675" y="56858"/>
                  <a:pt x="554511" y="41281"/>
                  <a:pt x="465465" y="123960"/>
                </a:cubicBezTo>
                <a:cubicBezTo>
                  <a:pt x="489751" y="143132"/>
                  <a:pt x="519095" y="139537"/>
                  <a:pt x="546416" y="145529"/>
                </a:cubicBezTo>
                <a:cubicBezTo>
                  <a:pt x="594986" y="157511"/>
                  <a:pt x="643557" y="169493"/>
                  <a:pt x="689091" y="192260"/>
                </a:cubicBezTo>
                <a:cubicBezTo>
                  <a:pt x="699210" y="197053"/>
                  <a:pt x="708317" y="206639"/>
                  <a:pt x="704269" y="222217"/>
                </a:cubicBezTo>
                <a:cubicBezTo>
                  <a:pt x="701234" y="234199"/>
                  <a:pt x="691115" y="234199"/>
                  <a:pt x="683020" y="236595"/>
                </a:cubicBezTo>
                <a:cubicBezTo>
                  <a:pt x="664806" y="243785"/>
                  <a:pt x="642545" y="238992"/>
                  <a:pt x="621295" y="264155"/>
                </a:cubicBezTo>
                <a:cubicBezTo>
                  <a:pt x="702245" y="277336"/>
                  <a:pt x="780160" y="252172"/>
                  <a:pt x="848968" y="304896"/>
                </a:cubicBezTo>
                <a:cubicBezTo>
                  <a:pt x="823671" y="331257"/>
                  <a:pt x="795339" y="325266"/>
                  <a:pt x="768018" y="330059"/>
                </a:cubicBezTo>
                <a:cubicBezTo>
                  <a:pt x="739685" y="334852"/>
                  <a:pt x="712365" y="343240"/>
                  <a:pt x="684032" y="348032"/>
                </a:cubicBezTo>
                <a:cubicBezTo>
                  <a:pt x="653675" y="354023"/>
                  <a:pt x="623319" y="355222"/>
                  <a:pt x="592962" y="361213"/>
                </a:cubicBezTo>
                <a:cubicBezTo>
                  <a:pt x="567666" y="366006"/>
                  <a:pt x="540345" y="357618"/>
                  <a:pt x="509988" y="387575"/>
                </a:cubicBezTo>
                <a:cubicBezTo>
                  <a:pt x="584867" y="409143"/>
                  <a:pt x="652663" y="376790"/>
                  <a:pt x="726531" y="398359"/>
                </a:cubicBezTo>
                <a:cubicBezTo>
                  <a:pt x="683020" y="417531"/>
                  <a:pt x="647604" y="411539"/>
                  <a:pt x="614212" y="422324"/>
                </a:cubicBezTo>
                <a:cubicBezTo>
                  <a:pt x="583855" y="433108"/>
                  <a:pt x="547428" y="421126"/>
                  <a:pt x="522131" y="453478"/>
                </a:cubicBezTo>
                <a:cubicBezTo>
                  <a:pt x="502905" y="478641"/>
                  <a:pt x="482668" y="482236"/>
                  <a:pt x="457370" y="467857"/>
                </a:cubicBezTo>
                <a:cubicBezTo>
                  <a:pt x="435109" y="454676"/>
                  <a:pt x="410824" y="458271"/>
                  <a:pt x="388562" y="471452"/>
                </a:cubicBezTo>
                <a:cubicBezTo>
                  <a:pt x="380468" y="476245"/>
                  <a:pt x="372372" y="482236"/>
                  <a:pt x="372372" y="494218"/>
                </a:cubicBezTo>
                <a:cubicBezTo>
                  <a:pt x="372372" y="510994"/>
                  <a:pt x="382491" y="515787"/>
                  <a:pt x="393622" y="518184"/>
                </a:cubicBezTo>
                <a:cubicBezTo>
                  <a:pt x="403741" y="520580"/>
                  <a:pt x="415883" y="522977"/>
                  <a:pt x="426002" y="520580"/>
                </a:cubicBezTo>
                <a:cubicBezTo>
                  <a:pt x="490762" y="507399"/>
                  <a:pt x="554511" y="528968"/>
                  <a:pt x="619271" y="526571"/>
                </a:cubicBezTo>
                <a:cubicBezTo>
                  <a:pt x="415883" y="578096"/>
                  <a:pt x="210471" y="561321"/>
                  <a:pt x="0" y="579294"/>
                </a:cubicBezTo>
                <a:cubicBezTo>
                  <a:pt x="27321" y="615241"/>
                  <a:pt x="62737" y="585286"/>
                  <a:pt x="83986" y="611647"/>
                </a:cubicBezTo>
                <a:cubicBezTo>
                  <a:pt x="63748" y="666766"/>
                  <a:pt x="71844" y="696722"/>
                  <a:pt x="112319" y="700317"/>
                </a:cubicBezTo>
                <a:cubicBezTo>
                  <a:pt x="151782" y="703912"/>
                  <a:pt x="194281" y="684740"/>
                  <a:pt x="215531" y="750643"/>
                </a:cubicBezTo>
                <a:cubicBezTo>
                  <a:pt x="221602" y="771014"/>
                  <a:pt x="259042" y="765023"/>
                  <a:pt x="282315" y="768617"/>
                </a:cubicBezTo>
                <a:cubicBezTo>
                  <a:pt x="332909" y="777005"/>
                  <a:pt x="386539" y="768617"/>
                  <a:pt x="435109" y="794979"/>
                </a:cubicBezTo>
                <a:cubicBezTo>
                  <a:pt x="454335" y="804565"/>
                  <a:pt x="467489" y="811754"/>
                  <a:pt x="457370" y="838116"/>
                </a:cubicBezTo>
                <a:cubicBezTo>
                  <a:pt x="447252" y="865675"/>
                  <a:pt x="460406" y="875261"/>
                  <a:pt x="476596" y="886046"/>
                </a:cubicBezTo>
                <a:cubicBezTo>
                  <a:pt x="488739" y="894433"/>
                  <a:pt x="506953" y="892037"/>
                  <a:pt x="517071" y="917200"/>
                </a:cubicBezTo>
                <a:cubicBezTo>
                  <a:pt x="410824" y="913605"/>
                  <a:pt x="307612" y="893235"/>
                  <a:pt x="202377" y="912407"/>
                </a:cubicBezTo>
                <a:cubicBezTo>
                  <a:pt x="317731" y="960337"/>
                  <a:pt x="444216" y="957940"/>
                  <a:pt x="557546" y="1013060"/>
                </a:cubicBezTo>
                <a:cubicBezTo>
                  <a:pt x="553499" y="1032232"/>
                  <a:pt x="527190" y="1023844"/>
                  <a:pt x="526178" y="1052602"/>
                </a:cubicBezTo>
                <a:cubicBezTo>
                  <a:pt x="585879" y="1082558"/>
                  <a:pt x="657723" y="1062188"/>
                  <a:pt x="720459" y="1106523"/>
                </a:cubicBezTo>
                <a:cubicBezTo>
                  <a:pt x="684032" y="1126893"/>
                  <a:pt x="650640" y="1093342"/>
                  <a:pt x="616236" y="1112514"/>
                </a:cubicBezTo>
                <a:cubicBezTo>
                  <a:pt x="627367" y="1141273"/>
                  <a:pt x="1131283" y="1318613"/>
                  <a:pt x="1222353" y="1337785"/>
                </a:cubicBezTo>
                <a:cubicBezTo>
                  <a:pt x="1407527" y="1377327"/>
                  <a:pt x="1940788" y="1477980"/>
                  <a:pt x="2087511" y="1500747"/>
                </a:cubicBezTo>
                <a:cubicBezTo>
                  <a:pt x="2200841" y="1517522"/>
                  <a:pt x="2313160" y="1530703"/>
                  <a:pt x="2425479" y="1531901"/>
                </a:cubicBezTo>
                <a:cubicBezTo>
                  <a:pt x="2553988" y="1533099"/>
                  <a:pt x="2681485" y="1527108"/>
                  <a:pt x="2809994" y="1522315"/>
                </a:cubicBezTo>
                <a:cubicBezTo>
                  <a:pt x="2858058" y="1520518"/>
                  <a:pt x="2905933" y="1517372"/>
                  <a:pt x="2953618" y="1512448"/>
                </a:cubicBezTo>
                <a:lnTo>
                  <a:pt x="3021543" y="1502657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58DC56-6A80-C001-B772-F720FF564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199"/>
            <a:ext cx="4191000" cy="5338763"/>
          </a:xfrm>
        </p:spPr>
        <p:txBody>
          <a:bodyPr>
            <a:normAutofit/>
          </a:bodyPr>
          <a:lstStyle/>
          <a:p>
            <a:r>
              <a:rPr lang="en-IN"/>
              <a:t>AgentCore Memory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2F757-5EC8-6FB5-2F81-CDB36025E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2332" y="838199"/>
            <a:ext cx="6051468" cy="5338763"/>
          </a:xfrm>
        </p:spPr>
        <p:txBody>
          <a:bodyPr anchor="ctr">
            <a:normAutofit/>
          </a:bodyPr>
          <a:lstStyle/>
          <a:p>
            <a:pPr lvl="0"/>
            <a:r>
              <a:rPr lang="en-IN" sz="1300" b="1"/>
              <a:t>AgentCore Memory</a:t>
            </a:r>
            <a:r>
              <a:rPr lang="en-IN" sz="1300"/>
              <a:t> provides a managed way to add short-term and long-term memory to agent applications.</a:t>
            </a:r>
          </a:p>
          <a:p>
            <a:pPr lvl="0"/>
            <a:r>
              <a:rPr lang="en-IN" sz="1300"/>
              <a:t>Short-term memory can be organized around sessions and events so the agent can maintain conversation context.</a:t>
            </a:r>
          </a:p>
          <a:p>
            <a:pPr lvl="0"/>
            <a:r>
              <a:rPr lang="en-IN" sz="1300"/>
              <a:t>Long-term memory can store structured information derived from interactions, such as user preferences, important facts, and session summaries.</a:t>
            </a:r>
          </a:p>
          <a:p>
            <a:pPr lvl="0"/>
            <a:r>
              <a:rPr lang="en-IN" sz="1300"/>
              <a:t>The course describes these stored pieces of long-term information as </a:t>
            </a:r>
            <a:r>
              <a:rPr lang="en-IN" sz="1300" b="1"/>
              <a:t>Memory Records</a:t>
            </a:r>
            <a:r>
              <a:rPr lang="en-IN" sz="1300"/>
              <a:t>.</a:t>
            </a:r>
          </a:p>
          <a:p>
            <a:pPr lvl="0"/>
            <a:r>
              <a:rPr lang="en-IN" sz="1300"/>
              <a:t>Memory strategies can help organize different kinds of information, such as preferences, semantic facts, or summaries of previous sessions.</a:t>
            </a:r>
          </a:p>
          <a:p>
            <a:endParaRPr lang="en-IN" sz="1300" b="1"/>
          </a:p>
          <a:p>
            <a:r>
              <a:rPr lang="en-IN" sz="1300" b="1"/>
              <a:t>Why This Helps:</a:t>
            </a:r>
            <a:endParaRPr lang="en-IN" sz="1300"/>
          </a:p>
          <a:p>
            <a:pPr lvl="0"/>
            <a:r>
              <a:rPr lang="en-IN" sz="1300"/>
              <a:t>More natural conversations</a:t>
            </a:r>
          </a:p>
          <a:p>
            <a:pPr lvl="0"/>
            <a:r>
              <a:rPr lang="en-IN" sz="1300"/>
              <a:t>Less repeated information from the user</a:t>
            </a:r>
          </a:p>
          <a:p>
            <a:pPr lvl="0"/>
            <a:r>
              <a:rPr lang="en-IN" sz="1300"/>
              <a:t>Better personalization</a:t>
            </a:r>
          </a:p>
          <a:p>
            <a:pPr lvl="0"/>
            <a:r>
              <a:rPr lang="en-IN" sz="1300"/>
              <a:t>Better continuity between sessions</a:t>
            </a:r>
          </a:p>
          <a:p>
            <a:endParaRPr lang="en-IN" sz="1300" b="1"/>
          </a:p>
          <a:p>
            <a:r>
              <a:rPr lang="en-IN" sz="1300" b="1"/>
              <a:t>Important Point:</a:t>
            </a:r>
            <a:endParaRPr lang="en-IN" sz="1300"/>
          </a:p>
          <a:p>
            <a:r>
              <a:rPr lang="en-IN" sz="1300" b="1"/>
              <a:t>Memory should store useful context, not simply keep everything forever.</a:t>
            </a:r>
            <a:endParaRPr lang="en-IN" sz="1300"/>
          </a:p>
        </p:txBody>
      </p:sp>
    </p:spTree>
    <p:extLst>
      <p:ext uri="{BB962C8B-B14F-4D97-AF65-F5344CB8AC3E}">
        <p14:creationId xmlns:p14="http://schemas.microsoft.com/office/powerpoint/2010/main" val="1352139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87FD3-00C6-5E7D-ABD2-4EA0E7FF3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AgentCore Gateway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873634-2EE1-AC06-A0C2-235725ADE92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96180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E7018C-627A-6197-C85C-C08E150A4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AgentCore Identity and Policies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B6761-F362-D570-D050-FB8C629C9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lvl="0"/>
            <a:r>
              <a:rPr lang="en-IN" sz="1300"/>
              <a:t>Giving an AI agent access to real systems creates an important security question: </a:t>
            </a:r>
            <a:r>
              <a:rPr lang="en-IN" sz="1300" b="1"/>
              <a:t>What is this agent allowed to access and do?</a:t>
            </a:r>
            <a:endParaRPr lang="en-IN" sz="1300"/>
          </a:p>
          <a:p>
            <a:pPr lvl="0"/>
            <a:r>
              <a:rPr lang="en-IN" sz="1300" b="1" err="1"/>
              <a:t>AgentCore</a:t>
            </a:r>
            <a:r>
              <a:rPr lang="en-IN" sz="1300" b="1"/>
              <a:t> Identity</a:t>
            </a:r>
            <a:r>
              <a:rPr lang="en-IN" sz="1300"/>
              <a:t> helps manage the identity used by agents when they connect to AWS services or external applications.</a:t>
            </a:r>
          </a:p>
          <a:p>
            <a:pPr lvl="0"/>
            <a:r>
              <a:rPr lang="en-IN" sz="1300"/>
              <a:t>It can provide secure credential storage and support authentication methods such as OAuth 2.0 for supported services.</a:t>
            </a:r>
          </a:p>
          <a:p>
            <a:pPr lvl="0"/>
            <a:r>
              <a:rPr lang="en-IN" sz="1300" err="1"/>
              <a:t>AgentCore</a:t>
            </a:r>
            <a:r>
              <a:rPr lang="en-IN" sz="1300"/>
              <a:t> can also apply </a:t>
            </a:r>
            <a:r>
              <a:rPr lang="en-IN" sz="1300" b="1"/>
              <a:t>policies</a:t>
            </a:r>
            <a:r>
              <a:rPr lang="en-IN" sz="1300"/>
              <a:t> to tool calls before the requested action is completed.</a:t>
            </a:r>
          </a:p>
          <a:p>
            <a:pPr lvl="0"/>
            <a:r>
              <a:rPr lang="en-IN" sz="1300"/>
              <a:t>These policies can define rules such as which agent can call a tool, which resource it can access, and under what conditions the action is allowed.</a:t>
            </a:r>
          </a:p>
          <a:p>
            <a:endParaRPr lang="en-IN" sz="1300" b="1"/>
          </a:p>
          <a:p>
            <a:r>
              <a:rPr lang="en-IN" sz="1300" b="1"/>
              <a:t>Example:</a:t>
            </a:r>
            <a:endParaRPr lang="en-IN" sz="1300"/>
          </a:p>
          <a:p>
            <a:r>
              <a:rPr lang="en-IN" sz="1300"/>
              <a:t>A customer-support agent may be allowed to:</a:t>
            </a:r>
          </a:p>
          <a:p>
            <a:pPr lvl="0"/>
            <a:r>
              <a:rPr lang="en-IN" sz="1300"/>
              <a:t>Read an order status</a:t>
            </a:r>
          </a:p>
          <a:p>
            <a:r>
              <a:rPr lang="en-IN" sz="1300"/>
              <a:t>but not:</a:t>
            </a:r>
          </a:p>
          <a:p>
            <a:pPr lvl="0"/>
            <a:r>
              <a:rPr lang="en-IN" sz="1300"/>
              <a:t>Issue a refund above a certain amount</a:t>
            </a:r>
          </a:p>
          <a:p>
            <a:endParaRPr lang="en-IN" sz="1300" b="1"/>
          </a:p>
          <a:p>
            <a:r>
              <a:rPr lang="en-IN" sz="1300" b="1"/>
              <a:t>Main Lesson:</a:t>
            </a:r>
            <a:endParaRPr lang="en-IN" sz="1300"/>
          </a:p>
          <a:p>
            <a:r>
              <a:rPr lang="en-IN" sz="1300" b="1"/>
              <a:t>An agent should receive only the permissions it actually needs.</a:t>
            </a:r>
            <a:endParaRPr lang="en-IN" sz="1300"/>
          </a:p>
        </p:txBody>
      </p:sp>
    </p:spTree>
    <p:extLst>
      <p:ext uri="{BB962C8B-B14F-4D97-AF65-F5344CB8AC3E}">
        <p14:creationId xmlns:p14="http://schemas.microsoft.com/office/powerpoint/2010/main" val="3754800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82B1A4-0022-A23A-D440-716E1E0CE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Monitoring and Evaluating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18987-A36B-66DA-B759-FB7B6C1FF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lvl="0"/>
            <a:r>
              <a:rPr lang="en-IN" sz="1600"/>
              <a:t>Once an agent is running in production, developers need to understand how well it is performing.</a:t>
            </a:r>
          </a:p>
          <a:p>
            <a:pPr lvl="0"/>
            <a:r>
              <a:rPr lang="en-IN" sz="1600"/>
              <a:t>AgentCore includes </a:t>
            </a:r>
            <a:r>
              <a:rPr lang="en-IN" sz="1600" b="1"/>
              <a:t>observability capabilities</a:t>
            </a:r>
            <a:r>
              <a:rPr lang="en-IN" sz="1600"/>
              <a:t> that can help track agent usage, performance, and behavior.</a:t>
            </a:r>
          </a:p>
          <a:p>
            <a:pPr lvl="0"/>
            <a:r>
              <a:rPr lang="en-IN" sz="1600"/>
              <a:t>The course connects these capabilities with </a:t>
            </a:r>
            <a:r>
              <a:rPr lang="en-IN" sz="1600" b="1"/>
              <a:t>CloudWatch GenAI Observability</a:t>
            </a:r>
            <a:r>
              <a:rPr lang="en-IN" sz="1600"/>
              <a:t>, which gives developers a place to monitor agent activity.</a:t>
            </a:r>
          </a:p>
          <a:p>
            <a:pPr lvl="0"/>
            <a:r>
              <a:rPr lang="en-IN" sz="1600"/>
              <a:t>Agent evaluation can examine whether the agent completes tasks correctly, handles unusual situations, and behaves consistently.</a:t>
            </a:r>
          </a:p>
          <a:p>
            <a:pPr lvl="0"/>
            <a:r>
              <a:rPr lang="en-IN" sz="1600"/>
              <a:t>Monitoring also helps identify problems such as high latency, failing tool calls, unexpected behavior, or poor response quality.</a:t>
            </a:r>
          </a:p>
          <a:p>
            <a:endParaRPr lang="en-IN" sz="1600" b="1"/>
          </a:p>
          <a:p>
            <a:r>
              <a:rPr lang="en-IN" sz="1600" b="1"/>
              <a:t>Why Monitoring Matters:</a:t>
            </a:r>
            <a:endParaRPr lang="en-IN" sz="1600"/>
          </a:p>
          <a:p>
            <a:pPr lvl="0"/>
            <a:r>
              <a:rPr lang="en-IN" sz="1600"/>
              <a:t>An agent may work well during testing but behave differently with real users.</a:t>
            </a:r>
          </a:p>
          <a:p>
            <a:pPr lvl="0"/>
            <a:r>
              <a:rPr lang="en-IN" sz="1600"/>
              <a:t>Production systems need evidence about what is working and what needs improvement.</a:t>
            </a:r>
          </a:p>
          <a:p>
            <a:pPr lvl="0"/>
            <a:r>
              <a:rPr lang="en-IN" sz="1600"/>
              <a:t>Observability makes agent behavior easier to troubleshoot and improve.</a:t>
            </a:r>
          </a:p>
        </p:txBody>
      </p:sp>
    </p:spTree>
    <p:extLst>
      <p:ext uri="{BB962C8B-B14F-4D97-AF65-F5344CB8AC3E}">
        <p14:creationId xmlns:p14="http://schemas.microsoft.com/office/powerpoint/2010/main" val="2424914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260019"/>
            <a:ext cx="11167447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A02351-249D-12EE-FB7E-C808A3009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9" y="507160"/>
            <a:ext cx="2993571" cy="5438730"/>
          </a:xfrm>
        </p:spPr>
        <p:txBody>
          <a:bodyPr>
            <a:normAutofit/>
          </a:bodyPr>
          <a:lstStyle/>
          <a:p>
            <a:r>
              <a:rPr lang="en-IN" sz="3200"/>
              <a:t>What Is Model Context Protocol (MCP)?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2874481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983DC737-A010-E747-119C-479D90BE1E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7334898"/>
              </p:ext>
            </p:extLst>
          </p:nvPr>
        </p:nvGraphicFramePr>
        <p:xfrm>
          <a:off x="4526280" y="512064"/>
          <a:ext cx="6830568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4480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40E93D9-F13F-4097-A159-E0A6CEBA8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AD9432-E9BF-F846-C167-5DCC70DFD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916" y="444464"/>
            <a:ext cx="3420305" cy="1906317"/>
          </a:xfrm>
        </p:spPr>
        <p:txBody>
          <a:bodyPr>
            <a:normAutofit/>
          </a:bodyPr>
          <a:lstStyle/>
          <a:p>
            <a:pPr algn="ctr"/>
            <a:r>
              <a:rPr lang="en-IN" sz="2800"/>
              <a:t>Why MCP Is Useful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7FF728-29EA-CD7D-B22F-52BE9C053D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149" b="-3"/>
          <a:stretch>
            <a:fillRect/>
          </a:stretch>
        </p:blipFill>
        <p:spPr>
          <a:xfrm>
            <a:off x="20" y="2768743"/>
            <a:ext cx="4278264" cy="408925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A3D150B-ADB5-401D-8304-C7845A109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68743"/>
            <a:ext cx="4310288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26D2B-2C46-57EA-9B5C-231A6DC29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4985" y="444465"/>
            <a:ext cx="5770411" cy="6181524"/>
          </a:xfrm>
        </p:spPr>
        <p:txBody>
          <a:bodyPr anchor="ctr">
            <a:normAutofit/>
          </a:bodyPr>
          <a:lstStyle/>
          <a:p>
            <a:pPr lvl="0"/>
            <a:r>
              <a:rPr lang="en-IN" sz="1200" dirty="0"/>
              <a:t>Without a common standard, developers may need to create a custom integration every time an agent needs to work with a new service.</a:t>
            </a:r>
          </a:p>
          <a:p>
            <a:pPr lvl="0"/>
            <a:r>
              <a:rPr lang="en-IN" sz="1200" dirty="0"/>
              <a:t>MCP reduces this problem by providing a consistent way for tools and resources to be exposed to AI applications.</a:t>
            </a:r>
          </a:p>
          <a:p>
            <a:pPr lvl="0"/>
            <a:r>
              <a:rPr lang="en-IN" sz="1200" dirty="0"/>
              <a:t>An MCP server might connect an AI agent to systems such as </a:t>
            </a:r>
            <a:r>
              <a:rPr lang="en-IN" sz="1200" b="1" dirty="0"/>
              <a:t>GitHub, Atlassian tools, PostgreSQL, Slack, or other external platforms</a:t>
            </a:r>
            <a:r>
              <a:rPr lang="en-IN" sz="1200" dirty="0"/>
              <a:t>.</a:t>
            </a:r>
          </a:p>
          <a:p>
            <a:pPr lvl="0"/>
            <a:r>
              <a:rPr lang="en-IN" sz="1200" dirty="0"/>
              <a:t>The agent can then discover what capabilities are available and use the appropriate tool when the user’s request requires it.</a:t>
            </a:r>
          </a:p>
          <a:p>
            <a:endParaRPr lang="en-IN" sz="1200" b="1" dirty="0"/>
          </a:p>
          <a:p>
            <a:r>
              <a:rPr lang="en-IN" sz="1200" b="1" dirty="0"/>
              <a:t>Example:</a:t>
            </a:r>
            <a:endParaRPr lang="en-IN" sz="1200" dirty="0"/>
          </a:p>
          <a:p>
            <a:r>
              <a:rPr lang="en-IN" sz="1200" dirty="0"/>
              <a:t>User asks:</a:t>
            </a:r>
          </a:p>
          <a:p>
            <a:r>
              <a:rPr lang="en-IN" sz="1200" b="1" dirty="0"/>
              <a:t>“Create an issue in GitHub for the bug we just discussed.”</a:t>
            </a:r>
            <a:endParaRPr lang="en-IN" sz="1200" dirty="0"/>
          </a:p>
          <a:p>
            <a:r>
              <a:rPr lang="en-IN" sz="1200" dirty="0"/>
              <a:t>Possible process:</a:t>
            </a:r>
          </a:p>
          <a:p>
            <a:pPr lvl="0"/>
            <a:r>
              <a:rPr lang="en-IN" sz="1200" dirty="0"/>
              <a:t>Agent understands the request.</a:t>
            </a:r>
          </a:p>
          <a:p>
            <a:pPr lvl="0"/>
            <a:r>
              <a:rPr lang="en-IN" sz="1200" dirty="0"/>
              <a:t>MCP exposes the GitHub issue tool.</a:t>
            </a:r>
          </a:p>
          <a:p>
            <a:pPr lvl="0"/>
            <a:r>
              <a:rPr lang="en-IN" sz="1200" dirty="0"/>
              <a:t>Agent prepares the required information.</a:t>
            </a:r>
          </a:p>
          <a:p>
            <a:pPr lvl="0"/>
            <a:r>
              <a:rPr lang="en-IN" sz="1200" dirty="0"/>
              <a:t>Tool creates the issue.</a:t>
            </a:r>
          </a:p>
          <a:p>
            <a:pPr lvl="0"/>
            <a:r>
              <a:rPr lang="en-IN" sz="1200" dirty="0"/>
              <a:t>Agent confirms the result to the user.</a:t>
            </a:r>
          </a:p>
          <a:p>
            <a:endParaRPr lang="en-IN" sz="1200" b="1" dirty="0"/>
          </a:p>
          <a:p>
            <a:r>
              <a:rPr lang="en-IN" sz="1200" b="1" dirty="0"/>
              <a:t>Key Benefit:</a:t>
            </a:r>
            <a:endParaRPr lang="en-IN" sz="1200" dirty="0"/>
          </a:p>
          <a:p>
            <a:r>
              <a:rPr lang="en-IN" sz="1200" b="1" dirty="0"/>
              <a:t>The agent framework and external service can communicate through a more standardized connection.</a:t>
            </a:r>
            <a:endParaRPr lang="en-IN" sz="1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D3AB31-A71C-4414-BA05-CF667CBA3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5909" y="3396995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639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5FE57-5E3A-446E-BF1B-C0ABB84E4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Why Humans Still Matter</a:t>
            </a:r>
            <a:endParaRPr lang="en-IN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E8E1C42-939F-9529-512D-8402F0C24D2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4125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97419-C8B1-AF08-02C9-4EF49CF5C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Human-in-the-Loop Example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1604CE-E246-3F9F-6C39-FF40493E2DB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4"/>
          <a:ext cx="10515600" cy="49662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4602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AD150-3B8F-E7F4-83C7-CAA8B1A3A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Amazon Quick?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263337-B5F6-6B98-6957-037B9138DA7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4"/>
          <a:ext cx="10515600" cy="4845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96400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6D7D38-3DF9-D7B7-038B-8688D6923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How Amazon Quick Uses Agentic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4DAAC-D37D-A716-36B7-DD642DDB4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lvl="0"/>
            <a:r>
              <a:rPr lang="en-IN" sz="1100"/>
              <a:t>Amazon Quick uses several building blocks to turn a natural-language request into useful work.</a:t>
            </a:r>
          </a:p>
          <a:p>
            <a:pPr lvl="0"/>
            <a:r>
              <a:rPr lang="en-IN" sz="1100" b="1"/>
              <a:t>Chat</a:t>
            </a:r>
            <a:r>
              <a:rPr lang="en-IN" sz="1100"/>
              <a:t> acts as the main interface where the user asks a question or requests an action.</a:t>
            </a:r>
          </a:p>
          <a:p>
            <a:pPr lvl="0"/>
            <a:r>
              <a:rPr lang="en-IN" sz="1100" b="1"/>
              <a:t>Agents</a:t>
            </a:r>
            <a:r>
              <a:rPr lang="en-IN" sz="1100"/>
              <a:t> contain instructions, knowledge, and tools that determine how the request should be handled.</a:t>
            </a:r>
          </a:p>
          <a:p>
            <a:pPr lvl="0"/>
            <a:r>
              <a:rPr lang="en-IN" sz="1100" b="1"/>
              <a:t>Spaces</a:t>
            </a:r>
            <a:r>
              <a:rPr lang="en-IN" sz="1100"/>
              <a:t> provide shared context such as files, dashboards, datasets, Knowledge Bases, and application actions.</a:t>
            </a:r>
          </a:p>
          <a:p>
            <a:pPr lvl="0"/>
            <a:r>
              <a:rPr lang="en-IN" sz="1100" b="1"/>
              <a:t>Integrations</a:t>
            </a:r>
            <a:r>
              <a:rPr lang="en-IN" sz="1100"/>
              <a:t> connect Quick to external information and business systems.</a:t>
            </a:r>
          </a:p>
          <a:p>
            <a:pPr lvl="0"/>
            <a:r>
              <a:rPr lang="en-IN" sz="1100"/>
              <a:t>Features such as </a:t>
            </a:r>
            <a:r>
              <a:rPr lang="en-IN" sz="1100" b="1"/>
              <a:t>Flows, Research, Quick Sight, automation, and apps</a:t>
            </a:r>
            <a:r>
              <a:rPr lang="en-IN" sz="1100"/>
              <a:t> can perform the actual work.</a:t>
            </a:r>
          </a:p>
          <a:p>
            <a:endParaRPr lang="en-IN" sz="1100" b="1"/>
          </a:p>
          <a:p>
            <a:r>
              <a:rPr lang="en-IN" sz="1100" b="1"/>
              <a:t>Example Business Request:</a:t>
            </a:r>
            <a:endParaRPr lang="en-IN" sz="1100"/>
          </a:p>
          <a:p>
            <a:r>
              <a:rPr lang="en-IN" sz="1100" b="1"/>
              <a:t>“Summarize this month’s customer complaints and create a follow-up task for the most common issue.”</a:t>
            </a:r>
            <a:endParaRPr lang="en-IN" sz="1100"/>
          </a:p>
          <a:p>
            <a:r>
              <a:rPr lang="en-IN" sz="1100"/>
              <a:t>Quick could:</a:t>
            </a:r>
          </a:p>
          <a:p>
            <a:pPr lvl="0"/>
            <a:r>
              <a:rPr lang="en-IN" sz="1100"/>
              <a:t>Search the connected customer data.</a:t>
            </a:r>
          </a:p>
          <a:p>
            <a:pPr lvl="0"/>
            <a:r>
              <a:rPr lang="en-IN" sz="1100"/>
              <a:t>Use an agent to identify common problems.</a:t>
            </a:r>
          </a:p>
          <a:p>
            <a:pPr lvl="0"/>
            <a:r>
              <a:rPr lang="en-IN" sz="1100"/>
              <a:t>Prepare a summary.</a:t>
            </a:r>
          </a:p>
          <a:p>
            <a:pPr lvl="0"/>
            <a:r>
              <a:rPr lang="en-IN" sz="1100"/>
              <a:t>Use a connected application action to create a follow-up task.</a:t>
            </a:r>
          </a:p>
          <a:p>
            <a:endParaRPr lang="en-IN" sz="1100" b="1"/>
          </a:p>
          <a:p>
            <a:r>
              <a:rPr lang="en-IN" sz="1100" b="1"/>
              <a:t>Main Lesson:</a:t>
            </a:r>
            <a:endParaRPr lang="en-IN" sz="1100"/>
          </a:p>
          <a:p>
            <a:r>
              <a:rPr lang="en-IN" sz="1100" b="1"/>
              <a:t>Agentic AI can move from answering questions to helping users complete real business work.</a:t>
            </a:r>
            <a:endParaRPr lang="en-IN" sz="1100"/>
          </a:p>
        </p:txBody>
      </p:sp>
    </p:spTree>
    <p:extLst>
      <p:ext uri="{BB962C8B-B14F-4D97-AF65-F5344CB8AC3E}">
        <p14:creationId xmlns:p14="http://schemas.microsoft.com/office/powerpoint/2010/main" val="37248744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690C39-C6DA-62EE-71F5-07A50F29A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Key Takeaways &amp; Thank You</a:t>
            </a: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E96FF-175F-0FC2-8772-990B50D34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lvl="0"/>
            <a:r>
              <a:rPr lang="en-IN" sz="1100"/>
              <a:t>Building an AI agent is only one part of the solution; production systems also need </a:t>
            </a:r>
            <a:r>
              <a:rPr lang="en-IN" sz="1100" b="1"/>
              <a:t>deployment, memory, security, tool access, monitoring, and governance</a:t>
            </a:r>
            <a:r>
              <a:rPr lang="en-IN" sz="1100"/>
              <a:t>.</a:t>
            </a:r>
          </a:p>
          <a:p>
            <a:pPr lvl="0"/>
            <a:r>
              <a:rPr lang="en-IN" sz="1100" b="1"/>
              <a:t>Amazon Bedrock </a:t>
            </a:r>
            <a:r>
              <a:rPr lang="en-IN" sz="1100" b="1" err="1"/>
              <a:t>AgentCore</a:t>
            </a:r>
            <a:r>
              <a:rPr lang="en-IN" sz="1100"/>
              <a:t> provides capabilities for running and operating AI agents using different agent frameworks.</a:t>
            </a:r>
          </a:p>
          <a:p>
            <a:pPr lvl="0"/>
            <a:r>
              <a:rPr lang="en-IN" sz="1100" err="1"/>
              <a:t>AgentCore</a:t>
            </a:r>
            <a:r>
              <a:rPr lang="en-IN" sz="1100"/>
              <a:t> Runtime provides managed endpoints for deployed agents, while </a:t>
            </a:r>
            <a:r>
              <a:rPr lang="en-IN" sz="1100" err="1"/>
              <a:t>AgentCore</a:t>
            </a:r>
            <a:r>
              <a:rPr lang="en-IN" sz="1100"/>
              <a:t> Memory helps maintain short-term and long-term context.</a:t>
            </a:r>
          </a:p>
          <a:p>
            <a:pPr lvl="0"/>
            <a:r>
              <a:rPr lang="en-IN" sz="1100" b="1" err="1"/>
              <a:t>AgentCore</a:t>
            </a:r>
            <a:r>
              <a:rPr lang="en-IN" sz="1100" b="1"/>
              <a:t> Gateway</a:t>
            </a:r>
            <a:r>
              <a:rPr lang="en-IN" sz="1100"/>
              <a:t> helps agents connect to external tools and services through a controlled interface.</a:t>
            </a:r>
          </a:p>
          <a:p>
            <a:pPr lvl="0"/>
            <a:r>
              <a:rPr lang="en-IN" sz="1100" err="1"/>
              <a:t>AgentCore</a:t>
            </a:r>
            <a:r>
              <a:rPr lang="en-IN" sz="1100"/>
              <a:t> Identity and policies help control </a:t>
            </a:r>
            <a:r>
              <a:rPr lang="en-IN" sz="1100" b="1"/>
              <a:t>who the agent is and what actions it is allowed to perform</a:t>
            </a:r>
            <a:r>
              <a:rPr lang="en-IN" sz="1100"/>
              <a:t>.</a:t>
            </a:r>
          </a:p>
          <a:p>
            <a:pPr lvl="0"/>
            <a:r>
              <a:rPr lang="en-IN" sz="1100" b="1"/>
              <a:t>MCP provides a standardized method for connecting AI applications to tools, resources, and external systems.</a:t>
            </a:r>
            <a:endParaRPr lang="en-IN" sz="1100"/>
          </a:p>
          <a:p>
            <a:pPr lvl="0"/>
            <a:r>
              <a:rPr lang="en-IN" sz="1100"/>
              <a:t>Human-in-the-loop workflows keep human judgment involved when a decision is uncertain, risky, or important.</a:t>
            </a:r>
          </a:p>
          <a:p>
            <a:pPr lvl="0"/>
            <a:r>
              <a:rPr lang="en-IN" sz="1100" b="1"/>
              <a:t>Amazon Quick brings Agentic AI to business users</a:t>
            </a:r>
            <a:r>
              <a:rPr lang="en-IN" sz="1100"/>
              <a:t> through chat, enterprise knowledge, research, automation, and connected actions.</a:t>
            </a:r>
          </a:p>
          <a:p>
            <a:r>
              <a:rPr lang="en-IN" sz="1100" b="1"/>
              <a:t>Main Lesson:</a:t>
            </a:r>
            <a:endParaRPr lang="en-IN" sz="1100"/>
          </a:p>
          <a:p>
            <a:r>
              <a:rPr lang="en-IN" sz="1100" b="1"/>
              <a:t>A useful AI agent is more than a Foundation Model. It needs the right tools, memory, security, monitoring, and human control so it can operate safely and effectively in real applications.</a:t>
            </a:r>
            <a:endParaRPr lang="en-IN" sz="1100"/>
          </a:p>
          <a:p>
            <a:r>
              <a:rPr lang="en-IN" sz="1100" b="1"/>
              <a:t>Thank You</a:t>
            </a:r>
            <a:endParaRPr lang="en-IN" sz="1100"/>
          </a:p>
          <a:p>
            <a:r>
              <a:rPr lang="en-IN" sz="1100"/>
              <a:t>Presented by: </a:t>
            </a:r>
            <a:r>
              <a:rPr lang="en-IN" sz="1100" b="1"/>
              <a:t>Akash Patel</a:t>
            </a:r>
            <a:endParaRPr lang="en-IN" sz="1100"/>
          </a:p>
          <a:p>
            <a:r>
              <a:rPr lang="en-IN" sz="1100" b="1"/>
              <a:t>Concordia University Chicago</a:t>
            </a:r>
          </a:p>
          <a:p>
            <a:r>
              <a:rPr lang="en-IN" sz="1100"/>
              <a:t>Special thanks to </a:t>
            </a:r>
            <a:r>
              <a:rPr lang="en-IN" sz="1100" b="1"/>
              <a:t>Professor Dr. Victor </a:t>
            </a:r>
            <a:r>
              <a:rPr lang="en-IN" sz="1100" b="1" err="1"/>
              <a:t>Govindaswamy</a:t>
            </a:r>
            <a:r>
              <a:rPr lang="en-IN" sz="1100"/>
              <a:t> for his continued guidance and encouragement throughout my AWS Generative AI learning journey. Learning about </a:t>
            </a:r>
            <a:r>
              <a:rPr lang="en-IN" sz="1100" err="1"/>
              <a:t>AgentCore</a:t>
            </a:r>
            <a:r>
              <a:rPr lang="en-IN" sz="1100"/>
              <a:t>, MCP, human oversight, and Amazon Quick helped me understand how the agent concepts from the previous videos can move from a simple design into a more complete real-world AI system.</a:t>
            </a:r>
          </a:p>
        </p:txBody>
      </p:sp>
    </p:spTree>
    <p:extLst>
      <p:ext uri="{BB962C8B-B14F-4D97-AF65-F5344CB8AC3E}">
        <p14:creationId xmlns:p14="http://schemas.microsoft.com/office/powerpoint/2010/main" val="2676395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2294</Words>
  <Application>Microsoft Office PowerPoint</Application>
  <PresentationFormat>Widescreen</PresentationFormat>
  <Paragraphs>188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Theme</vt:lpstr>
      <vt:lpstr>Deploying and Managing AI Agents</vt:lpstr>
      <vt:lpstr>From Building an Agent to Running It</vt:lpstr>
      <vt:lpstr>What Is Amazon Bedrock AgentCore?</vt:lpstr>
      <vt:lpstr>AgentCore Runtime</vt:lpstr>
      <vt:lpstr>Why Agent Memory Matters</vt:lpstr>
      <vt:lpstr>AgentCore Memory</vt:lpstr>
      <vt:lpstr>AgentCore Gateway</vt:lpstr>
      <vt:lpstr>AgentCore Identity and Policies</vt:lpstr>
      <vt:lpstr>Monitoring and Evaluating Agents</vt:lpstr>
      <vt:lpstr>What Is Model Context Protocol (MCP)?</vt:lpstr>
      <vt:lpstr>Why MCP Is Useful</vt:lpstr>
      <vt:lpstr>Why Humans Still Matter</vt:lpstr>
      <vt:lpstr>Human-in-the-Loop Example</vt:lpstr>
      <vt:lpstr>What Is Amazon Quick?</vt:lpstr>
      <vt:lpstr>How Amazon Quick Uses Agentic AI</vt:lpstr>
      <vt:lpstr>Key Takeaways &amp;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Akash Patel</dc:creator>
  <cp:lastModifiedBy>Akash Patel</cp:lastModifiedBy>
  <cp:revision>4</cp:revision>
  <dcterms:created xsi:type="dcterms:W3CDTF">2026-10-12T21:21:16Z</dcterms:created>
  <dcterms:modified xsi:type="dcterms:W3CDTF">2026-10-12T21:40:28Z</dcterms:modified>
</cp:coreProperties>
</file>