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7.svg"/><Relationship Id="rId2" Type="http://schemas.openxmlformats.org/officeDocument/2006/relationships/image" Target="../media/image14.svg"/><Relationship Id="rId1" Type="http://schemas.openxmlformats.org/officeDocument/2006/relationships/image" Target="../media/image7.svg"/><Relationship Id="rId6" Type="http://schemas.openxmlformats.org/officeDocument/2006/relationships/image" Target="../media/image6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2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6" Type="http://schemas.openxmlformats.org/officeDocument/2006/relationships/image" Target="../media/image6.svg"/><Relationship Id="rId5" Type="http://schemas.openxmlformats.org/officeDocument/2006/relationships/image" Target="../media/image3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7.svg"/><Relationship Id="rId2" Type="http://schemas.openxmlformats.org/officeDocument/2006/relationships/image" Target="../media/image14.svg"/><Relationship Id="rId1" Type="http://schemas.openxmlformats.org/officeDocument/2006/relationships/image" Target="../media/image7.svg"/><Relationship Id="rId6" Type="http://schemas.openxmlformats.org/officeDocument/2006/relationships/image" Target="../media/image6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2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6" Type="http://schemas.openxmlformats.org/officeDocument/2006/relationships/image" Target="../media/image6.svg"/><Relationship Id="rId5" Type="http://schemas.openxmlformats.org/officeDocument/2006/relationships/image" Target="../media/image3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6E6F0E-F96C-4D5C-A379-095990A30F1A}" type="doc">
      <dgm:prSet loTypeId="urn:microsoft.com/office/officeart/2018/2/layout/IconLabelList" loCatId="icon" qsTypeId="urn:microsoft.com/office/officeart/2005/8/quickstyle/simple1#17" qsCatId="simple" csTypeId="urn:microsoft.com/office/officeart/2005/8/colors/accent1_2#15" csCatId="accent1" phldr="1"/>
      <dgm:spPr/>
      <dgm:t>
        <a:bodyPr/>
        <a:lstStyle/>
        <a:p>
          <a:endParaRPr lang="en-US"/>
        </a:p>
      </dgm:t>
    </dgm:pt>
    <dgm:pt modelId="{9D593847-4E99-41BD-B5E0-2F8904F4141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 single AI agent can use several tools and complete multiple steps, but giving one agent too many different responsibilities can make the system harder to understand and manage.</a:t>
          </a:r>
          <a:endParaRPr lang="en-US"/>
        </a:p>
      </dgm:t>
    </dgm:pt>
    <dgm:pt modelId="{4C7A2909-91A3-412A-B84E-D5053331D0A1}" type="parTrans" cxnId="{5F5A9CBF-3F76-45DF-B9C0-627C7B369D8F}">
      <dgm:prSet/>
      <dgm:spPr/>
      <dgm:t>
        <a:bodyPr/>
        <a:lstStyle/>
        <a:p>
          <a:endParaRPr lang="en-US"/>
        </a:p>
      </dgm:t>
    </dgm:pt>
    <dgm:pt modelId="{C3AC9BB0-7B81-4C03-8A27-E461E489010F}" type="sibTrans" cxnId="{5F5A9CBF-3F76-45DF-B9C0-627C7B369D8F}">
      <dgm:prSet/>
      <dgm:spPr/>
      <dgm:t>
        <a:bodyPr/>
        <a:lstStyle/>
        <a:p>
          <a:endParaRPr lang="en-US"/>
        </a:p>
      </dgm:t>
    </dgm:pt>
    <dgm:pt modelId="{5FDE4FF3-8ED6-4951-AC24-508B0B7D72C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In a </a:t>
          </a:r>
          <a:r>
            <a:rPr lang="en-IN" b="1"/>
            <a:t>multi-agent system</a:t>
          </a:r>
          <a:r>
            <a:rPr lang="en-IN"/>
            <a:t>, the work is divided between specialized agents. Each agent can focus on one area, use only the tools it needs, and follow instructions designed for its specific responsibility.</a:t>
          </a:r>
          <a:endParaRPr lang="en-US"/>
        </a:p>
      </dgm:t>
    </dgm:pt>
    <dgm:pt modelId="{F0DD171B-24E9-46B7-8E66-D64B0EB915B9}" type="parTrans" cxnId="{4DF4A8EE-6ACD-4FA2-AFAA-9D6C559B1B0C}">
      <dgm:prSet/>
      <dgm:spPr/>
      <dgm:t>
        <a:bodyPr/>
        <a:lstStyle/>
        <a:p>
          <a:endParaRPr lang="en-US"/>
        </a:p>
      </dgm:t>
    </dgm:pt>
    <dgm:pt modelId="{21A96B81-7265-429C-8F04-D49DD98E98B5}" type="sibTrans" cxnId="{4DF4A8EE-6ACD-4FA2-AFAA-9D6C559B1B0C}">
      <dgm:prSet/>
      <dgm:spPr/>
      <dgm:t>
        <a:bodyPr/>
        <a:lstStyle/>
        <a:p>
          <a:endParaRPr lang="en-US"/>
        </a:p>
      </dgm:t>
    </dgm:pt>
    <dgm:pt modelId="{0C7BB897-017C-491E-9E05-FC68616AB23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This is similar to a real workplace. Instead of expecting one employee to handle finance, technical support, shipping, and research, different specialists handle different parts of the job.</a:t>
          </a:r>
          <a:endParaRPr lang="en-US"/>
        </a:p>
      </dgm:t>
    </dgm:pt>
    <dgm:pt modelId="{7E6B49DF-3CFE-4BCD-8473-9A9689E441F5}" type="parTrans" cxnId="{AAAB7FC0-18D5-43DF-97E1-5196A9C269C6}">
      <dgm:prSet/>
      <dgm:spPr/>
      <dgm:t>
        <a:bodyPr/>
        <a:lstStyle/>
        <a:p>
          <a:endParaRPr lang="en-US"/>
        </a:p>
      </dgm:t>
    </dgm:pt>
    <dgm:pt modelId="{0C88536F-BE44-4082-8D5A-0CF55134F1CC}" type="sibTrans" cxnId="{AAAB7FC0-18D5-43DF-97E1-5196A9C269C6}">
      <dgm:prSet/>
      <dgm:spPr/>
      <dgm:t>
        <a:bodyPr/>
        <a:lstStyle/>
        <a:p>
          <a:endParaRPr lang="en-US"/>
        </a:p>
      </dgm:t>
    </dgm:pt>
    <dgm:pt modelId="{09DEC835-7AC1-4ECE-B6DB-F2FD4266F0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Multi-agent systems are especially useful when a user request contains several different tasks or when different types of expertise are needed to complete one larger goal.</a:t>
          </a:r>
          <a:endParaRPr lang="en-US"/>
        </a:p>
      </dgm:t>
    </dgm:pt>
    <dgm:pt modelId="{F652030E-C9AC-495F-8D09-0A968B99C471}" type="parTrans" cxnId="{AF419D36-B9A8-4E4D-B31D-A6D9ACE7FC2F}">
      <dgm:prSet/>
      <dgm:spPr/>
      <dgm:t>
        <a:bodyPr/>
        <a:lstStyle/>
        <a:p>
          <a:endParaRPr lang="en-US"/>
        </a:p>
      </dgm:t>
    </dgm:pt>
    <dgm:pt modelId="{97BF15C5-2012-4A78-A1B2-C7CFB3EF519F}" type="sibTrans" cxnId="{AF419D36-B9A8-4E4D-B31D-A6D9ACE7FC2F}">
      <dgm:prSet/>
      <dgm:spPr/>
      <dgm:t>
        <a:bodyPr/>
        <a:lstStyle/>
        <a:p>
          <a:endParaRPr lang="en-US"/>
        </a:p>
      </dgm:t>
    </dgm:pt>
    <dgm:pt modelId="{7BF00996-D339-408E-8C59-9D7E70DFE2B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Main Idea:</a:t>
          </a:r>
          <a:endParaRPr lang="en-US"/>
        </a:p>
      </dgm:t>
    </dgm:pt>
    <dgm:pt modelId="{D4E95A67-1E67-43A3-A29B-9D935A3CE3C9}" type="parTrans" cxnId="{EAF0AAAD-AD99-4B7C-8DAC-51BFBC0BD892}">
      <dgm:prSet/>
      <dgm:spPr/>
      <dgm:t>
        <a:bodyPr/>
        <a:lstStyle/>
        <a:p>
          <a:endParaRPr lang="en-US"/>
        </a:p>
      </dgm:t>
    </dgm:pt>
    <dgm:pt modelId="{394FEE2E-BC85-4AB6-A793-B1699F9C617F}" type="sibTrans" cxnId="{EAF0AAAD-AD99-4B7C-8DAC-51BFBC0BD892}">
      <dgm:prSet/>
      <dgm:spPr/>
      <dgm:t>
        <a:bodyPr/>
        <a:lstStyle/>
        <a:p>
          <a:endParaRPr lang="en-US"/>
        </a:p>
      </dgm:t>
    </dgm:pt>
    <dgm:pt modelId="{13DA7D81-FC0C-422E-8F93-8F176620E51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One agent can be a general worker. A multi-agent system creates a team of specialized AI workers.</a:t>
          </a:r>
          <a:endParaRPr lang="en-US"/>
        </a:p>
      </dgm:t>
    </dgm:pt>
    <dgm:pt modelId="{C55A643F-4FB5-4D1A-9F00-DC02E38EC748}" type="parTrans" cxnId="{A235AE63-5A5B-4A22-9728-A060F7EBFEFA}">
      <dgm:prSet/>
      <dgm:spPr/>
      <dgm:t>
        <a:bodyPr/>
        <a:lstStyle/>
        <a:p>
          <a:endParaRPr lang="en-US"/>
        </a:p>
      </dgm:t>
    </dgm:pt>
    <dgm:pt modelId="{E77EA825-0BEC-4D2D-BBD0-F581B47C312B}" type="sibTrans" cxnId="{A235AE63-5A5B-4A22-9728-A060F7EBFEFA}">
      <dgm:prSet/>
      <dgm:spPr/>
      <dgm:t>
        <a:bodyPr/>
        <a:lstStyle/>
        <a:p>
          <a:endParaRPr lang="en-US"/>
        </a:p>
      </dgm:t>
    </dgm:pt>
    <dgm:pt modelId="{AFEEBE5A-D126-4CAB-9F1A-158CF400BA02}" type="pres">
      <dgm:prSet presAssocID="{BC6E6F0E-F96C-4D5C-A379-095990A30F1A}" presName="root" presStyleCnt="0">
        <dgm:presLayoutVars>
          <dgm:dir/>
          <dgm:resizeHandles val="exact"/>
        </dgm:presLayoutVars>
      </dgm:prSet>
      <dgm:spPr/>
    </dgm:pt>
    <dgm:pt modelId="{CC62D658-0F5B-4D20-A193-609EEBDBDA6F}" type="pres">
      <dgm:prSet presAssocID="{9D593847-4E99-41BD-B5E0-2F8904F41412}" presName="compNode" presStyleCnt="0"/>
      <dgm:spPr/>
    </dgm:pt>
    <dgm:pt modelId="{6AEBCAF4-257B-4F05-9E1D-20DC7E43B479}" type="pres">
      <dgm:prSet presAssocID="{9D593847-4E99-41BD-B5E0-2F8904F4141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CF12E9-2A55-400E-B988-F17067D2EC98}" type="pres">
      <dgm:prSet presAssocID="{9D593847-4E99-41BD-B5E0-2F8904F41412}" presName="spaceRect" presStyleCnt="0"/>
      <dgm:spPr/>
    </dgm:pt>
    <dgm:pt modelId="{2CC03C82-006A-49B2-9EBA-F8111178DBCC}" type="pres">
      <dgm:prSet presAssocID="{9D593847-4E99-41BD-B5E0-2F8904F41412}" presName="textRect" presStyleLbl="revTx" presStyleIdx="0" presStyleCnt="6">
        <dgm:presLayoutVars>
          <dgm:chMax val="1"/>
          <dgm:chPref val="1"/>
        </dgm:presLayoutVars>
      </dgm:prSet>
      <dgm:spPr/>
    </dgm:pt>
    <dgm:pt modelId="{A575ACDF-8FFA-4169-8D48-64A27C66AFD1}" type="pres">
      <dgm:prSet presAssocID="{C3AC9BB0-7B81-4C03-8A27-E461E489010F}" presName="sibTrans" presStyleCnt="0"/>
      <dgm:spPr/>
    </dgm:pt>
    <dgm:pt modelId="{4125C11F-4734-4F5B-986B-D533FD0C2522}" type="pres">
      <dgm:prSet presAssocID="{5FDE4FF3-8ED6-4951-AC24-508B0B7D72C6}" presName="compNode" presStyleCnt="0"/>
      <dgm:spPr/>
    </dgm:pt>
    <dgm:pt modelId="{4CE2D685-8B3E-4C01-90F6-07B8CB7C2E27}" type="pres">
      <dgm:prSet presAssocID="{5FDE4FF3-8ED6-4951-AC24-508B0B7D72C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879E99B-EC17-48AE-8F6A-E2436C6442C1}" type="pres">
      <dgm:prSet presAssocID="{5FDE4FF3-8ED6-4951-AC24-508B0B7D72C6}" presName="spaceRect" presStyleCnt="0"/>
      <dgm:spPr/>
    </dgm:pt>
    <dgm:pt modelId="{0408ADCE-B8D0-4A0A-BA12-B6BD6102031E}" type="pres">
      <dgm:prSet presAssocID="{5FDE4FF3-8ED6-4951-AC24-508B0B7D72C6}" presName="textRect" presStyleLbl="revTx" presStyleIdx="1" presStyleCnt="6">
        <dgm:presLayoutVars>
          <dgm:chMax val="1"/>
          <dgm:chPref val="1"/>
        </dgm:presLayoutVars>
      </dgm:prSet>
      <dgm:spPr/>
    </dgm:pt>
    <dgm:pt modelId="{94B06138-5843-4729-B02C-F831CFB2D7E1}" type="pres">
      <dgm:prSet presAssocID="{21A96B81-7265-429C-8F04-D49DD98E98B5}" presName="sibTrans" presStyleCnt="0"/>
      <dgm:spPr/>
    </dgm:pt>
    <dgm:pt modelId="{CD613017-92F0-48C7-9FEF-1B571F91BB34}" type="pres">
      <dgm:prSet presAssocID="{0C7BB897-017C-491E-9E05-FC68616AB238}" presName="compNode" presStyleCnt="0"/>
      <dgm:spPr/>
    </dgm:pt>
    <dgm:pt modelId="{2F263F4D-4439-4240-9E23-7F2C7C3E4B48}" type="pres">
      <dgm:prSet presAssocID="{0C7BB897-017C-491E-9E05-FC68616AB23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16BBCD1F-2CC4-462E-8E89-13A9D59E2E6C}" type="pres">
      <dgm:prSet presAssocID="{0C7BB897-017C-491E-9E05-FC68616AB238}" presName="spaceRect" presStyleCnt="0"/>
      <dgm:spPr/>
    </dgm:pt>
    <dgm:pt modelId="{0109E846-91C3-472D-8049-74A543B1FC63}" type="pres">
      <dgm:prSet presAssocID="{0C7BB897-017C-491E-9E05-FC68616AB238}" presName="textRect" presStyleLbl="revTx" presStyleIdx="2" presStyleCnt="6">
        <dgm:presLayoutVars>
          <dgm:chMax val="1"/>
          <dgm:chPref val="1"/>
        </dgm:presLayoutVars>
      </dgm:prSet>
      <dgm:spPr/>
    </dgm:pt>
    <dgm:pt modelId="{335ECF2A-DEF9-45CC-B99D-403CABC87F1A}" type="pres">
      <dgm:prSet presAssocID="{0C88536F-BE44-4082-8D5A-0CF55134F1CC}" presName="sibTrans" presStyleCnt="0"/>
      <dgm:spPr/>
    </dgm:pt>
    <dgm:pt modelId="{9F88D4B5-DD5B-4DD2-966A-A2ACED53B803}" type="pres">
      <dgm:prSet presAssocID="{09DEC835-7AC1-4ECE-B6DB-F2FD4266F0C5}" presName="compNode" presStyleCnt="0"/>
      <dgm:spPr/>
    </dgm:pt>
    <dgm:pt modelId="{D9A54AD0-8628-4743-91EB-127ABC2536E0}" type="pres">
      <dgm:prSet presAssocID="{09DEC835-7AC1-4ECE-B6DB-F2FD4266F0C5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82741F5-26DA-4E39-BC8A-BC4E7B4326A8}" type="pres">
      <dgm:prSet presAssocID="{09DEC835-7AC1-4ECE-B6DB-F2FD4266F0C5}" presName="spaceRect" presStyleCnt="0"/>
      <dgm:spPr/>
    </dgm:pt>
    <dgm:pt modelId="{9BF789CB-4885-4B6F-B210-BE4DEEC034F8}" type="pres">
      <dgm:prSet presAssocID="{09DEC835-7AC1-4ECE-B6DB-F2FD4266F0C5}" presName="textRect" presStyleLbl="revTx" presStyleIdx="3" presStyleCnt="6">
        <dgm:presLayoutVars>
          <dgm:chMax val="1"/>
          <dgm:chPref val="1"/>
        </dgm:presLayoutVars>
      </dgm:prSet>
      <dgm:spPr/>
    </dgm:pt>
    <dgm:pt modelId="{AA302BF5-3DAB-431B-90A5-DB6169897A3D}" type="pres">
      <dgm:prSet presAssocID="{97BF15C5-2012-4A78-A1B2-C7CFB3EF519F}" presName="sibTrans" presStyleCnt="0"/>
      <dgm:spPr/>
    </dgm:pt>
    <dgm:pt modelId="{888AD414-D689-42F0-AB97-B842A5F6E5ED}" type="pres">
      <dgm:prSet presAssocID="{7BF00996-D339-408E-8C59-9D7E70DFE2B6}" presName="compNode" presStyleCnt="0"/>
      <dgm:spPr/>
    </dgm:pt>
    <dgm:pt modelId="{33F7217F-1EE1-466C-89A4-E32549AE9DCD}" type="pres">
      <dgm:prSet presAssocID="{7BF00996-D339-408E-8C59-9D7E70DFE2B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A3085379-761C-4C6F-8E83-305B75D005F4}" type="pres">
      <dgm:prSet presAssocID="{7BF00996-D339-408E-8C59-9D7E70DFE2B6}" presName="spaceRect" presStyleCnt="0"/>
      <dgm:spPr/>
    </dgm:pt>
    <dgm:pt modelId="{09659129-7131-4642-9111-5A0BB18329F2}" type="pres">
      <dgm:prSet presAssocID="{7BF00996-D339-408E-8C59-9D7E70DFE2B6}" presName="textRect" presStyleLbl="revTx" presStyleIdx="4" presStyleCnt="6">
        <dgm:presLayoutVars>
          <dgm:chMax val="1"/>
          <dgm:chPref val="1"/>
        </dgm:presLayoutVars>
      </dgm:prSet>
      <dgm:spPr/>
    </dgm:pt>
    <dgm:pt modelId="{3450EE1D-07C6-4E94-BBB1-47A7231D6E5F}" type="pres">
      <dgm:prSet presAssocID="{394FEE2E-BC85-4AB6-A793-B1699F9C617F}" presName="sibTrans" presStyleCnt="0"/>
      <dgm:spPr/>
    </dgm:pt>
    <dgm:pt modelId="{7BC0634C-2917-4E28-B621-DD0DE459690A}" type="pres">
      <dgm:prSet presAssocID="{13DA7D81-FC0C-422E-8F93-8F176620E511}" presName="compNode" presStyleCnt="0"/>
      <dgm:spPr/>
    </dgm:pt>
    <dgm:pt modelId="{32355EB1-98CC-4AD3-B663-91218509F33C}" type="pres">
      <dgm:prSet presAssocID="{13DA7D81-FC0C-422E-8F93-8F176620E51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E4B93B-F9E9-4577-88D7-D52F46B00D36}" type="pres">
      <dgm:prSet presAssocID="{13DA7D81-FC0C-422E-8F93-8F176620E511}" presName="spaceRect" presStyleCnt="0"/>
      <dgm:spPr/>
    </dgm:pt>
    <dgm:pt modelId="{5500E866-63DE-4B6A-B010-0FDA63854B2E}" type="pres">
      <dgm:prSet presAssocID="{13DA7D81-FC0C-422E-8F93-8F176620E51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7BAE12C-9C44-461E-9542-04B1306909A9}" type="presOf" srcId="{5FDE4FF3-8ED6-4951-AC24-508B0B7D72C6}" destId="{0408ADCE-B8D0-4A0A-BA12-B6BD6102031E}" srcOrd="0" destOrd="0" presId="urn:microsoft.com/office/officeart/2018/2/layout/IconLabelList"/>
    <dgm:cxn modelId="{AF419D36-B9A8-4E4D-B31D-A6D9ACE7FC2F}" srcId="{BC6E6F0E-F96C-4D5C-A379-095990A30F1A}" destId="{09DEC835-7AC1-4ECE-B6DB-F2FD4266F0C5}" srcOrd="3" destOrd="0" parTransId="{F652030E-C9AC-495F-8D09-0A968B99C471}" sibTransId="{97BF15C5-2012-4A78-A1B2-C7CFB3EF519F}"/>
    <dgm:cxn modelId="{A235AE63-5A5B-4A22-9728-A060F7EBFEFA}" srcId="{BC6E6F0E-F96C-4D5C-A379-095990A30F1A}" destId="{13DA7D81-FC0C-422E-8F93-8F176620E511}" srcOrd="5" destOrd="0" parTransId="{C55A643F-4FB5-4D1A-9F00-DC02E38EC748}" sibTransId="{E77EA825-0BEC-4D2D-BBD0-F581B47C312B}"/>
    <dgm:cxn modelId="{58959756-5C5D-4A2E-ADEA-15D1217C2F04}" type="presOf" srcId="{09DEC835-7AC1-4ECE-B6DB-F2FD4266F0C5}" destId="{9BF789CB-4885-4B6F-B210-BE4DEEC034F8}" srcOrd="0" destOrd="0" presId="urn:microsoft.com/office/officeart/2018/2/layout/IconLabelList"/>
    <dgm:cxn modelId="{2D5EAE92-DE1E-4300-92E4-6A78CF280C9C}" type="presOf" srcId="{13DA7D81-FC0C-422E-8F93-8F176620E511}" destId="{5500E866-63DE-4B6A-B010-0FDA63854B2E}" srcOrd="0" destOrd="0" presId="urn:microsoft.com/office/officeart/2018/2/layout/IconLabelList"/>
    <dgm:cxn modelId="{B0872A9A-DB9B-469E-A587-4FD6F2864D3A}" type="presOf" srcId="{0C7BB897-017C-491E-9E05-FC68616AB238}" destId="{0109E846-91C3-472D-8049-74A543B1FC63}" srcOrd="0" destOrd="0" presId="urn:microsoft.com/office/officeart/2018/2/layout/IconLabelList"/>
    <dgm:cxn modelId="{E630DB9A-25E3-480E-859C-20E2C8A55A88}" type="presOf" srcId="{9D593847-4E99-41BD-B5E0-2F8904F41412}" destId="{2CC03C82-006A-49B2-9EBA-F8111178DBCC}" srcOrd="0" destOrd="0" presId="urn:microsoft.com/office/officeart/2018/2/layout/IconLabelList"/>
    <dgm:cxn modelId="{EAF0AAAD-AD99-4B7C-8DAC-51BFBC0BD892}" srcId="{BC6E6F0E-F96C-4D5C-A379-095990A30F1A}" destId="{7BF00996-D339-408E-8C59-9D7E70DFE2B6}" srcOrd="4" destOrd="0" parTransId="{D4E95A67-1E67-43A3-A29B-9D935A3CE3C9}" sibTransId="{394FEE2E-BC85-4AB6-A793-B1699F9C617F}"/>
    <dgm:cxn modelId="{5F5A9CBF-3F76-45DF-B9C0-627C7B369D8F}" srcId="{BC6E6F0E-F96C-4D5C-A379-095990A30F1A}" destId="{9D593847-4E99-41BD-B5E0-2F8904F41412}" srcOrd="0" destOrd="0" parTransId="{4C7A2909-91A3-412A-B84E-D5053331D0A1}" sibTransId="{C3AC9BB0-7B81-4C03-8A27-E461E489010F}"/>
    <dgm:cxn modelId="{AAAB7FC0-18D5-43DF-97E1-5196A9C269C6}" srcId="{BC6E6F0E-F96C-4D5C-A379-095990A30F1A}" destId="{0C7BB897-017C-491E-9E05-FC68616AB238}" srcOrd="2" destOrd="0" parTransId="{7E6B49DF-3CFE-4BCD-8473-9A9689E441F5}" sibTransId="{0C88536F-BE44-4082-8D5A-0CF55134F1CC}"/>
    <dgm:cxn modelId="{4DF4A8EE-6ACD-4FA2-AFAA-9D6C559B1B0C}" srcId="{BC6E6F0E-F96C-4D5C-A379-095990A30F1A}" destId="{5FDE4FF3-8ED6-4951-AC24-508B0B7D72C6}" srcOrd="1" destOrd="0" parTransId="{F0DD171B-24E9-46B7-8E66-D64B0EB915B9}" sibTransId="{21A96B81-7265-429C-8F04-D49DD98E98B5}"/>
    <dgm:cxn modelId="{C2FD67F8-1E5A-4FDA-8C0B-7490C269E01D}" type="presOf" srcId="{7BF00996-D339-408E-8C59-9D7E70DFE2B6}" destId="{09659129-7131-4642-9111-5A0BB18329F2}" srcOrd="0" destOrd="0" presId="urn:microsoft.com/office/officeart/2018/2/layout/IconLabelList"/>
    <dgm:cxn modelId="{134FB9FA-1BF4-4E8B-A0B6-2DB0DF3B0614}" type="presOf" srcId="{BC6E6F0E-F96C-4D5C-A379-095990A30F1A}" destId="{AFEEBE5A-D126-4CAB-9F1A-158CF400BA02}" srcOrd="0" destOrd="0" presId="urn:microsoft.com/office/officeart/2018/2/layout/IconLabelList"/>
    <dgm:cxn modelId="{BDD36466-8885-474E-BC9C-565392D2210A}" type="presParOf" srcId="{AFEEBE5A-D126-4CAB-9F1A-158CF400BA02}" destId="{CC62D658-0F5B-4D20-A193-609EEBDBDA6F}" srcOrd="0" destOrd="0" presId="urn:microsoft.com/office/officeart/2018/2/layout/IconLabelList"/>
    <dgm:cxn modelId="{A0F528E9-7FCB-411A-AEC2-878D52A13F1C}" type="presParOf" srcId="{CC62D658-0F5B-4D20-A193-609EEBDBDA6F}" destId="{6AEBCAF4-257B-4F05-9E1D-20DC7E43B479}" srcOrd="0" destOrd="0" presId="urn:microsoft.com/office/officeart/2018/2/layout/IconLabelList"/>
    <dgm:cxn modelId="{D6C10115-272A-4639-94EB-E21987305A9C}" type="presParOf" srcId="{CC62D658-0F5B-4D20-A193-609EEBDBDA6F}" destId="{7ECF12E9-2A55-400E-B988-F17067D2EC98}" srcOrd="1" destOrd="0" presId="urn:microsoft.com/office/officeart/2018/2/layout/IconLabelList"/>
    <dgm:cxn modelId="{0E239FFE-C6B2-4B44-B7D2-999EC00B26B5}" type="presParOf" srcId="{CC62D658-0F5B-4D20-A193-609EEBDBDA6F}" destId="{2CC03C82-006A-49B2-9EBA-F8111178DBCC}" srcOrd="2" destOrd="0" presId="urn:microsoft.com/office/officeart/2018/2/layout/IconLabelList"/>
    <dgm:cxn modelId="{AA8942F3-BDDA-4C5A-8239-9A42B946570A}" type="presParOf" srcId="{AFEEBE5A-D126-4CAB-9F1A-158CF400BA02}" destId="{A575ACDF-8FFA-4169-8D48-64A27C66AFD1}" srcOrd="1" destOrd="0" presId="urn:microsoft.com/office/officeart/2018/2/layout/IconLabelList"/>
    <dgm:cxn modelId="{C0E9D1BD-6214-463B-869D-A11BBAD59640}" type="presParOf" srcId="{AFEEBE5A-D126-4CAB-9F1A-158CF400BA02}" destId="{4125C11F-4734-4F5B-986B-D533FD0C2522}" srcOrd="2" destOrd="0" presId="urn:microsoft.com/office/officeart/2018/2/layout/IconLabelList"/>
    <dgm:cxn modelId="{87EFBE19-351B-4B95-964F-6ED9358AFA71}" type="presParOf" srcId="{4125C11F-4734-4F5B-986B-D533FD0C2522}" destId="{4CE2D685-8B3E-4C01-90F6-07B8CB7C2E27}" srcOrd="0" destOrd="0" presId="urn:microsoft.com/office/officeart/2018/2/layout/IconLabelList"/>
    <dgm:cxn modelId="{20AB0504-1582-427D-8660-09574F28B6F5}" type="presParOf" srcId="{4125C11F-4734-4F5B-986B-D533FD0C2522}" destId="{A879E99B-EC17-48AE-8F6A-E2436C6442C1}" srcOrd="1" destOrd="0" presId="urn:microsoft.com/office/officeart/2018/2/layout/IconLabelList"/>
    <dgm:cxn modelId="{C97C37EB-6E0C-4644-BF3E-AB1C1FB22E75}" type="presParOf" srcId="{4125C11F-4734-4F5B-986B-D533FD0C2522}" destId="{0408ADCE-B8D0-4A0A-BA12-B6BD6102031E}" srcOrd="2" destOrd="0" presId="urn:microsoft.com/office/officeart/2018/2/layout/IconLabelList"/>
    <dgm:cxn modelId="{B4AF2AA4-6AAC-42AF-8C56-503CD3BC48AB}" type="presParOf" srcId="{AFEEBE5A-D126-4CAB-9F1A-158CF400BA02}" destId="{94B06138-5843-4729-B02C-F831CFB2D7E1}" srcOrd="3" destOrd="0" presId="urn:microsoft.com/office/officeart/2018/2/layout/IconLabelList"/>
    <dgm:cxn modelId="{549A698F-772C-4BB2-B322-3E4E5440D1B6}" type="presParOf" srcId="{AFEEBE5A-D126-4CAB-9F1A-158CF400BA02}" destId="{CD613017-92F0-48C7-9FEF-1B571F91BB34}" srcOrd="4" destOrd="0" presId="urn:microsoft.com/office/officeart/2018/2/layout/IconLabelList"/>
    <dgm:cxn modelId="{D4B361AD-500A-4301-A122-7CAD146330D6}" type="presParOf" srcId="{CD613017-92F0-48C7-9FEF-1B571F91BB34}" destId="{2F263F4D-4439-4240-9E23-7F2C7C3E4B48}" srcOrd="0" destOrd="0" presId="urn:microsoft.com/office/officeart/2018/2/layout/IconLabelList"/>
    <dgm:cxn modelId="{50A8364E-1463-409F-BD70-FD2F40F70F66}" type="presParOf" srcId="{CD613017-92F0-48C7-9FEF-1B571F91BB34}" destId="{16BBCD1F-2CC4-462E-8E89-13A9D59E2E6C}" srcOrd="1" destOrd="0" presId="urn:microsoft.com/office/officeart/2018/2/layout/IconLabelList"/>
    <dgm:cxn modelId="{FB542F0F-5C8B-4630-8BE3-6A6A3E9FBE15}" type="presParOf" srcId="{CD613017-92F0-48C7-9FEF-1B571F91BB34}" destId="{0109E846-91C3-472D-8049-74A543B1FC63}" srcOrd="2" destOrd="0" presId="urn:microsoft.com/office/officeart/2018/2/layout/IconLabelList"/>
    <dgm:cxn modelId="{8752AD0F-BC72-4535-B86D-50F0D53946A0}" type="presParOf" srcId="{AFEEBE5A-D126-4CAB-9F1A-158CF400BA02}" destId="{335ECF2A-DEF9-45CC-B99D-403CABC87F1A}" srcOrd="5" destOrd="0" presId="urn:microsoft.com/office/officeart/2018/2/layout/IconLabelList"/>
    <dgm:cxn modelId="{A641A22F-DC12-468A-BE1A-8F29AAD4EF0C}" type="presParOf" srcId="{AFEEBE5A-D126-4CAB-9F1A-158CF400BA02}" destId="{9F88D4B5-DD5B-4DD2-966A-A2ACED53B803}" srcOrd="6" destOrd="0" presId="urn:microsoft.com/office/officeart/2018/2/layout/IconLabelList"/>
    <dgm:cxn modelId="{DD24CF58-0B96-4E58-809C-29D6F97E9995}" type="presParOf" srcId="{9F88D4B5-DD5B-4DD2-966A-A2ACED53B803}" destId="{D9A54AD0-8628-4743-91EB-127ABC2536E0}" srcOrd="0" destOrd="0" presId="urn:microsoft.com/office/officeart/2018/2/layout/IconLabelList"/>
    <dgm:cxn modelId="{14A3BB4D-E45E-435F-92FD-94E6C1E34E67}" type="presParOf" srcId="{9F88D4B5-DD5B-4DD2-966A-A2ACED53B803}" destId="{682741F5-26DA-4E39-BC8A-BC4E7B4326A8}" srcOrd="1" destOrd="0" presId="urn:microsoft.com/office/officeart/2018/2/layout/IconLabelList"/>
    <dgm:cxn modelId="{02EB1D6A-5FA6-450F-AF3D-B22D9DBA0884}" type="presParOf" srcId="{9F88D4B5-DD5B-4DD2-966A-A2ACED53B803}" destId="{9BF789CB-4885-4B6F-B210-BE4DEEC034F8}" srcOrd="2" destOrd="0" presId="urn:microsoft.com/office/officeart/2018/2/layout/IconLabelList"/>
    <dgm:cxn modelId="{D7388F46-F7F5-497E-AACC-E1074D13ABB6}" type="presParOf" srcId="{AFEEBE5A-D126-4CAB-9F1A-158CF400BA02}" destId="{AA302BF5-3DAB-431B-90A5-DB6169897A3D}" srcOrd="7" destOrd="0" presId="urn:microsoft.com/office/officeart/2018/2/layout/IconLabelList"/>
    <dgm:cxn modelId="{31F1DAA4-AB07-4F6E-B543-C86E253552B9}" type="presParOf" srcId="{AFEEBE5A-D126-4CAB-9F1A-158CF400BA02}" destId="{888AD414-D689-42F0-AB97-B842A5F6E5ED}" srcOrd="8" destOrd="0" presId="urn:microsoft.com/office/officeart/2018/2/layout/IconLabelList"/>
    <dgm:cxn modelId="{C534F531-0FE2-4DBA-84BE-61383CA8A7AA}" type="presParOf" srcId="{888AD414-D689-42F0-AB97-B842A5F6E5ED}" destId="{33F7217F-1EE1-466C-89A4-E32549AE9DCD}" srcOrd="0" destOrd="0" presId="urn:microsoft.com/office/officeart/2018/2/layout/IconLabelList"/>
    <dgm:cxn modelId="{60B52A34-AE28-4A5C-962E-696C6D6DB9B9}" type="presParOf" srcId="{888AD414-D689-42F0-AB97-B842A5F6E5ED}" destId="{A3085379-761C-4C6F-8E83-305B75D005F4}" srcOrd="1" destOrd="0" presId="urn:microsoft.com/office/officeart/2018/2/layout/IconLabelList"/>
    <dgm:cxn modelId="{8EDDBB4E-1B9E-487F-A33E-48EAB406EDA1}" type="presParOf" srcId="{888AD414-D689-42F0-AB97-B842A5F6E5ED}" destId="{09659129-7131-4642-9111-5A0BB18329F2}" srcOrd="2" destOrd="0" presId="urn:microsoft.com/office/officeart/2018/2/layout/IconLabelList"/>
    <dgm:cxn modelId="{6193E85F-21FD-4C1F-8073-8295BC132404}" type="presParOf" srcId="{AFEEBE5A-D126-4CAB-9F1A-158CF400BA02}" destId="{3450EE1D-07C6-4E94-BBB1-47A7231D6E5F}" srcOrd="9" destOrd="0" presId="urn:microsoft.com/office/officeart/2018/2/layout/IconLabelList"/>
    <dgm:cxn modelId="{6DBA387C-0A80-42A8-90FA-150D48A02360}" type="presParOf" srcId="{AFEEBE5A-D126-4CAB-9F1A-158CF400BA02}" destId="{7BC0634C-2917-4E28-B621-DD0DE459690A}" srcOrd="10" destOrd="0" presId="urn:microsoft.com/office/officeart/2018/2/layout/IconLabelList"/>
    <dgm:cxn modelId="{E338A935-3849-4C80-9FD0-DF60F09707AF}" type="presParOf" srcId="{7BC0634C-2917-4E28-B621-DD0DE459690A}" destId="{32355EB1-98CC-4AD3-B663-91218509F33C}" srcOrd="0" destOrd="0" presId="urn:microsoft.com/office/officeart/2018/2/layout/IconLabelList"/>
    <dgm:cxn modelId="{83285A3E-95AB-435D-9B8D-09427773BEE9}" type="presParOf" srcId="{7BC0634C-2917-4E28-B621-DD0DE459690A}" destId="{5DE4B93B-F9E9-4577-88D7-D52F46B00D36}" srcOrd="1" destOrd="0" presId="urn:microsoft.com/office/officeart/2018/2/layout/IconLabelList"/>
    <dgm:cxn modelId="{E4408B1B-ADCA-4EC1-BD4C-1FD436F412DF}" type="presParOf" srcId="{7BC0634C-2917-4E28-B621-DD0DE459690A}" destId="{5500E866-63DE-4B6A-B010-0FDA63854B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7EC77E-618B-447F-81DE-38D30AE6D7DB}" type="doc">
      <dgm:prSet loTypeId="urn:microsoft.com/office/officeart/2018/2/layout/IconVerticalSolidList" loCatId="icon" qsTypeId="urn:microsoft.com/office/officeart/2005/8/quickstyle/simple1#29" qsCatId="simple" csTypeId="urn:microsoft.com/office/officeart/2005/8/colors/accent1_2#25" csCatId="accent1" phldr="1"/>
      <dgm:spPr/>
      <dgm:t>
        <a:bodyPr/>
        <a:lstStyle/>
        <a:p>
          <a:endParaRPr lang="en-US"/>
        </a:p>
      </dgm:t>
    </dgm:pt>
    <dgm:pt modelId="{5156CFD1-51AB-4363-8225-0C65F3F39CD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Routing:</a:t>
          </a:r>
          <a:r>
            <a:rPr lang="en-IN"/>
            <a:t> A router examines the request and sends it to the one specialized agent that is best suited for the task.</a:t>
          </a:r>
          <a:endParaRPr lang="en-US"/>
        </a:p>
      </dgm:t>
    </dgm:pt>
    <dgm:pt modelId="{8C2C3CAC-2F07-470C-A27E-A890C9DC9BAD}" type="parTrans" cxnId="{FF9B0579-EED5-4E4F-B150-C8BA363EE6B1}">
      <dgm:prSet/>
      <dgm:spPr/>
      <dgm:t>
        <a:bodyPr/>
        <a:lstStyle/>
        <a:p>
          <a:endParaRPr lang="en-US"/>
        </a:p>
      </dgm:t>
    </dgm:pt>
    <dgm:pt modelId="{DDC469DF-0EB7-4498-9390-539B1C72275E}" type="sibTrans" cxnId="{FF9B0579-EED5-4E4F-B150-C8BA363EE6B1}">
      <dgm:prSet/>
      <dgm:spPr/>
      <dgm:t>
        <a:bodyPr/>
        <a:lstStyle/>
        <a:p>
          <a:endParaRPr lang="en-US"/>
        </a:p>
      </dgm:t>
    </dgm:pt>
    <dgm:pt modelId="{BC1DA4F2-8C2F-4DE4-8810-F9E69551A54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Parallelization:</a:t>
          </a:r>
          <a:r>
            <a:rPr lang="en-IN"/>
            <a:t> Several agents work on independent parts of the same request at the same time, and their results are combined afterward.</a:t>
          </a:r>
          <a:endParaRPr lang="en-US"/>
        </a:p>
      </dgm:t>
    </dgm:pt>
    <dgm:pt modelId="{35CC7B89-1DD8-4EBC-80DC-287EED5C3EE1}" type="parTrans" cxnId="{7CB79A8E-3AF8-49D0-AE31-4152AFF6E4CD}">
      <dgm:prSet/>
      <dgm:spPr/>
      <dgm:t>
        <a:bodyPr/>
        <a:lstStyle/>
        <a:p>
          <a:endParaRPr lang="en-US"/>
        </a:p>
      </dgm:t>
    </dgm:pt>
    <dgm:pt modelId="{9A6E3634-7DB5-4003-A1E0-14982B49538E}" type="sibTrans" cxnId="{7CB79A8E-3AF8-49D0-AE31-4152AFF6E4CD}">
      <dgm:prSet/>
      <dgm:spPr/>
      <dgm:t>
        <a:bodyPr/>
        <a:lstStyle/>
        <a:p>
          <a:endParaRPr lang="en-US"/>
        </a:p>
      </dgm:t>
    </dgm:pt>
    <dgm:pt modelId="{65D4FC78-98B5-4699-8F51-EF72FEBC441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Prompt Chaining:</a:t>
          </a:r>
          <a:r>
            <a:rPr lang="en-IN"/>
            <a:t> The output from one agent or model becomes the input for the next step in a known sequence.</a:t>
          </a:r>
          <a:endParaRPr lang="en-US"/>
        </a:p>
      </dgm:t>
    </dgm:pt>
    <dgm:pt modelId="{6F7AF658-0229-4509-B65F-4F1C4C49BD90}" type="parTrans" cxnId="{5C95D05F-347E-4BFD-8F69-43A1915F17B1}">
      <dgm:prSet/>
      <dgm:spPr/>
      <dgm:t>
        <a:bodyPr/>
        <a:lstStyle/>
        <a:p>
          <a:endParaRPr lang="en-US"/>
        </a:p>
      </dgm:t>
    </dgm:pt>
    <dgm:pt modelId="{D4186C8B-DC22-4CBA-A7E7-861CC002E4E4}" type="sibTrans" cxnId="{5C95D05F-347E-4BFD-8F69-43A1915F17B1}">
      <dgm:prSet/>
      <dgm:spPr/>
      <dgm:t>
        <a:bodyPr/>
        <a:lstStyle/>
        <a:p>
          <a:endParaRPr lang="en-US"/>
        </a:p>
      </dgm:t>
    </dgm:pt>
    <dgm:pt modelId="{322C3990-FDD9-44E2-A61E-DDDEEDC2856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Evaluator–Optimizer:</a:t>
          </a:r>
          <a:r>
            <a:rPr lang="en-IN"/>
            <a:t> One agent creates a result while another checks the quality. If the result is not good enough, feedback is provided and the task can be tried again.</a:t>
          </a:r>
          <a:endParaRPr lang="en-US"/>
        </a:p>
      </dgm:t>
    </dgm:pt>
    <dgm:pt modelId="{EC4B6EC2-44F8-4AB2-98B0-2753105AAF6A}" type="parTrans" cxnId="{A9066B7D-6704-413E-89EE-D95B576236FE}">
      <dgm:prSet/>
      <dgm:spPr/>
      <dgm:t>
        <a:bodyPr/>
        <a:lstStyle/>
        <a:p>
          <a:endParaRPr lang="en-US"/>
        </a:p>
      </dgm:t>
    </dgm:pt>
    <dgm:pt modelId="{82B4805F-7D0D-4748-B26A-7BF4FFD28A8D}" type="sibTrans" cxnId="{A9066B7D-6704-413E-89EE-D95B576236FE}">
      <dgm:prSet/>
      <dgm:spPr/>
      <dgm:t>
        <a:bodyPr/>
        <a:lstStyle/>
        <a:p>
          <a:endParaRPr lang="en-US"/>
        </a:p>
      </dgm:t>
    </dgm:pt>
    <dgm:pt modelId="{03204A33-8B08-4BF1-B8DB-DCB669ED0EB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These patterns show that multi-agent design is not only about adding more agents. The important question is </a:t>
          </a:r>
          <a:r>
            <a:rPr lang="en-IN" b="1"/>
            <a:t>how the work should be divided and coordinated</a:t>
          </a:r>
          <a:r>
            <a:rPr lang="en-IN"/>
            <a:t>.</a:t>
          </a:r>
          <a:endParaRPr lang="en-US"/>
        </a:p>
      </dgm:t>
    </dgm:pt>
    <dgm:pt modelId="{D770E684-2680-484E-9D1C-A48562248640}" type="parTrans" cxnId="{76EE1500-CD89-4B21-A6CE-3EE5A8AEC38F}">
      <dgm:prSet/>
      <dgm:spPr/>
      <dgm:t>
        <a:bodyPr/>
        <a:lstStyle/>
        <a:p>
          <a:endParaRPr lang="en-US"/>
        </a:p>
      </dgm:t>
    </dgm:pt>
    <dgm:pt modelId="{CFDFF93F-04B0-41E4-869C-55AEA4970552}" type="sibTrans" cxnId="{76EE1500-CD89-4B21-A6CE-3EE5A8AEC38F}">
      <dgm:prSet/>
      <dgm:spPr/>
      <dgm:t>
        <a:bodyPr/>
        <a:lstStyle/>
        <a:p>
          <a:endParaRPr lang="en-US"/>
        </a:p>
      </dgm:t>
    </dgm:pt>
    <dgm:pt modelId="{8CDD3F11-2D44-40A1-81D9-9FA77CB3AC0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Example:</a:t>
          </a:r>
          <a:endParaRPr lang="en-US"/>
        </a:p>
      </dgm:t>
    </dgm:pt>
    <dgm:pt modelId="{3F27DD17-035F-4F7E-9D14-254410D6FAB5}" type="parTrans" cxnId="{C1294394-0621-401D-A4C8-E7387B1BCD2D}">
      <dgm:prSet/>
      <dgm:spPr/>
      <dgm:t>
        <a:bodyPr/>
        <a:lstStyle/>
        <a:p>
          <a:endParaRPr lang="en-US"/>
        </a:p>
      </dgm:t>
    </dgm:pt>
    <dgm:pt modelId="{991A9B59-9F24-4C8F-B4CE-4EAA997EC87E}" type="sibTrans" cxnId="{C1294394-0621-401D-A4C8-E7387B1BCD2D}">
      <dgm:prSet/>
      <dgm:spPr/>
      <dgm:t>
        <a:bodyPr/>
        <a:lstStyle/>
        <a:p>
          <a:endParaRPr lang="en-US"/>
        </a:p>
      </dgm:t>
    </dgm:pt>
    <dgm:pt modelId="{F9F97310-8381-4830-91BD-21E9FACE00B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 report-generation system could use one agent to research, another to write, and another to review the final result.</a:t>
          </a:r>
          <a:endParaRPr lang="en-US"/>
        </a:p>
      </dgm:t>
    </dgm:pt>
    <dgm:pt modelId="{4ADD3C14-FB35-4D26-B61D-A79533C4CBD6}" type="parTrans" cxnId="{7DD93AD5-D6BF-4313-A396-FF8E346DBFC1}">
      <dgm:prSet/>
      <dgm:spPr/>
      <dgm:t>
        <a:bodyPr/>
        <a:lstStyle/>
        <a:p>
          <a:endParaRPr lang="en-US"/>
        </a:p>
      </dgm:t>
    </dgm:pt>
    <dgm:pt modelId="{CF4E3853-55BB-4AC7-8F38-757B1A62DFFC}" type="sibTrans" cxnId="{7DD93AD5-D6BF-4313-A396-FF8E346DBFC1}">
      <dgm:prSet/>
      <dgm:spPr/>
      <dgm:t>
        <a:bodyPr/>
        <a:lstStyle/>
        <a:p>
          <a:endParaRPr lang="en-US"/>
        </a:p>
      </dgm:t>
    </dgm:pt>
    <dgm:pt modelId="{796E9B0A-A701-4E83-AC12-DF944A2A62AD}" type="pres">
      <dgm:prSet presAssocID="{097EC77E-618B-447F-81DE-38D30AE6D7DB}" presName="root" presStyleCnt="0">
        <dgm:presLayoutVars>
          <dgm:dir/>
          <dgm:resizeHandles val="exact"/>
        </dgm:presLayoutVars>
      </dgm:prSet>
      <dgm:spPr/>
    </dgm:pt>
    <dgm:pt modelId="{FA758B4C-56BC-44F4-8592-FE495EFF704C}" type="pres">
      <dgm:prSet presAssocID="{5156CFD1-51AB-4363-8225-0C65F3F39CD5}" presName="compNode" presStyleCnt="0"/>
      <dgm:spPr/>
    </dgm:pt>
    <dgm:pt modelId="{7932A92F-5984-485F-9AA0-7B54A83E6082}" type="pres">
      <dgm:prSet presAssocID="{5156CFD1-51AB-4363-8225-0C65F3F39CD5}" presName="bgRect" presStyleLbl="bgShp" presStyleIdx="0" presStyleCnt="7"/>
      <dgm:spPr/>
    </dgm:pt>
    <dgm:pt modelId="{7C872008-E399-4D2B-B0E5-FEA3ABC2A099}" type="pres">
      <dgm:prSet presAssocID="{5156CFD1-51AB-4363-8225-0C65F3F39CD5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75111402-E0AB-4257-8FA2-E7291A5A718A}" type="pres">
      <dgm:prSet presAssocID="{5156CFD1-51AB-4363-8225-0C65F3F39CD5}" presName="spaceRect" presStyleCnt="0"/>
      <dgm:spPr/>
    </dgm:pt>
    <dgm:pt modelId="{C634E8D0-3587-4163-8B05-C883D4BC47C6}" type="pres">
      <dgm:prSet presAssocID="{5156CFD1-51AB-4363-8225-0C65F3F39CD5}" presName="parTx" presStyleLbl="revTx" presStyleIdx="0" presStyleCnt="7">
        <dgm:presLayoutVars>
          <dgm:chMax val="0"/>
          <dgm:chPref val="0"/>
        </dgm:presLayoutVars>
      </dgm:prSet>
      <dgm:spPr/>
    </dgm:pt>
    <dgm:pt modelId="{EBF41FFF-6482-492A-8F3A-045343D4E60C}" type="pres">
      <dgm:prSet presAssocID="{DDC469DF-0EB7-4498-9390-539B1C72275E}" presName="sibTrans" presStyleCnt="0"/>
      <dgm:spPr/>
    </dgm:pt>
    <dgm:pt modelId="{2E9EFCA0-C0A0-4978-9D61-3E9EC5446196}" type="pres">
      <dgm:prSet presAssocID="{BC1DA4F2-8C2F-4DE4-8810-F9E69551A548}" presName="compNode" presStyleCnt="0"/>
      <dgm:spPr/>
    </dgm:pt>
    <dgm:pt modelId="{EDCE3667-F21E-4EB2-9389-1EE6C67A9FC8}" type="pres">
      <dgm:prSet presAssocID="{BC1DA4F2-8C2F-4DE4-8810-F9E69551A548}" presName="bgRect" presStyleLbl="bgShp" presStyleIdx="1" presStyleCnt="7"/>
      <dgm:spPr/>
    </dgm:pt>
    <dgm:pt modelId="{1CB6E0CA-F7FD-44F6-A1E2-244DE1DCFF05}" type="pres">
      <dgm:prSet presAssocID="{BC1DA4F2-8C2F-4DE4-8810-F9E69551A548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CA8E2BB7-0938-420E-AA4F-1F50FAB3190A}" type="pres">
      <dgm:prSet presAssocID="{BC1DA4F2-8C2F-4DE4-8810-F9E69551A548}" presName="spaceRect" presStyleCnt="0"/>
      <dgm:spPr/>
    </dgm:pt>
    <dgm:pt modelId="{061816E7-CA8F-4FED-A126-7C696D38C507}" type="pres">
      <dgm:prSet presAssocID="{BC1DA4F2-8C2F-4DE4-8810-F9E69551A548}" presName="parTx" presStyleLbl="revTx" presStyleIdx="1" presStyleCnt="7">
        <dgm:presLayoutVars>
          <dgm:chMax val="0"/>
          <dgm:chPref val="0"/>
        </dgm:presLayoutVars>
      </dgm:prSet>
      <dgm:spPr/>
    </dgm:pt>
    <dgm:pt modelId="{00E172F2-8501-4497-BFF8-47070069F27F}" type="pres">
      <dgm:prSet presAssocID="{9A6E3634-7DB5-4003-A1E0-14982B49538E}" presName="sibTrans" presStyleCnt="0"/>
      <dgm:spPr/>
    </dgm:pt>
    <dgm:pt modelId="{6F875A1F-5286-4D74-B509-7706A36C892D}" type="pres">
      <dgm:prSet presAssocID="{65D4FC78-98B5-4699-8F51-EF72FEBC441F}" presName="compNode" presStyleCnt="0"/>
      <dgm:spPr/>
    </dgm:pt>
    <dgm:pt modelId="{D25CB962-11B9-4579-87DD-496F26A86F38}" type="pres">
      <dgm:prSet presAssocID="{65D4FC78-98B5-4699-8F51-EF72FEBC441F}" presName="bgRect" presStyleLbl="bgShp" presStyleIdx="2" presStyleCnt="7"/>
      <dgm:spPr/>
    </dgm:pt>
    <dgm:pt modelId="{1702D5A2-2879-4942-AE43-3EC9E18C67A8}" type="pres">
      <dgm:prSet presAssocID="{65D4FC78-98B5-4699-8F51-EF72FEBC441F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571F420-9ABE-4DCA-8842-158F6527B6F6}" type="pres">
      <dgm:prSet presAssocID="{65D4FC78-98B5-4699-8F51-EF72FEBC441F}" presName="spaceRect" presStyleCnt="0"/>
      <dgm:spPr/>
    </dgm:pt>
    <dgm:pt modelId="{66F8E567-02FD-40E0-BD9D-242F9F723CD9}" type="pres">
      <dgm:prSet presAssocID="{65D4FC78-98B5-4699-8F51-EF72FEBC441F}" presName="parTx" presStyleLbl="revTx" presStyleIdx="2" presStyleCnt="7">
        <dgm:presLayoutVars>
          <dgm:chMax val="0"/>
          <dgm:chPref val="0"/>
        </dgm:presLayoutVars>
      </dgm:prSet>
      <dgm:spPr/>
    </dgm:pt>
    <dgm:pt modelId="{5A9739B8-7AD3-4931-8EC2-22C742E6FC2F}" type="pres">
      <dgm:prSet presAssocID="{D4186C8B-DC22-4CBA-A7E7-861CC002E4E4}" presName="sibTrans" presStyleCnt="0"/>
      <dgm:spPr/>
    </dgm:pt>
    <dgm:pt modelId="{632838F3-53BB-4B6C-84EE-F5310E5BEEC7}" type="pres">
      <dgm:prSet presAssocID="{322C3990-FDD9-44E2-A61E-DDDEEDC2856B}" presName="compNode" presStyleCnt="0"/>
      <dgm:spPr/>
    </dgm:pt>
    <dgm:pt modelId="{C591EBBE-088D-4CBE-A259-E6C92F397A26}" type="pres">
      <dgm:prSet presAssocID="{322C3990-FDD9-44E2-A61E-DDDEEDC2856B}" presName="bgRect" presStyleLbl="bgShp" presStyleIdx="3" presStyleCnt="7"/>
      <dgm:spPr/>
    </dgm:pt>
    <dgm:pt modelId="{6E995668-17C4-418F-A32B-3BD26F7E6135}" type="pres">
      <dgm:prSet presAssocID="{322C3990-FDD9-44E2-A61E-DDDEEDC2856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811E16F-B973-4A6F-959A-5AF0304A6194}" type="pres">
      <dgm:prSet presAssocID="{322C3990-FDD9-44E2-A61E-DDDEEDC2856B}" presName="spaceRect" presStyleCnt="0"/>
      <dgm:spPr/>
    </dgm:pt>
    <dgm:pt modelId="{F2A663D8-D96A-4F15-A8F7-C95F38271812}" type="pres">
      <dgm:prSet presAssocID="{322C3990-FDD9-44E2-A61E-DDDEEDC2856B}" presName="parTx" presStyleLbl="revTx" presStyleIdx="3" presStyleCnt="7">
        <dgm:presLayoutVars>
          <dgm:chMax val="0"/>
          <dgm:chPref val="0"/>
        </dgm:presLayoutVars>
      </dgm:prSet>
      <dgm:spPr/>
    </dgm:pt>
    <dgm:pt modelId="{1E9BC185-B233-420A-85C0-368A175223BA}" type="pres">
      <dgm:prSet presAssocID="{82B4805F-7D0D-4748-B26A-7BF4FFD28A8D}" presName="sibTrans" presStyleCnt="0"/>
      <dgm:spPr/>
    </dgm:pt>
    <dgm:pt modelId="{DB91B0C9-C32A-491B-9DD3-BBF61978F2CB}" type="pres">
      <dgm:prSet presAssocID="{03204A33-8B08-4BF1-B8DB-DCB669ED0EBD}" presName="compNode" presStyleCnt="0"/>
      <dgm:spPr/>
    </dgm:pt>
    <dgm:pt modelId="{7B85F785-A903-4C29-A686-B582EADE3A87}" type="pres">
      <dgm:prSet presAssocID="{03204A33-8B08-4BF1-B8DB-DCB669ED0EBD}" presName="bgRect" presStyleLbl="bgShp" presStyleIdx="4" presStyleCnt="7"/>
      <dgm:spPr/>
    </dgm:pt>
    <dgm:pt modelId="{6962ED76-033E-46E7-A2E8-1541838CC81C}" type="pres">
      <dgm:prSet presAssocID="{03204A33-8B08-4BF1-B8DB-DCB669ED0EBD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17F30D0-D27A-492E-8377-BDB7B871E60A}" type="pres">
      <dgm:prSet presAssocID="{03204A33-8B08-4BF1-B8DB-DCB669ED0EBD}" presName="spaceRect" presStyleCnt="0"/>
      <dgm:spPr/>
    </dgm:pt>
    <dgm:pt modelId="{45CC3695-2AB3-4BA9-B2B9-289FE01E6812}" type="pres">
      <dgm:prSet presAssocID="{03204A33-8B08-4BF1-B8DB-DCB669ED0EBD}" presName="parTx" presStyleLbl="revTx" presStyleIdx="4" presStyleCnt="7">
        <dgm:presLayoutVars>
          <dgm:chMax val="0"/>
          <dgm:chPref val="0"/>
        </dgm:presLayoutVars>
      </dgm:prSet>
      <dgm:spPr/>
    </dgm:pt>
    <dgm:pt modelId="{B2540CF1-2893-422D-9546-E8EDD6EB751C}" type="pres">
      <dgm:prSet presAssocID="{CFDFF93F-04B0-41E4-869C-55AEA4970552}" presName="sibTrans" presStyleCnt="0"/>
      <dgm:spPr/>
    </dgm:pt>
    <dgm:pt modelId="{75E2D551-4A05-4654-83C8-A3FEFDA51C01}" type="pres">
      <dgm:prSet presAssocID="{8CDD3F11-2D44-40A1-81D9-9FA77CB3AC03}" presName="compNode" presStyleCnt="0"/>
      <dgm:spPr/>
    </dgm:pt>
    <dgm:pt modelId="{B6C80F92-5676-42E4-BF3A-AB24B493E11D}" type="pres">
      <dgm:prSet presAssocID="{8CDD3F11-2D44-40A1-81D9-9FA77CB3AC03}" presName="bgRect" presStyleLbl="bgShp" presStyleIdx="5" presStyleCnt="7"/>
      <dgm:spPr/>
    </dgm:pt>
    <dgm:pt modelId="{AB8007B0-2E47-481C-96E2-42E964AB1D05}" type="pres">
      <dgm:prSet presAssocID="{8CDD3F11-2D44-40A1-81D9-9FA77CB3AC03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52DD8F9-45E8-44A8-AD4C-5531489D7F0E}" type="pres">
      <dgm:prSet presAssocID="{8CDD3F11-2D44-40A1-81D9-9FA77CB3AC03}" presName="spaceRect" presStyleCnt="0"/>
      <dgm:spPr/>
    </dgm:pt>
    <dgm:pt modelId="{E1402A28-D8B0-4C50-9CC6-A672BB7B4236}" type="pres">
      <dgm:prSet presAssocID="{8CDD3F11-2D44-40A1-81D9-9FA77CB3AC03}" presName="parTx" presStyleLbl="revTx" presStyleIdx="5" presStyleCnt="7">
        <dgm:presLayoutVars>
          <dgm:chMax val="0"/>
          <dgm:chPref val="0"/>
        </dgm:presLayoutVars>
      </dgm:prSet>
      <dgm:spPr/>
    </dgm:pt>
    <dgm:pt modelId="{1329A4EE-8981-4D04-BCE2-38475C5AFE4A}" type="pres">
      <dgm:prSet presAssocID="{991A9B59-9F24-4C8F-B4CE-4EAA997EC87E}" presName="sibTrans" presStyleCnt="0"/>
      <dgm:spPr/>
    </dgm:pt>
    <dgm:pt modelId="{80483903-5079-4759-9D54-4619372EC375}" type="pres">
      <dgm:prSet presAssocID="{F9F97310-8381-4830-91BD-21E9FACE00BD}" presName="compNode" presStyleCnt="0"/>
      <dgm:spPr/>
    </dgm:pt>
    <dgm:pt modelId="{69F4A435-C477-4FA1-AE0C-96F7C27B5E6B}" type="pres">
      <dgm:prSet presAssocID="{F9F97310-8381-4830-91BD-21E9FACE00BD}" presName="bgRect" presStyleLbl="bgShp" presStyleIdx="6" presStyleCnt="7"/>
      <dgm:spPr/>
    </dgm:pt>
    <dgm:pt modelId="{D9A33CB9-8DB3-4C39-AD9D-35BE67542F96}" type="pres">
      <dgm:prSet presAssocID="{F9F97310-8381-4830-91BD-21E9FACE00BD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3452EA0E-0C36-4E3D-BFA2-75B308E7762F}" type="pres">
      <dgm:prSet presAssocID="{F9F97310-8381-4830-91BD-21E9FACE00BD}" presName="spaceRect" presStyleCnt="0"/>
      <dgm:spPr/>
    </dgm:pt>
    <dgm:pt modelId="{03C8F8CF-ACD7-4D2E-982B-09B108352CF4}" type="pres">
      <dgm:prSet presAssocID="{F9F97310-8381-4830-91BD-21E9FACE00B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6EE1500-CD89-4B21-A6CE-3EE5A8AEC38F}" srcId="{097EC77E-618B-447F-81DE-38D30AE6D7DB}" destId="{03204A33-8B08-4BF1-B8DB-DCB669ED0EBD}" srcOrd="4" destOrd="0" parTransId="{D770E684-2680-484E-9D1C-A48562248640}" sibTransId="{CFDFF93F-04B0-41E4-869C-55AEA4970552}"/>
    <dgm:cxn modelId="{7C165A1A-313B-43F0-A1DF-CFB201B58A0D}" type="presOf" srcId="{5156CFD1-51AB-4363-8225-0C65F3F39CD5}" destId="{C634E8D0-3587-4163-8B05-C883D4BC47C6}" srcOrd="0" destOrd="0" presId="urn:microsoft.com/office/officeart/2018/2/layout/IconVerticalSolidList"/>
    <dgm:cxn modelId="{FD48141B-C31C-45E8-A775-78CEF8DA63BF}" type="presOf" srcId="{03204A33-8B08-4BF1-B8DB-DCB669ED0EBD}" destId="{45CC3695-2AB3-4BA9-B2B9-289FE01E6812}" srcOrd="0" destOrd="0" presId="urn:microsoft.com/office/officeart/2018/2/layout/IconVerticalSolidList"/>
    <dgm:cxn modelId="{5C95D05F-347E-4BFD-8F69-43A1915F17B1}" srcId="{097EC77E-618B-447F-81DE-38D30AE6D7DB}" destId="{65D4FC78-98B5-4699-8F51-EF72FEBC441F}" srcOrd="2" destOrd="0" parTransId="{6F7AF658-0229-4509-B65F-4F1C4C49BD90}" sibTransId="{D4186C8B-DC22-4CBA-A7E7-861CC002E4E4}"/>
    <dgm:cxn modelId="{CCF3124A-DAA0-42F2-852E-E84B801F0380}" type="presOf" srcId="{322C3990-FDD9-44E2-A61E-DDDEEDC2856B}" destId="{F2A663D8-D96A-4F15-A8F7-C95F38271812}" srcOrd="0" destOrd="0" presId="urn:microsoft.com/office/officeart/2018/2/layout/IconVerticalSolidList"/>
    <dgm:cxn modelId="{F666236A-3ADA-41E0-9087-8F7FF9449BAA}" type="presOf" srcId="{BC1DA4F2-8C2F-4DE4-8810-F9E69551A548}" destId="{061816E7-CA8F-4FED-A126-7C696D38C507}" srcOrd="0" destOrd="0" presId="urn:microsoft.com/office/officeart/2018/2/layout/IconVerticalSolidList"/>
    <dgm:cxn modelId="{D5930871-B5F0-4531-9422-3F6FAFC67FDE}" type="presOf" srcId="{F9F97310-8381-4830-91BD-21E9FACE00BD}" destId="{03C8F8CF-ACD7-4D2E-982B-09B108352CF4}" srcOrd="0" destOrd="0" presId="urn:microsoft.com/office/officeart/2018/2/layout/IconVerticalSolidList"/>
    <dgm:cxn modelId="{FF9B0579-EED5-4E4F-B150-C8BA363EE6B1}" srcId="{097EC77E-618B-447F-81DE-38D30AE6D7DB}" destId="{5156CFD1-51AB-4363-8225-0C65F3F39CD5}" srcOrd="0" destOrd="0" parTransId="{8C2C3CAC-2F07-470C-A27E-A890C9DC9BAD}" sibTransId="{DDC469DF-0EB7-4498-9390-539B1C72275E}"/>
    <dgm:cxn modelId="{65C4E37C-ABBC-4E20-82A8-184C96C94B9E}" type="presOf" srcId="{65D4FC78-98B5-4699-8F51-EF72FEBC441F}" destId="{66F8E567-02FD-40E0-BD9D-242F9F723CD9}" srcOrd="0" destOrd="0" presId="urn:microsoft.com/office/officeart/2018/2/layout/IconVerticalSolidList"/>
    <dgm:cxn modelId="{A9066B7D-6704-413E-89EE-D95B576236FE}" srcId="{097EC77E-618B-447F-81DE-38D30AE6D7DB}" destId="{322C3990-FDD9-44E2-A61E-DDDEEDC2856B}" srcOrd="3" destOrd="0" parTransId="{EC4B6EC2-44F8-4AB2-98B0-2753105AAF6A}" sibTransId="{82B4805F-7D0D-4748-B26A-7BF4FFD28A8D}"/>
    <dgm:cxn modelId="{7CB79A8E-3AF8-49D0-AE31-4152AFF6E4CD}" srcId="{097EC77E-618B-447F-81DE-38D30AE6D7DB}" destId="{BC1DA4F2-8C2F-4DE4-8810-F9E69551A548}" srcOrd="1" destOrd="0" parTransId="{35CC7B89-1DD8-4EBC-80DC-287EED5C3EE1}" sibTransId="{9A6E3634-7DB5-4003-A1E0-14982B49538E}"/>
    <dgm:cxn modelId="{C1294394-0621-401D-A4C8-E7387B1BCD2D}" srcId="{097EC77E-618B-447F-81DE-38D30AE6D7DB}" destId="{8CDD3F11-2D44-40A1-81D9-9FA77CB3AC03}" srcOrd="5" destOrd="0" parTransId="{3F27DD17-035F-4F7E-9D14-254410D6FAB5}" sibTransId="{991A9B59-9F24-4C8F-B4CE-4EAA997EC87E}"/>
    <dgm:cxn modelId="{74E1B5D0-1B4C-4FA0-8139-6471385740EF}" type="presOf" srcId="{097EC77E-618B-447F-81DE-38D30AE6D7DB}" destId="{796E9B0A-A701-4E83-AC12-DF944A2A62AD}" srcOrd="0" destOrd="0" presId="urn:microsoft.com/office/officeart/2018/2/layout/IconVerticalSolidList"/>
    <dgm:cxn modelId="{ED47E5D3-9241-4C99-A75C-7AE3E2B5D6FF}" type="presOf" srcId="{8CDD3F11-2D44-40A1-81D9-9FA77CB3AC03}" destId="{E1402A28-D8B0-4C50-9CC6-A672BB7B4236}" srcOrd="0" destOrd="0" presId="urn:microsoft.com/office/officeart/2018/2/layout/IconVerticalSolidList"/>
    <dgm:cxn modelId="{7DD93AD5-D6BF-4313-A396-FF8E346DBFC1}" srcId="{097EC77E-618B-447F-81DE-38D30AE6D7DB}" destId="{F9F97310-8381-4830-91BD-21E9FACE00BD}" srcOrd="6" destOrd="0" parTransId="{4ADD3C14-FB35-4D26-B61D-A79533C4CBD6}" sibTransId="{CF4E3853-55BB-4AC7-8F38-757B1A62DFFC}"/>
    <dgm:cxn modelId="{ACB76F24-2694-40A1-A969-FD9D744B0125}" type="presParOf" srcId="{796E9B0A-A701-4E83-AC12-DF944A2A62AD}" destId="{FA758B4C-56BC-44F4-8592-FE495EFF704C}" srcOrd="0" destOrd="0" presId="urn:microsoft.com/office/officeart/2018/2/layout/IconVerticalSolidList"/>
    <dgm:cxn modelId="{C9DB9802-439E-41FA-9DCD-FD7BBA7280EB}" type="presParOf" srcId="{FA758B4C-56BC-44F4-8592-FE495EFF704C}" destId="{7932A92F-5984-485F-9AA0-7B54A83E6082}" srcOrd="0" destOrd="0" presId="urn:microsoft.com/office/officeart/2018/2/layout/IconVerticalSolidList"/>
    <dgm:cxn modelId="{7D74FA2D-3ECD-4D64-AF7D-4C8A5FB2652D}" type="presParOf" srcId="{FA758B4C-56BC-44F4-8592-FE495EFF704C}" destId="{7C872008-E399-4D2B-B0E5-FEA3ABC2A099}" srcOrd="1" destOrd="0" presId="urn:microsoft.com/office/officeart/2018/2/layout/IconVerticalSolidList"/>
    <dgm:cxn modelId="{EE3527A4-0690-4625-AB99-5FD4F7589F3D}" type="presParOf" srcId="{FA758B4C-56BC-44F4-8592-FE495EFF704C}" destId="{75111402-E0AB-4257-8FA2-E7291A5A718A}" srcOrd="2" destOrd="0" presId="urn:microsoft.com/office/officeart/2018/2/layout/IconVerticalSolidList"/>
    <dgm:cxn modelId="{EC961F4B-5730-4B5A-91BA-B79515DB9EA4}" type="presParOf" srcId="{FA758B4C-56BC-44F4-8592-FE495EFF704C}" destId="{C634E8D0-3587-4163-8B05-C883D4BC47C6}" srcOrd="3" destOrd="0" presId="urn:microsoft.com/office/officeart/2018/2/layout/IconVerticalSolidList"/>
    <dgm:cxn modelId="{CDB27244-3E89-41AE-B65F-AD6F966269AF}" type="presParOf" srcId="{796E9B0A-A701-4E83-AC12-DF944A2A62AD}" destId="{EBF41FFF-6482-492A-8F3A-045343D4E60C}" srcOrd="1" destOrd="0" presId="urn:microsoft.com/office/officeart/2018/2/layout/IconVerticalSolidList"/>
    <dgm:cxn modelId="{7D177EE7-4236-43DD-8B90-72D90DBAE0E4}" type="presParOf" srcId="{796E9B0A-A701-4E83-AC12-DF944A2A62AD}" destId="{2E9EFCA0-C0A0-4978-9D61-3E9EC5446196}" srcOrd="2" destOrd="0" presId="urn:microsoft.com/office/officeart/2018/2/layout/IconVerticalSolidList"/>
    <dgm:cxn modelId="{F7E26FBF-840D-4510-BC7E-F308AD71672B}" type="presParOf" srcId="{2E9EFCA0-C0A0-4978-9D61-3E9EC5446196}" destId="{EDCE3667-F21E-4EB2-9389-1EE6C67A9FC8}" srcOrd="0" destOrd="0" presId="urn:microsoft.com/office/officeart/2018/2/layout/IconVerticalSolidList"/>
    <dgm:cxn modelId="{B394CA7F-0BD6-426B-AE67-803F4E002ECA}" type="presParOf" srcId="{2E9EFCA0-C0A0-4978-9D61-3E9EC5446196}" destId="{1CB6E0CA-F7FD-44F6-A1E2-244DE1DCFF05}" srcOrd="1" destOrd="0" presId="urn:microsoft.com/office/officeart/2018/2/layout/IconVerticalSolidList"/>
    <dgm:cxn modelId="{6B7FC53C-DE99-4BAA-BC74-5112D1B3BDE4}" type="presParOf" srcId="{2E9EFCA0-C0A0-4978-9D61-3E9EC5446196}" destId="{CA8E2BB7-0938-420E-AA4F-1F50FAB3190A}" srcOrd="2" destOrd="0" presId="urn:microsoft.com/office/officeart/2018/2/layout/IconVerticalSolidList"/>
    <dgm:cxn modelId="{7D98AB89-7453-4795-9CD4-DD3287CB48D5}" type="presParOf" srcId="{2E9EFCA0-C0A0-4978-9D61-3E9EC5446196}" destId="{061816E7-CA8F-4FED-A126-7C696D38C507}" srcOrd="3" destOrd="0" presId="urn:microsoft.com/office/officeart/2018/2/layout/IconVerticalSolidList"/>
    <dgm:cxn modelId="{ECBB43BE-38D6-463A-94DE-9EC05CE9D5EC}" type="presParOf" srcId="{796E9B0A-A701-4E83-AC12-DF944A2A62AD}" destId="{00E172F2-8501-4497-BFF8-47070069F27F}" srcOrd="3" destOrd="0" presId="urn:microsoft.com/office/officeart/2018/2/layout/IconVerticalSolidList"/>
    <dgm:cxn modelId="{18C754ED-E28A-45DA-A7CC-DC30F0F85C66}" type="presParOf" srcId="{796E9B0A-A701-4E83-AC12-DF944A2A62AD}" destId="{6F875A1F-5286-4D74-B509-7706A36C892D}" srcOrd="4" destOrd="0" presId="urn:microsoft.com/office/officeart/2018/2/layout/IconVerticalSolidList"/>
    <dgm:cxn modelId="{44684165-5EF2-427E-A591-1467D55CD58D}" type="presParOf" srcId="{6F875A1F-5286-4D74-B509-7706A36C892D}" destId="{D25CB962-11B9-4579-87DD-496F26A86F38}" srcOrd="0" destOrd="0" presId="urn:microsoft.com/office/officeart/2018/2/layout/IconVerticalSolidList"/>
    <dgm:cxn modelId="{2674E64A-C5EE-4C7D-9682-8D069806221B}" type="presParOf" srcId="{6F875A1F-5286-4D74-B509-7706A36C892D}" destId="{1702D5A2-2879-4942-AE43-3EC9E18C67A8}" srcOrd="1" destOrd="0" presId="urn:microsoft.com/office/officeart/2018/2/layout/IconVerticalSolidList"/>
    <dgm:cxn modelId="{6723727E-1F8F-4193-A160-FA1AFD7C8FC3}" type="presParOf" srcId="{6F875A1F-5286-4D74-B509-7706A36C892D}" destId="{E571F420-9ABE-4DCA-8842-158F6527B6F6}" srcOrd="2" destOrd="0" presId="urn:microsoft.com/office/officeart/2018/2/layout/IconVerticalSolidList"/>
    <dgm:cxn modelId="{5BF04105-42C7-4353-9840-3966EDF2858E}" type="presParOf" srcId="{6F875A1F-5286-4D74-B509-7706A36C892D}" destId="{66F8E567-02FD-40E0-BD9D-242F9F723CD9}" srcOrd="3" destOrd="0" presId="urn:microsoft.com/office/officeart/2018/2/layout/IconVerticalSolidList"/>
    <dgm:cxn modelId="{CAACBED7-7A10-426B-8E87-870AC4A62843}" type="presParOf" srcId="{796E9B0A-A701-4E83-AC12-DF944A2A62AD}" destId="{5A9739B8-7AD3-4931-8EC2-22C742E6FC2F}" srcOrd="5" destOrd="0" presId="urn:microsoft.com/office/officeart/2018/2/layout/IconVerticalSolidList"/>
    <dgm:cxn modelId="{B8362498-BA5B-443A-9CC7-DB2281B22279}" type="presParOf" srcId="{796E9B0A-A701-4E83-AC12-DF944A2A62AD}" destId="{632838F3-53BB-4B6C-84EE-F5310E5BEEC7}" srcOrd="6" destOrd="0" presId="urn:microsoft.com/office/officeart/2018/2/layout/IconVerticalSolidList"/>
    <dgm:cxn modelId="{16FF20D0-6E60-44B1-BB7D-5E8A94D55A70}" type="presParOf" srcId="{632838F3-53BB-4B6C-84EE-F5310E5BEEC7}" destId="{C591EBBE-088D-4CBE-A259-E6C92F397A26}" srcOrd="0" destOrd="0" presId="urn:microsoft.com/office/officeart/2018/2/layout/IconVerticalSolidList"/>
    <dgm:cxn modelId="{FDA98E63-B4C9-4B54-A7E8-E57F6F963364}" type="presParOf" srcId="{632838F3-53BB-4B6C-84EE-F5310E5BEEC7}" destId="{6E995668-17C4-418F-A32B-3BD26F7E6135}" srcOrd="1" destOrd="0" presId="urn:microsoft.com/office/officeart/2018/2/layout/IconVerticalSolidList"/>
    <dgm:cxn modelId="{9F884A01-26D9-49BA-9236-7753E9D26BB0}" type="presParOf" srcId="{632838F3-53BB-4B6C-84EE-F5310E5BEEC7}" destId="{2811E16F-B973-4A6F-959A-5AF0304A6194}" srcOrd="2" destOrd="0" presId="urn:microsoft.com/office/officeart/2018/2/layout/IconVerticalSolidList"/>
    <dgm:cxn modelId="{DB844E4E-23ED-4178-B0DE-EB27C91E5A39}" type="presParOf" srcId="{632838F3-53BB-4B6C-84EE-F5310E5BEEC7}" destId="{F2A663D8-D96A-4F15-A8F7-C95F38271812}" srcOrd="3" destOrd="0" presId="urn:microsoft.com/office/officeart/2018/2/layout/IconVerticalSolidList"/>
    <dgm:cxn modelId="{93F6431C-0C6D-4E20-8BA0-432AAF65C2DB}" type="presParOf" srcId="{796E9B0A-A701-4E83-AC12-DF944A2A62AD}" destId="{1E9BC185-B233-420A-85C0-368A175223BA}" srcOrd="7" destOrd="0" presId="urn:microsoft.com/office/officeart/2018/2/layout/IconVerticalSolidList"/>
    <dgm:cxn modelId="{50929951-EB7E-4011-80F9-708326173941}" type="presParOf" srcId="{796E9B0A-A701-4E83-AC12-DF944A2A62AD}" destId="{DB91B0C9-C32A-491B-9DD3-BBF61978F2CB}" srcOrd="8" destOrd="0" presId="urn:microsoft.com/office/officeart/2018/2/layout/IconVerticalSolidList"/>
    <dgm:cxn modelId="{3E06DAFF-7F01-4148-9E03-737794EE7D99}" type="presParOf" srcId="{DB91B0C9-C32A-491B-9DD3-BBF61978F2CB}" destId="{7B85F785-A903-4C29-A686-B582EADE3A87}" srcOrd="0" destOrd="0" presId="urn:microsoft.com/office/officeart/2018/2/layout/IconVerticalSolidList"/>
    <dgm:cxn modelId="{07D58FE1-3A78-4698-9856-981EB7A7F1C9}" type="presParOf" srcId="{DB91B0C9-C32A-491B-9DD3-BBF61978F2CB}" destId="{6962ED76-033E-46E7-A2E8-1541838CC81C}" srcOrd="1" destOrd="0" presId="urn:microsoft.com/office/officeart/2018/2/layout/IconVerticalSolidList"/>
    <dgm:cxn modelId="{59C18C57-CD22-46CF-8889-C37984D3D3B3}" type="presParOf" srcId="{DB91B0C9-C32A-491B-9DD3-BBF61978F2CB}" destId="{E17F30D0-D27A-492E-8377-BDB7B871E60A}" srcOrd="2" destOrd="0" presId="urn:microsoft.com/office/officeart/2018/2/layout/IconVerticalSolidList"/>
    <dgm:cxn modelId="{18B3235C-A5C8-46C2-8182-240991DB23CC}" type="presParOf" srcId="{DB91B0C9-C32A-491B-9DD3-BBF61978F2CB}" destId="{45CC3695-2AB3-4BA9-B2B9-289FE01E6812}" srcOrd="3" destOrd="0" presId="urn:microsoft.com/office/officeart/2018/2/layout/IconVerticalSolidList"/>
    <dgm:cxn modelId="{5AA56FEF-B2A5-48E9-B92A-A21BD5B9E28E}" type="presParOf" srcId="{796E9B0A-A701-4E83-AC12-DF944A2A62AD}" destId="{B2540CF1-2893-422D-9546-E8EDD6EB751C}" srcOrd="9" destOrd="0" presId="urn:microsoft.com/office/officeart/2018/2/layout/IconVerticalSolidList"/>
    <dgm:cxn modelId="{523C6025-F78F-4285-B857-9DF8EE8225C7}" type="presParOf" srcId="{796E9B0A-A701-4E83-AC12-DF944A2A62AD}" destId="{75E2D551-4A05-4654-83C8-A3FEFDA51C01}" srcOrd="10" destOrd="0" presId="urn:microsoft.com/office/officeart/2018/2/layout/IconVerticalSolidList"/>
    <dgm:cxn modelId="{F74AA27F-0C0D-4EBA-AE39-CB06DE700FFB}" type="presParOf" srcId="{75E2D551-4A05-4654-83C8-A3FEFDA51C01}" destId="{B6C80F92-5676-42E4-BF3A-AB24B493E11D}" srcOrd="0" destOrd="0" presId="urn:microsoft.com/office/officeart/2018/2/layout/IconVerticalSolidList"/>
    <dgm:cxn modelId="{9208BF32-46F6-4D77-971E-CFB6A6222B14}" type="presParOf" srcId="{75E2D551-4A05-4654-83C8-A3FEFDA51C01}" destId="{AB8007B0-2E47-481C-96E2-42E964AB1D05}" srcOrd="1" destOrd="0" presId="urn:microsoft.com/office/officeart/2018/2/layout/IconVerticalSolidList"/>
    <dgm:cxn modelId="{3C326257-EF5D-4DC6-B85F-38821D3265F2}" type="presParOf" srcId="{75E2D551-4A05-4654-83C8-A3FEFDA51C01}" destId="{252DD8F9-45E8-44A8-AD4C-5531489D7F0E}" srcOrd="2" destOrd="0" presId="urn:microsoft.com/office/officeart/2018/2/layout/IconVerticalSolidList"/>
    <dgm:cxn modelId="{B5CE6B2A-FD45-46B9-9EA3-7E012B02F34E}" type="presParOf" srcId="{75E2D551-4A05-4654-83C8-A3FEFDA51C01}" destId="{E1402A28-D8B0-4C50-9CC6-A672BB7B4236}" srcOrd="3" destOrd="0" presId="urn:microsoft.com/office/officeart/2018/2/layout/IconVerticalSolidList"/>
    <dgm:cxn modelId="{9F72C806-5D9E-41F3-9428-AF19C9E00F6B}" type="presParOf" srcId="{796E9B0A-A701-4E83-AC12-DF944A2A62AD}" destId="{1329A4EE-8981-4D04-BCE2-38475C5AFE4A}" srcOrd="11" destOrd="0" presId="urn:microsoft.com/office/officeart/2018/2/layout/IconVerticalSolidList"/>
    <dgm:cxn modelId="{7034A977-A913-41BC-9BF7-1D7A3405FEE5}" type="presParOf" srcId="{796E9B0A-A701-4E83-AC12-DF944A2A62AD}" destId="{80483903-5079-4759-9D54-4619372EC375}" srcOrd="12" destOrd="0" presId="urn:microsoft.com/office/officeart/2018/2/layout/IconVerticalSolidList"/>
    <dgm:cxn modelId="{50089EC9-F059-43C4-A800-C466E7085CC0}" type="presParOf" srcId="{80483903-5079-4759-9D54-4619372EC375}" destId="{69F4A435-C477-4FA1-AE0C-96F7C27B5E6B}" srcOrd="0" destOrd="0" presId="urn:microsoft.com/office/officeart/2018/2/layout/IconVerticalSolidList"/>
    <dgm:cxn modelId="{A740051B-6AE6-4259-8C5F-7CC36D7907BE}" type="presParOf" srcId="{80483903-5079-4759-9D54-4619372EC375}" destId="{D9A33CB9-8DB3-4C39-AD9D-35BE67542F96}" srcOrd="1" destOrd="0" presId="urn:microsoft.com/office/officeart/2018/2/layout/IconVerticalSolidList"/>
    <dgm:cxn modelId="{B4A2AC77-2EFD-4E43-AFCF-26EDC07E6CFC}" type="presParOf" srcId="{80483903-5079-4759-9D54-4619372EC375}" destId="{3452EA0E-0C36-4E3D-BFA2-75B308E7762F}" srcOrd="2" destOrd="0" presId="urn:microsoft.com/office/officeart/2018/2/layout/IconVerticalSolidList"/>
    <dgm:cxn modelId="{8B8DF6BB-33F3-4272-95D4-FD5D908EBAA8}" type="presParOf" srcId="{80483903-5079-4759-9D54-4619372EC375}" destId="{03C8F8CF-ACD7-4D2E-982B-09B108352C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E237BF-5D3D-4FA9-A058-847E2EF7BADE}" type="doc">
      <dgm:prSet loTypeId="urn:microsoft.com/office/officeart/2018/2/layout/IconCircleList" loCatId="icon" qsTypeId="urn:microsoft.com/office/officeart/2005/8/quickstyle/simple1#42" qsCatId="simple" csTypeId="urn:microsoft.com/office/officeart/2005/8/colors/accent1_2#36" csCatId="accent1" phldr="1"/>
      <dgm:spPr/>
      <dgm:t>
        <a:bodyPr/>
        <a:lstStyle/>
        <a:p>
          <a:endParaRPr lang="en-US"/>
        </a:p>
      </dgm:t>
    </dgm:pt>
    <dgm:pt modelId="{E5C6AB64-9F0D-4D3E-A1B1-6CC463E3AD1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Strands Agents</a:t>
          </a:r>
          <a:r>
            <a:rPr lang="en-IN"/>
            <a:t> is an open-source agent SDK released by Amazon for building AI agents and multi-agent applications.</a:t>
          </a:r>
          <a:endParaRPr lang="en-US"/>
        </a:p>
      </dgm:t>
    </dgm:pt>
    <dgm:pt modelId="{783477F9-392B-4D90-B482-993BFB9E6081}" type="parTrans" cxnId="{9CB55BEC-1717-4B11-8F7F-76E819752B8C}">
      <dgm:prSet/>
      <dgm:spPr/>
      <dgm:t>
        <a:bodyPr/>
        <a:lstStyle/>
        <a:p>
          <a:endParaRPr lang="en-US"/>
        </a:p>
      </dgm:t>
    </dgm:pt>
    <dgm:pt modelId="{79ECF58A-10B3-4EC8-AA1A-D008A2DFB0BF}" type="sibTrans" cxnId="{9CB55BEC-1717-4B11-8F7F-76E819752B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D2DEBC-EE24-4919-B3D7-62541A53DFF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 can be used to create specialized agents that receive a model, instructions, and tools and then use those tools while working on a user request.</a:t>
          </a:r>
          <a:endParaRPr lang="en-US"/>
        </a:p>
      </dgm:t>
    </dgm:pt>
    <dgm:pt modelId="{ED4CFB6A-D70B-4C86-A7CA-D7FDCA1CCE67}" type="parTrans" cxnId="{00D1610B-67DB-486A-965D-CADB154E77C4}">
      <dgm:prSet/>
      <dgm:spPr/>
      <dgm:t>
        <a:bodyPr/>
        <a:lstStyle/>
        <a:p>
          <a:endParaRPr lang="en-US"/>
        </a:p>
      </dgm:t>
    </dgm:pt>
    <dgm:pt modelId="{2D5B253D-464E-43DF-96A8-FCE7C006629C}" type="sibTrans" cxnId="{00D1610B-67DB-486A-965D-CADB154E77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1750E5-CF6D-46CC-9B1C-7D17B84BA47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Strands supports more advanced ideas such as </a:t>
          </a:r>
          <a:r>
            <a:rPr lang="en-IN" b="1"/>
            <a:t>task decomposition and collaborative problem solving</a:t>
          </a:r>
          <a:r>
            <a:rPr lang="en-IN"/>
            <a:t>, which makes it useful for larger agent-based applications.</a:t>
          </a:r>
          <a:endParaRPr lang="en-US"/>
        </a:p>
      </dgm:t>
    </dgm:pt>
    <dgm:pt modelId="{684E6120-FA2C-4223-A07E-49FC2B0F64B3}" type="parTrans" cxnId="{E25DD5BC-0915-4429-81DA-8AECF029C7BB}">
      <dgm:prSet/>
      <dgm:spPr/>
      <dgm:t>
        <a:bodyPr/>
        <a:lstStyle/>
        <a:p>
          <a:endParaRPr lang="en-US"/>
        </a:p>
      </dgm:t>
    </dgm:pt>
    <dgm:pt modelId="{7B8BDF16-C4DC-40E1-A23E-52B2691808D5}" type="sibTrans" cxnId="{E25DD5BC-0915-4429-81DA-8AECF029C7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50081A-C34F-443C-B456-55724B7BDE4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 has strong AWS integration with services such as </a:t>
          </a:r>
          <a:r>
            <a:rPr lang="en-IN" b="1"/>
            <a:t>Amazon Bedrock, AWS Lambda, and AWS Step Functions</a:t>
          </a:r>
          <a:r>
            <a:rPr lang="en-IN"/>
            <a:t>, but it is not limited only to AWS models.</a:t>
          </a:r>
          <a:endParaRPr lang="en-US"/>
        </a:p>
      </dgm:t>
    </dgm:pt>
    <dgm:pt modelId="{4009E648-C6B1-466B-A4D4-BAE8A0110778}" type="parTrans" cxnId="{92D6EF85-C80F-4595-B030-373AE88362FC}">
      <dgm:prSet/>
      <dgm:spPr/>
      <dgm:t>
        <a:bodyPr/>
        <a:lstStyle/>
        <a:p>
          <a:endParaRPr lang="en-US"/>
        </a:p>
      </dgm:t>
    </dgm:pt>
    <dgm:pt modelId="{D8E30162-CF49-45DF-AF81-1A55E63FAE6C}" type="sibTrans" cxnId="{92D6EF85-C80F-4595-B030-373AE88362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7B68F8-129D-492B-B9D8-34B435C7C1B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Strands also supports </a:t>
          </a:r>
          <a:r>
            <a:rPr lang="en-IN" b="1"/>
            <a:t>multimodal applications</a:t>
          </a:r>
          <a:r>
            <a:rPr lang="en-IN"/>
            <a:t>, including text, speech, images, and video, and it can work with Model Context Protocol tools.</a:t>
          </a:r>
          <a:endParaRPr lang="en-US"/>
        </a:p>
      </dgm:t>
    </dgm:pt>
    <dgm:pt modelId="{0EFEA42C-3FEC-4E53-8F53-439032457AD8}" type="parTrans" cxnId="{191A5EE0-6ACE-43CF-A515-932C314B1091}">
      <dgm:prSet/>
      <dgm:spPr/>
      <dgm:t>
        <a:bodyPr/>
        <a:lstStyle/>
        <a:p>
          <a:endParaRPr lang="en-US"/>
        </a:p>
      </dgm:t>
    </dgm:pt>
    <dgm:pt modelId="{46321110-0431-4EC0-BFE4-7327EB3DB3E2}" type="sibTrans" cxnId="{191A5EE0-6ACE-43CF-A515-932C314B10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828FE1-955D-4FB2-BFC2-7A05084A77D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Main Idea:</a:t>
          </a:r>
          <a:endParaRPr lang="en-US"/>
        </a:p>
      </dgm:t>
    </dgm:pt>
    <dgm:pt modelId="{B3AC9354-6274-48ED-B50F-AABD21BFE723}" type="parTrans" cxnId="{A6042CE6-F5E3-455A-AC41-435236798F7F}">
      <dgm:prSet/>
      <dgm:spPr/>
      <dgm:t>
        <a:bodyPr/>
        <a:lstStyle/>
        <a:p>
          <a:endParaRPr lang="en-US"/>
        </a:p>
      </dgm:t>
    </dgm:pt>
    <dgm:pt modelId="{9B08E0F7-341F-467D-B55B-859A0DDE1686}" type="sibTrans" cxnId="{A6042CE6-F5E3-455A-AC41-435236798F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375BF9-A403-4383-A5A6-235F9A2925E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Strands gives developers a framework for building an agent and connecting that agent to useful capabilities.</a:t>
          </a:r>
          <a:endParaRPr lang="en-US"/>
        </a:p>
      </dgm:t>
    </dgm:pt>
    <dgm:pt modelId="{414E3BC9-7F97-4366-9475-429E1AAE2425}" type="parTrans" cxnId="{66C4E15B-8EA4-4823-9951-AF9B8A239BCE}">
      <dgm:prSet/>
      <dgm:spPr/>
      <dgm:t>
        <a:bodyPr/>
        <a:lstStyle/>
        <a:p>
          <a:endParaRPr lang="en-US"/>
        </a:p>
      </dgm:t>
    </dgm:pt>
    <dgm:pt modelId="{036D6418-2F30-4763-AB70-3E85FC12318C}" type="sibTrans" cxnId="{66C4E15B-8EA4-4823-9951-AF9B8A239BCE}">
      <dgm:prSet/>
      <dgm:spPr/>
      <dgm:t>
        <a:bodyPr/>
        <a:lstStyle/>
        <a:p>
          <a:endParaRPr lang="en-US"/>
        </a:p>
      </dgm:t>
    </dgm:pt>
    <dgm:pt modelId="{66D446D2-FA3F-4A79-9A0E-A402CA8DB047}" type="pres">
      <dgm:prSet presAssocID="{3AE237BF-5D3D-4FA9-A058-847E2EF7BADE}" presName="root" presStyleCnt="0">
        <dgm:presLayoutVars>
          <dgm:dir/>
          <dgm:resizeHandles val="exact"/>
        </dgm:presLayoutVars>
      </dgm:prSet>
      <dgm:spPr/>
    </dgm:pt>
    <dgm:pt modelId="{6B8EC2E7-2B84-41C2-9F6C-365D84A4FF43}" type="pres">
      <dgm:prSet presAssocID="{3AE237BF-5D3D-4FA9-A058-847E2EF7BADE}" presName="container" presStyleCnt="0">
        <dgm:presLayoutVars>
          <dgm:dir/>
          <dgm:resizeHandles val="exact"/>
        </dgm:presLayoutVars>
      </dgm:prSet>
      <dgm:spPr/>
    </dgm:pt>
    <dgm:pt modelId="{5DDDDDA4-DC45-4710-8A56-FF90F0C5FA69}" type="pres">
      <dgm:prSet presAssocID="{E5C6AB64-9F0D-4D3E-A1B1-6CC463E3AD13}" presName="compNode" presStyleCnt="0"/>
      <dgm:spPr/>
    </dgm:pt>
    <dgm:pt modelId="{D3060095-210F-442B-ABB1-9500BF44105F}" type="pres">
      <dgm:prSet presAssocID="{E5C6AB64-9F0D-4D3E-A1B1-6CC463E3AD13}" presName="iconBgRect" presStyleLbl="bgShp" presStyleIdx="0" presStyleCnt="7"/>
      <dgm:spPr/>
    </dgm:pt>
    <dgm:pt modelId="{5A3C1994-6ACB-46EE-90FB-DE6E003E0915}" type="pres">
      <dgm:prSet presAssocID="{E5C6AB64-9F0D-4D3E-A1B1-6CC463E3AD13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9895A2-A628-47E7-8018-C66BC070AD4D}" type="pres">
      <dgm:prSet presAssocID="{E5C6AB64-9F0D-4D3E-A1B1-6CC463E3AD13}" presName="spaceRect" presStyleCnt="0"/>
      <dgm:spPr/>
    </dgm:pt>
    <dgm:pt modelId="{4E3B4291-14EB-4BB8-A662-EEDD72A5E1AB}" type="pres">
      <dgm:prSet presAssocID="{E5C6AB64-9F0D-4D3E-A1B1-6CC463E3AD13}" presName="textRect" presStyleLbl="revTx" presStyleIdx="0" presStyleCnt="7">
        <dgm:presLayoutVars>
          <dgm:chMax val="1"/>
          <dgm:chPref val="1"/>
        </dgm:presLayoutVars>
      </dgm:prSet>
      <dgm:spPr/>
    </dgm:pt>
    <dgm:pt modelId="{00EC0BCD-0BC4-4EA5-8DB4-54DE37A9BC98}" type="pres">
      <dgm:prSet presAssocID="{79ECF58A-10B3-4EC8-AA1A-D008A2DFB0BF}" presName="sibTrans" presStyleLbl="sibTrans2D1" presStyleIdx="0" presStyleCnt="0"/>
      <dgm:spPr/>
    </dgm:pt>
    <dgm:pt modelId="{053B62C8-8A9F-4E5B-8A15-4FDAF83C2B14}" type="pres">
      <dgm:prSet presAssocID="{17D2DEBC-EE24-4919-B3D7-62541A53DFFA}" presName="compNode" presStyleCnt="0"/>
      <dgm:spPr/>
    </dgm:pt>
    <dgm:pt modelId="{9F6D26A2-FA19-4E68-8B70-A3A4A431556B}" type="pres">
      <dgm:prSet presAssocID="{17D2DEBC-EE24-4919-B3D7-62541A53DFFA}" presName="iconBgRect" presStyleLbl="bgShp" presStyleIdx="1" presStyleCnt="7"/>
      <dgm:spPr/>
    </dgm:pt>
    <dgm:pt modelId="{F05424EA-68E7-4075-A56A-114F34592C53}" type="pres">
      <dgm:prSet presAssocID="{17D2DEBC-EE24-4919-B3D7-62541A53DFFA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BD9A633-2C5F-44B0-A371-83E60F36A619}" type="pres">
      <dgm:prSet presAssocID="{17D2DEBC-EE24-4919-B3D7-62541A53DFFA}" presName="spaceRect" presStyleCnt="0"/>
      <dgm:spPr/>
    </dgm:pt>
    <dgm:pt modelId="{54200F58-08BC-4D94-A184-8977B4DAB2C3}" type="pres">
      <dgm:prSet presAssocID="{17D2DEBC-EE24-4919-B3D7-62541A53DFFA}" presName="textRect" presStyleLbl="revTx" presStyleIdx="1" presStyleCnt="7">
        <dgm:presLayoutVars>
          <dgm:chMax val="1"/>
          <dgm:chPref val="1"/>
        </dgm:presLayoutVars>
      </dgm:prSet>
      <dgm:spPr/>
    </dgm:pt>
    <dgm:pt modelId="{C29F4716-3B21-4D95-A5B9-7B4EDADDCAA1}" type="pres">
      <dgm:prSet presAssocID="{2D5B253D-464E-43DF-96A8-FCE7C006629C}" presName="sibTrans" presStyleLbl="sibTrans2D1" presStyleIdx="0" presStyleCnt="0"/>
      <dgm:spPr/>
    </dgm:pt>
    <dgm:pt modelId="{2AB6A206-D9E3-48C5-BCF6-2A99056DBD15}" type="pres">
      <dgm:prSet presAssocID="{541750E5-CF6D-46CC-9B1C-7D17B84BA479}" presName="compNode" presStyleCnt="0"/>
      <dgm:spPr/>
    </dgm:pt>
    <dgm:pt modelId="{1F20D7A2-6F71-4155-9E42-7C302B22F77C}" type="pres">
      <dgm:prSet presAssocID="{541750E5-CF6D-46CC-9B1C-7D17B84BA479}" presName="iconBgRect" presStyleLbl="bgShp" presStyleIdx="2" presStyleCnt="7"/>
      <dgm:spPr/>
    </dgm:pt>
    <dgm:pt modelId="{1B160DD8-181E-4D51-8954-FF0AAD759E43}" type="pres">
      <dgm:prSet presAssocID="{541750E5-CF6D-46CC-9B1C-7D17B84BA479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0B509FC-75E1-40F6-AA7C-34A0E46A91B7}" type="pres">
      <dgm:prSet presAssocID="{541750E5-CF6D-46CC-9B1C-7D17B84BA479}" presName="spaceRect" presStyleCnt="0"/>
      <dgm:spPr/>
    </dgm:pt>
    <dgm:pt modelId="{44000F3E-73FA-4BBE-AB48-24EF47F1B7B1}" type="pres">
      <dgm:prSet presAssocID="{541750E5-CF6D-46CC-9B1C-7D17B84BA479}" presName="textRect" presStyleLbl="revTx" presStyleIdx="2" presStyleCnt="7">
        <dgm:presLayoutVars>
          <dgm:chMax val="1"/>
          <dgm:chPref val="1"/>
        </dgm:presLayoutVars>
      </dgm:prSet>
      <dgm:spPr/>
    </dgm:pt>
    <dgm:pt modelId="{4E18079A-E208-4200-9D15-88BBE6DBBB5B}" type="pres">
      <dgm:prSet presAssocID="{7B8BDF16-C4DC-40E1-A23E-52B2691808D5}" presName="sibTrans" presStyleLbl="sibTrans2D1" presStyleIdx="0" presStyleCnt="0"/>
      <dgm:spPr/>
    </dgm:pt>
    <dgm:pt modelId="{8AD84EB6-3369-4A3C-99A9-FB3E77B678F1}" type="pres">
      <dgm:prSet presAssocID="{CB50081A-C34F-443C-B456-55724B7BDE4D}" presName="compNode" presStyleCnt="0"/>
      <dgm:spPr/>
    </dgm:pt>
    <dgm:pt modelId="{E1B6E11B-5F04-4659-AA8B-0389004D8FAC}" type="pres">
      <dgm:prSet presAssocID="{CB50081A-C34F-443C-B456-55724B7BDE4D}" presName="iconBgRect" presStyleLbl="bgShp" presStyleIdx="3" presStyleCnt="7"/>
      <dgm:spPr/>
    </dgm:pt>
    <dgm:pt modelId="{29CAC2B4-8851-49E5-A65E-DE89F6909A68}" type="pres">
      <dgm:prSet presAssocID="{CB50081A-C34F-443C-B456-55724B7BDE4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E9E1445-0EA8-48E5-968C-DD95ADAC98DA}" type="pres">
      <dgm:prSet presAssocID="{CB50081A-C34F-443C-B456-55724B7BDE4D}" presName="spaceRect" presStyleCnt="0"/>
      <dgm:spPr/>
    </dgm:pt>
    <dgm:pt modelId="{891A8494-EBEA-4BC9-96FB-2630FB90C5C8}" type="pres">
      <dgm:prSet presAssocID="{CB50081A-C34F-443C-B456-55724B7BDE4D}" presName="textRect" presStyleLbl="revTx" presStyleIdx="3" presStyleCnt="7">
        <dgm:presLayoutVars>
          <dgm:chMax val="1"/>
          <dgm:chPref val="1"/>
        </dgm:presLayoutVars>
      </dgm:prSet>
      <dgm:spPr/>
    </dgm:pt>
    <dgm:pt modelId="{1FBDE13F-080B-43AC-9A8D-A70454E844E8}" type="pres">
      <dgm:prSet presAssocID="{D8E30162-CF49-45DF-AF81-1A55E63FAE6C}" presName="sibTrans" presStyleLbl="sibTrans2D1" presStyleIdx="0" presStyleCnt="0"/>
      <dgm:spPr/>
    </dgm:pt>
    <dgm:pt modelId="{69351EA8-DF94-41E8-88CE-512A1269BDAA}" type="pres">
      <dgm:prSet presAssocID="{E27B68F8-129D-492B-B9D8-34B435C7C1B3}" presName="compNode" presStyleCnt="0"/>
      <dgm:spPr/>
    </dgm:pt>
    <dgm:pt modelId="{F71FA612-5359-4007-9806-8D631A495ED9}" type="pres">
      <dgm:prSet presAssocID="{E27B68F8-129D-492B-B9D8-34B435C7C1B3}" presName="iconBgRect" presStyleLbl="bgShp" presStyleIdx="4" presStyleCnt="7"/>
      <dgm:spPr/>
    </dgm:pt>
    <dgm:pt modelId="{8C993E23-8A9C-4825-BCF5-B9D507260273}" type="pres">
      <dgm:prSet presAssocID="{E27B68F8-129D-492B-B9D8-34B435C7C1B3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2BCAC79-41D5-42FF-9525-B030E2535E01}" type="pres">
      <dgm:prSet presAssocID="{E27B68F8-129D-492B-B9D8-34B435C7C1B3}" presName="spaceRect" presStyleCnt="0"/>
      <dgm:spPr/>
    </dgm:pt>
    <dgm:pt modelId="{261A48C2-D11C-4C9A-A083-DD61427E02F5}" type="pres">
      <dgm:prSet presAssocID="{E27B68F8-129D-492B-B9D8-34B435C7C1B3}" presName="textRect" presStyleLbl="revTx" presStyleIdx="4" presStyleCnt="7">
        <dgm:presLayoutVars>
          <dgm:chMax val="1"/>
          <dgm:chPref val="1"/>
        </dgm:presLayoutVars>
      </dgm:prSet>
      <dgm:spPr/>
    </dgm:pt>
    <dgm:pt modelId="{15FF8826-4AC0-4469-ADFD-F3D126ABFB70}" type="pres">
      <dgm:prSet presAssocID="{46321110-0431-4EC0-BFE4-7327EB3DB3E2}" presName="sibTrans" presStyleLbl="sibTrans2D1" presStyleIdx="0" presStyleCnt="0"/>
      <dgm:spPr/>
    </dgm:pt>
    <dgm:pt modelId="{C04BC518-9C33-43BD-9927-96720E6C89C2}" type="pres">
      <dgm:prSet presAssocID="{7F828FE1-955D-4FB2-BFC2-7A05084A77DC}" presName="compNode" presStyleCnt="0"/>
      <dgm:spPr/>
    </dgm:pt>
    <dgm:pt modelId="{332B0D5A-4895-458B-BE7D-F1FF9FBC57DA}" type="pres">
      <dgm:prSet presAssocID="{7F828FE1-955D-4FB2-BFC2-7A05084A77DC}" presName="iconBgRect" presStyleLbl="bgShp" presStyleIdx="5" presStyleCnt="7"/>
      <dgm:spPr/>
    </dgm:pt>
    <dgm:pt modelId="{F1BB849E-DF70-47C0-8F63-55FCEE3024A7}" type="pres">
      <dgm:prSet presAssocID="{7F828FE1-955D-4FB2-BFC2-7A05084A77DC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33F2C96E-DF96-40A8-8BF5-4C5F3D249E95}" type="pres">
      <dgm:prSet presAssocID="{7F828FE1-955D-4FB2-BFC2-7A05084A77DC}" presName="spaceRect" presStyleCnt="0"/>
      <dgm:spPr/>
    </dgm:pt>
    <dgm:pt modelId="{C0A0A3F7-7CC2-45D5-98D4-265D8F5EBA34}" type="pres">
      <dgm:prSet presAssocID="{7F828FE1-955D-4FB2-BFC2-7A05084A77DC}" presName="textRect" presStyleLbl="revTx" presStyleIdx="5" presStyleCnt="7">
        <dgm:presLayoutVars>
          <dgm:chMax val="1"/>
          <dgm:chPref val="1"/>
        </dgm:presLayoutVars>
      </dgm:prSet>
      <dgm:spPr/>
    </dgm:pt>
    <dgm:pt modelId="{9D769C30-E63B-4CD1-8BEB-AEFB62354FFB}" type="pres">
      <dgm:prSet presAssocID="{9B08E0F7-341F-467D-B55B-859A0DDE1686}" presName="sibTrans" presStyleLbl="sibTrans2D1" presStyleIdx="0" presStyleCnt="0"/>
      <dgm:spPr/>
    </dgm:pt>
    <dgm:pt modelId="{91DB4527-A25C-4F93-BE5A-9BF1177FE18F}" type="pres">
      <dgm:prSet presAssocID="{D1375BF9-A403-4383-A5A6-235F9A2925EC}" presName="compNode" presStyleCnt="0"/>
      <dgm:spPr/>
    </dgm:pt>
    <dgm:pt modelId="{FCFD0851-9772-4CEF-B201-A25F1569A1B3}" type="pres">
      <dgm:prSet presAssocID="{D1375BF9-A403-4383-A5A6-235F9A2925EC}" presName="iconBgRect" presStyleLbl="bgShp" presStyleIdx="6" presStyleCnt="7"/>
      <dgm:spPr/>
    </dgm:pt>
    <dgm:pt modelId="{FDBEDB33-B14F-4712-991D-057A551CAA30}" type="pres">
      <dgm:prSet presAssocID="{D1375BF9-A403-4383-A5A6-235F9A2925EC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5666C9C-A139-493C-B7D8-A387138D67D2}" type="pres">
      <dgm:prSet presAssocID="{D1375BF9-A403-4383-A5A6-235F9A2925EC}" presName="spaceRect" presStyleCnt="0"/>
      <dgm:spPr/>
    </dgm:pt>
    <dgm:pt modelId="{30AFE0C4-D17B-4E1A-BF75-35DE4704B0BC}" type="pres">
      <dgm:prSet presAssocID="{D1375BF9-A403-4383-A5A6-235F9A2925E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0D1610B-67DB-486A-965D-CADB154E77C4}" srcId="{3AE237BF-5D3D-4FA9-A058-847E2EF7BADE}" destId="{17D2DEBC-EE24-4919-B3D7-62541A53DFFA}" srcOrd="1" destOrd="0" parTransId="{ED4CFB6A-D70B-4C86-A7CA-D7FDCA1CCE67}" sibTransId="{2D5B253D-464E-43DF-96A8-FCE7C006629C}"/>
    <dgm:cxn modelId="{508EAC29-CED1-4657-A3F7-9B4FBA4CFF64}" type="presOf" srcId="{D1375BF9-A403-4383-A5A6-235F9A2925EC}" destId="{30AFE0C4-D17B-4E1A-BF75-35DE4704B0BC}" srcOrd="0" destOrd="0" presId="urn:microsoft.com/office/officeart/2018/2/layout/IconCircleList"/>
    <dgm:cxn modelId="{2FC0DD2C-448A-4EF2-9AF7-D930BAF1ED69}" type="presOf" srcId="{541750E5-CF6D-46CC-9B1C-7D17B84BA479}" destId="{44000F3E-73FA-4BBE-AB48-24EF47F1B7B1}" srcOrd="0" destOrd="0" presId="urn:microsoft.com/office/officeart/2018/2/layout/IconCircleList"/>
    <dgm:cxn modelId="{66C4E15B-8EA4-4823-9951-AF9B8A239BCE}" srcId="{3AE237BF-5D3D-4FA9-A058-847E2EF7BADE}" destId="{D1375BF9-A403-4383-A5A6-235F9A2925EC}" srcOrd="6" destOrd="0" parTransId="{414E3BC9-7F97-4366-9475-429E1AAE2425}" sibTransId="{036D6418-2F30-4763-AB70-3E85FC12318C}"/>
    <dgm:cxn modelId="{C8FFD44B-FB24-429E-8380-7049D7648994}" type="presOf" srcId="{2D5B253D-464E-43DF-96A8-FCE7C006629C}" destId="{C29F4716-3B21-4D95-A5B9-7B4EDADDCAA1}" srcOrd="0" destOrd="0" presId="urn:microsoft.com/office/officeart/2018/2/layout/IconCircleList"/>
    <dgm:cxn modelId="{530A2584-D3CA-44D3-B2BC-496BB53C364A}" type="presOf" srcId="{79ECF58A-10B3-4EC8-AA1A-D008A2DFB0BF}" destId="{00EC0BCD-0BC4-4EA5-8DB4-54DE37A9BC98}" srcOrd="0" destOrd="0" presId="urn:microsoft.com/office/officeart/2018/2/layout/IconCircleList"/>
    <dgm:cxn modelId="{92D6EF85-C80F-4595-B030-373AE88362FC}" srcId="{3AE237BF-5D3D-4FA9-A058-847E2EF7BADE}" destId="{CB50081A-C34F-443C-B456-55724B7BDE4D}" srcOrd="3" destOrd="0" parTransId="{4009E648-C6B1-466B-A4D4-BAE8A0110778}" sibTransId="{D8E30162-CF49-45DF-AF81-1A55E63FAE6C}"/>
    <dgm:cxn modelId="{20182089-E054-4A30-8386-861AC25F6C8D}" type="presOf" srcId="{E27B68F8-129D-492B-B9D8-34B435C7C1B3}" destId="{261A48C2-D11C-4C9A-A083-DD61427E02F5}" srcOrd="0" destOrd="0" presId="urn:microsoft.com/office/officeart/2018/2/layout/IconCircleList"/>
    <dgm:cxn modelId="{12E41E8C-FFC2-45C8-B72E-C3D0E95B88F8}" type="presOf" srcId="{17D2DEBC-EE24-4919-B3D7-62541A53DFFA}" destId="{54200F58-08BC-4D94-A184-8977B4DAB2C3}" srcOrd="0" destOrd="0" presId="urn:microsoft.com/office/officeart/2018/2/layout/IconCircleList"/>
    <dgm:cxn modelId="{F78A718D-9B31-4FD5-BD17-DA0D8A1BB416}" type="presOf" srcId="{9B08E0F7-341F-467D-B55B-859A0DDE1686}" destId="{9D769C30-E63B-4CD1-8BEB-AEFB62354FFB}" srcOrd="0" destOrd="0" presId="urn:microsoft.com/office/officeart/2018/2/layout/IconCircleList"/>
    <dgm:cxn modelId="{23C7309C-34DF-4976-A73B-F5E18D990100}" type="presOf" srcId="{CB50081A-C34F-443C-B456-55724B7BDE4D}" destId="{891A8494-EBEA-4BC9-96FB-2630FB90C5C8}" srcOrd="0" destOrd="0" presId="urn:microsoft.com/office/officeart/2018/2/layout/IconCircleList"/>
    <dgm:cxn modelId="{ACB18BB7-C17A-4D17-A8D2-DA04B97CE1ED}" type="presOf" srcId="{D8E30162-CF49-45DF-AF81-1A55E63FAE6C}" destId="{1FBDE13F-080B-43AC-9A8D-A70454E844E8}" srcOrd="0" destOrd="0" presId="urn:microsoft.com/office/officeart/2018/2/layout/IconCircleList"/>
    <dgm:cxn modelId="{B7140DBA-67B4-4FA0-B706-72BD8AC0E29D}" type="presOf" srcId="{3AE237BF-5D3D-4FA9-A058-847E2EF7BADE}" destId="{66D446D2-FA3F-4A79-9A0E-A402CA8DB047}" srcOrd="0" destOrd="0" presId="urn:microsoft.com/office/officeart/2018/2/layout/IconCircleList"/>
    <dgm:cxn modelId="{E25DD5BC-0915-4429-81DA-8AECF029C7BB}" srcId="{3AE237BF-5D3D-4FA9-A058-847E2EF7BADE}" destId="{541750E5-CF6D-46CC-9B1C-7D17B84BA479}" srcOrd="2" destOrd="0" parTransId="{684E6120-FA2C-4223-A07E-49FC2B0F64B3}" sibTransId="{7B8BDF16-C4DC-40E1-A23E-52B2691808D5}"/>
    <dgm:cxn modelId="{5BE73CBF-4476-4404-B73C-DA645F1E2CE8}" type="presOf" srcId="{E5C6AB64-9F0D-4D3E-A1B1-6CC463E3AD13}" destId="{4E3B4291-14EB-4BB8-A662-EEDD72A5E1AB}" srcOrd="0" destOrd="0" presId="urn:microsoft.com/office/officeart/2018/2/layout/IconCircleList"/>
    <dgm:cxn modelId="{191A5EE0-6ACE-43CF-A515-932C314B1091}" srcId="{3AE237BF-5D3D-4FA9-A058-847E2EF7BADE}" destId="{E27B68F8-129D-492B-B9D8-34B435C7C1B3}" srcOrd="4" destOrd="0" parTransId="{0EFEA42C-3FEC-4E53-8F53-439032457AD8}" sibTransId="{46321110-0431-4EC0-BFE4-7327EB3DB3E2}"/>
    <dgm:cxn modelId="{A6042CE6-F5E3-455A-AC41-435236798F7F}" srcId="{3AE237BF-5D3D-4FA9-A058-847E2EF7BADE}" destId="{7F828FE1-955D-4FB2-BFC2-7A05084A77DC}" srcOrd="5" destOrd="0" parTransId="{B3AC9354-6274-48ED-B50F-AABD21BFE723}" sibTransId="{9B08E0F7-341F-467D-B55B-859A0DDE1686}"/>
    <dgm:cxn modelId="{9CB55BEC-1717-4B11-8F7F-76E819752B8C}" srcId="{3AE237BF-5D3D-4FA9-A058-847E2EF7BADE}" destId="{E5C6AB64-9F0D-4D3E-A1B1-6CC463E3AD13}" srcOrd="0" destOrd="0" parTransId="{783477F9-392B-4D90-B482-993BFB9E6081}" sibTransId="{79ECF58A-10B3-4EC8-AA1A-D008A2DFB0BF}"/>
    <dgm:cxn modelId="{2969D1EE-75B8-41C2-BBD0-853FF2C69369}" type="presOf" srcId="{46321110-0431-4EC0-BFE4-7327EB3DB3E2}" destId="{15FF8826-4AC0-4469-ADFD-F3D126ABFB70}" srcOrd="0" destOrd="0" presId="urn:microsoft.com/office/officeart/2018/2/layout/IconCircleList"/>
    <dgm:cxn modelId="{62A7ABEF-3E8A-4814-A030-4E802FB12137}" type="presOf" srcId="{7B8BDF16-C4DC-40E1-A23E-52B2691808D5}" destId="{4E18079A-E208-4200-9D15-88BBE6DBBB5B}" srcOrd="0" destOrd="0" presId="urn:microsoft.com/office/officeart/2018/2/layout/IconCircleList"/>
    <dgm:cxn modelId="{E4105EF8-7CA7-415E-AE18-006A18ADB5C6}" type="presOf" srcId="{7F828FE1-955D-4FB2-BFC2-7A05084A77DC}" destId="{C0A0A3F7-7CC2-45D5-98D4-265D8F5EBA34}" srcOrd="0" destOrd="0" presId="urn:microsoft.com/office/officeart/2018/2/layout/IconCircleList"/>
    <dgm:cxn modelId="{0936B400-149B-4901-AD10-54E729338305}" type="presParOf" srcId="{66D446D2-FA3F-4A79-9A0E-A402CA8DB047}" destId="{6B8EC2E7-2B84-41C2-9F6C-365D84A4FF43}" srcOrd="0" destOrd="0" presId="urn:microsoft.com/office/officeart/2018/2/layout/IconCircleList"/>
    <dgm:cxn modelId="{132770F2-0215-4F0A-8D3A-36E30629736E}" type="presParOf" srcId="{6B8EC2E7-2B84-41C2-9F6C-365D84A4FF43}" destId="{5DDDDDA4-DC45-4710-8A56-FF90F0C5FA69}" srcOrd="0" destOrd="0" presId="urn:microsoft.com/office/officeart/2018/2/layout/IconCircleList"/>
    <dgm:cxn modelId="{82B1C869-1351-44DC-A7C7-95BD17323664}" type="presParOf" srcId="{5DDDDDA4-DC45-4710-8A56-FF90F0C5FA69}" destId="{D3060095-210F-442B-ABB1-9500BF44105F}" srcOrd="0" destOrd="0" presId="urn:microsoft.com/office/officeart/2018/2/layout/IconCircleList"/>
    <dgm:cxn modelId="{02675D42-6ABC-4B6E-A1B3-24DDE4FE5E03}" type="presParOf" srcId="{5DDDDDA4-DC45-4710-8A56-FF90F0C5FA69}" destId="{5A3C1994-6ACB-46EE-90FB-DE6E003E0915}" srcOrd="1" destOrd="0" presId="urn:microsoft.com/office/officeart/2018/2/layout/IconCircleList"/>
    <dgm:cxn modelId="{52285B0C-41C4-4BFC-902F-14EE94389198}" type="presParOf" srcId="{5DDDDDA4-DC45-4710-8A56-FF90F0C5FA69}" destId="{079895A2-A628-47E7-8018-C66BC070AD4D}" srcOrd="2" destOrd="0" presId="urn:microsoft.com/office/officeart/2018/2/layout/IconCircleList"/>
    <dgm:cxn modelId="{2F756903-78AF-4C86-B941-CB40CC7BCB66}" type="presParOf" srcId="{5DDDDDA4-DC45-4710-8A56-FF90F0C5FA69}" destId="{4E3B4291-14EB-4BB8-A662-EEDD72A5E1AB}" srcOrd="3" destOrd="0" presId="urn:microsoft.com/office/officeart/2018/2/layout/IconCircleList"/>
    <dgm:cxn modelId="{7F517E8D-E575-48F5-BB08-6B91F51EF9BD}" type="presParOf" srcId="{6B8EC2E7-2B84-41C2-9F6C-365D84A4FF43}" destId="{00EC0BCD-0BC4-4EA5-8DB4-54DE37A9BC98}" srcOrd="1" destOrd="0" presId="urn:microsoft.com/office/officeart/2018/2/layout/IconCircleList"/>
    <dgm:cxn modelId="{DDBD2547-2324-4E4A-9169-718C89F9794B}" type="presParOf" srcId="{6B8EC2E7-2B84-41C2-9F6C-365D84A4FF43}" destId="{053B62C8-8A9F-4E5B-8A15-4FDAF83C2B14}" srcOrd="2" destOrd="0" presId="urn:microsoft.com/office/officeart/2018/2/layout/IconCircleList"/>
    <dgm:cxn modelId="{7A6DA471-7DFE-446C-B4CA-6FBCF1885526}" type="presParOf" srcId="{053B62C8-8A9F-4E5B-8A15-4FDAF83C2B14}" destId="{9F6D26A2-FA19-4E68-8B70-A3A4A431556B}" srcOrd="0" destOrd="0" presId="urn:microsoft.com/office/officeart/2018/2/layout/IconCircleList"/>
    <dgm:cxn modelId="{3EF271F2-2F5B-4ED9-A810-6637CD2DCA29}" type="presParOf" srcId="{053B62C8-8A9F-4E5B-8A15-4FDAF83C2B14}" destId="{F05424EA-68E7-4075-A56A-114F34592C53}" srcOrd="1" destOrd="0" presId="urn:microsoft.com/office/officeart/2018/2/layout/IconCircleList"/>
    <dgm:cxn modelId="{A472E5C7-FD4A-451A-A0C4-D463B6843728}" type="presParOf" srcId="{053B62C8-8A9F-4E5B-8A15-4FDAF83C2B14}" destId="{DBD9A633-2C5F-44B0-A371-83E60F36A619}" srcOrd="2" destOrd="0" presId="urn:microsoft.com/office/officeart/2018/2/layout/IconCircleList"/>
    <dgm:cxn modelId="{170DC410-4436-4893-A297-9BA261B0804A}" type="presParOf" srcId="{053B62C8-8A9F-4E5B-8A15-4FDAF83C2B14}" destId="{54200F58-08BC-4D94-A184-8977B4DAB2C3}" srcOrd="3" destOrd="0" presId="urn:microsoft.com/office/officeart/2018/2/layout/IconCircleList"/>
    <dgm:cxn modelId="{81CC0D16-4FD1-45B1-9ADF-1AEEEE904F00}" type="presParOf" srcId="{6B8EC2E7-2B84-41C2-9F6C-365D84A4FF43}" destId="{C29F4716-3B21-4D95-A5B9-7B4EDADDCAA1}" srcOrd="3" destOrd="0" presId="urn:microsoft.com/office/officeart/2018/2/layout/IconCircleList"/>
    <dgm:cxn modelId="{C06C1EF6-6E95-4ED5-8E90-3ED2E477B4C1}" type="presParOf" srcId="{6B8EC2E7-2B84-41C2-9F6C-365D84A4FF43}" destId="{2AB6A206-D9E3-48C5-BCF6-2A99056DBD15}" srcOrd="4" destOrd="0" presId="urn:microsoft.com/office/officeart/2018/2/layout/IconCircleList"/>
    <dgm:cxn modelId="{5C52A0F7-326D-4235-91F9-729177E9972B}" type="presParOf" srcId="{2AB6A206-D9E3-48C5-BCF6-2A99056DBD15}" destId="{1F20D7A2-6F71-4155-9E42-7C302B22F77C}" srcOrd="0" destOrd="0" presId="urn:microsoft.com/office/officeart/2018/2/layout/IconCircleList"/>
    <dgm:cxn modelId="{3EBD73D1-4B8C-4F34-A550-BF01C370E9EA}" type="presParOf" srcId="{2AB6A206-D9E3-48C5-BCF6-2A99056DBD15}" destId="{1B160DD8-181E-4D51-8954-FF0AAD759E43}" srcOrd="1" destOrd="0" presId="urn:microsoft.com/office/officeart/2018/2/layout/IconCircleList"/>
    <dgm:cxn modelId="{2938FE4A-DE37-4AF7-87AD-E9C4CDD63F3B}" type="presParOf" srcId="{2AB6A206-D9E3-48C5-BCF6-2A99056DBD15}" destId="{A0B509FC-75E1-40F6-AA7C-34A0E46A91B7}" srcOrd="2" destOrd="0" presId="urn:microsoft.com/office/officeart/2018/2/layout/IconCircleList"/>
    <dgm:cxn modelId="{3E8FAB80-C7D6-4B42-AB4D-FA8E6A4A0DDA}" type="presParOf" srcId="{2AB6A206-D9E3-48C5-BCF6-2A99056DBD15}" destId="{44000F3E-73FA-4BBE-AB48-24EF47F1B7B1}" srcOrd="3" destOrd="0" presId="urn:microsoft.com/office/officeart/2018/2/layout/IconCircleList"/>
    <dgm:cxn modelId="{B0FDBC16-256A-41F6-A888-32AE60BD4E90}" type="presParOf" srcId="{6B8EC2E7-2B84-41C2-9F6C-365D84A4FF43}" destId="{4E18079A-E208-4200-9D15-88BBE6DBBB5B}" srcOrd="5" destOrd="0" presId="urn:microsoft.com/office/officeart/2018/2/layout/IconCircleList"/>
    <dgm:cxn modelId="{39A7B95B-A245-497D-8E59-2C2C09C690FD}" type="presParOf" srcId="{6B8EC2E7-2B84-41C2-9F6C-365D84A4FF43}" destId="{8AD84EB6-3369-4A3C-99A9-FB3E77B678F1}" srcOrd="6" destOrd="0" presId="urn:microsoft.com/office/officeart/2018/2/layout/IconCircleList"/>
    <dgm:cxn modelId="{5D47CC1E-CF30-4E66-9EE6-ED5B5115E761}" type="presParOf" srcId="{8AD84EB6-3369-4A3C-99A9-FB3E77B678F1}" destId="{E1B6E11B-5F04-4659-AA8B-0389004D8FAC}" srcOrd="0" destOrd="0" presId="urn:microsoft.com/office/officeart/2018/2/layout/IconCircleList"/>
    <dgm:cxn modelId="{876F34D0-DDAE-466A-BA2B-52E8ED7734DF}" type="presParOf" srcId="{8AD84EB6-3369-4A3C-99A9-FB3E77B678F1}" destId="{29CAC2B4-8851-49E5-A65E-DE89F6909A68}" srcOrd="1" destOrd="0" presId="urn:microsoft.com/office/officeart/2018/2/layout/IconCircleList"/>
    <dgm:cxn modelId="{0CB3360A-DC26-41E3-89D9-641EF90BE8CB}" type="presParOf" srcId="{8AD84EB6-3369-4A3C-99A9-FB3E77B678F1}" destId="{8E9E1445-0EA8-48E5-968C-DD95ADAC98DA}" srcOrd="2" destOrd="0" presId="urn:microsoft.com/office/officeart/2018/2/layout/IconCircleList"/>
    <dgm:cxn modelId="{DA5486D6-66B7-4FB0-9A87-A98A20A102C2}" type="presParOf" srcId="{8AD84EB6-3369-4A3C-99A9-FB3E77B678F1}" destId="{891A8494-EBEA-4BC9-96FB-2630FB90C5C8}" srcOrd="3" destOrd="0" presId="urn:microsoft.com/office/officeart/2018/2/layout/IconCircleList"/>
    <dgm:cxn modelId="{78E88A2C-4CD5-4140-9214-CE87119DB8AD}" type="presParOf" srcId="{6B8EC2E7-2B84-41C2-9F6C-365D84A4FF43}" destId="{1FBDE13F-080B-43AC-9A8D-A70454E844E8}" srcOrd="7" destOrd="0" presId="urn:microsoft.com/office/officeart/2018/2/layout/IconCircleList"/>
    <dgm:cxn modelId="{62ECB6FF-3DC0-49FE-B714-C78A9EEB7BEA}" type="presParOf" srcId="{6B8EC2E7-2B84-41C2-9F6C-365D84A4FF43}" destId="{69351EA8-DF94-41E8-88CE-512A1269BDAA}" srcOrd="8" destOrd="0" presId="urn:microsoft.com/office/officeart/2018/2/layout/IconCircleList"/>
    <dgm:cxn modelId="{DC12A3B1-CC16-47D3-934C-D1714F3D1364}" type="presParOf" srcId="{69351EA8-DF94-41E8-88CE-512A1269BDAA}" destId="{F71FA612-5359-4007-9806-8D631A495ED9}" srcOrd="0" destOrd="0" presId="urn:microsoft.com/office/officeart/2018/2/layout/IconCircleList"/>
    <dgm:cxn modelId="{3AE9190C-1BC0-4B19-B635-8CA4189C6746}" type="presParOf" srcId="{69351EA8-DF94-41E8-88CE-512A1269BDAA}" destId="{8C993E23-8A9C-4825-BCF5-B9D507260273}" srcOrd="1" destOrd="0" presId="urn:microsoft.com/office/officeart/2018/2/layout/IconCircleList"/>
    <dgm:cxn modelId="{72C31161-F9E0-4F55-BA99-DC2001B95E65}" type="presParOf" srcId="{69351EA8-DF94-41E8-88CE-512A1269BDAA}" destId="{B2BCAC79-41D5-42FF-9525-B030E2535E01}" srcOrd="2" destOrd="0" presId="urn:microsoft.com/office/officeart/2018/2/layout/IconCircleList"/>
    <dgm:cxn modelId="{161CD699-9250-4259-BEC1-54C2F46995CE}" type="presParOf" srcId="{69351EA8-DF94-41E8-88CE-512A1269BDAA}" destId="{261A48C2-D11C-4C9A-A083-DD61427E02F5}" srcOrd="3" destOrd="0" presId="urn:microsoft.com/office/officeart/2018/2/layout/IconCircleList"/>
    <dgm:cxn modelId="{DAEF52D4-5383-4230-A9B6-7A86C9388571}" type="presParOf" srcId="{6B8EC2E7-2B84-41C2-9F6C-365D84A4FF43}" destId="{15FF8826-4AC0-4469-ADFD-F3D126ABFB70}" srcOrd="9" destOrd="0" presId="urn:microsoft.com/office/officeart/2018/2/layout/IconCircleList"/>
    <dgm:cxn modelId="{9F302DA8-68BD-406C-8E0A-2BB831B995F1}" type="presParOf" srcId="{6B8EC2E7-2B84-41C2-9F6C-365D84A4FF43}" destId="{C04BC518-9C33-43BD-9927-96720E6C89C2}" srcOrd="10" destOrd="0" presId="urn:microsoft.com/office/officeart/2018/2/layout/IconCircleList"/>
    <dgm:cxn modelId="{CC7CA277-F887-463E-8B82-0B58F951C584}" type="presParOf" srcId="{C04BC518-9C33-43BD-9927-96720E6C89C2}" destId="{332B0D5A-4895-458B-BE7D-F1FF9FBC57DA}" srcOrd="0" destOrd="0" presId="urn:microsoft.com/office/officeart/2018/2/layout/IconCircleList"/>
    <dgm:cxn modelId="{EBDE9236-3832-459B-A268-5821684942ED}" type="presParOf" srcId="{C04BC518-9C33-43BD-9927-96720E6C89C2}" destId="{F1BB849E-DF70-47C0-8F63-55FCEE3024A7}" srcOrd="1" destOrd="0" presId="urn:microsoft.com/office/officeart/2018/2/layout/IconCircleList"/>
    <dgm:cxn modelId="{0D956962-C5B0-4395-BF94-57536DB47B73}" type="presParOf" srcId="{C04BC518-9C33-43BD-9927-96720E6C89C2}" destId="{33F2C96E-DF96-40A8-8BF5-4C5F3D249E95}" srcOrd="2" destOrd="0" presId="urn:microsoft.com/office/officeart/2018/2/layout/IconCircleList"/>
    <dgm:cxn modelId="{EC5A6FC6-38AC-4B33-BD81-7E0EEF8AEA47}" type="presParOf" srcId="{C04BC518-9C33-43BD-9927-96720E6C89C2}" destId="{C0A0A3F7-7CC2-45D5-98D4-265D8F5EBA34}" srcOrd="3" destOrd="0" presId="urn:microsoft.com/office/officeart/2018/2/layout/IconCircleList"/>
    <dgm:cxn modelId="{13B064DA-BD9C-4052-B8DC-21F2D487EAD6}" type="presParOf" srcId="{6B8EC2E7-2B84-41C2-9F6C-365D84A4FF43}" destId="{9D769C30-E63B-4CD1-8BEB-AEFB62354FFB}" srcOrd="11" destOrd="0" presId="urn:microsoft.com/office/officeart/2018/2/layout/IconCircleList"/>
    <dgm:cxn modelId="{B1955733-61AB-4315-8DC7-E936529555E4}" type="presParOf" srcId="{6B8EC2E7-2B84-41C2-9F6C-365D84A4FF43}" destId="{91DB4527-A25C-4F93-BE5A-9BF1177FE18F}" srcOrd="12" destOrd="0" presId="urn:microsoft.com/office/officeart/2018/2/layout/IconCircleList"/>
    <dgm:cxn modelId="{4F484877-9C6E-4328-A6F0-E6438DA1F5D0}" type="presParOf" srcId="{91DB4527-A25C-4F93-BE5A-9BF1177FE18F}" destId="{FCFD0851-9772-4CEF-B201-A25F1569A1B3}" srcOrd="0" destOrd="0" presId="urn:microsoft.com/office/officeart/2018/2/layout/IconCircleList"/>
    <dgm:cxn modelId="{8F2C26A9-EEB0-4487-97DC-F1F15A67BDB1}" type="presParOf" srcId="{91DB4527-A25C-4F93-BE5A-9BF1177FE18F}" destId="{FDBEDB33-B14F-4712-991D-057A551CAA30}" srcOrd="1" destOrd="0" presId="urn:microsoft.com/office/officeart/2018/2/layout/IconCircleList"/>
    <dgm:cxn modelId="{7F04C460-49DB-494E-B168-C5FC358FE331}" type="presParOf" srcId="{91DB4527-A25C-4F93-BE5A-9BF1177FE18F}" destId="{25666C9C-A139-493C-B7D8-A387138D67D2}" srcOrd="2" destOrd="0" presId="urn:microsoft.com/office/officeart/2018/2/layout/IconCircleList"/>
    <dgm:cxn modelId="{0CC02259-E370-454D-A5CA-62A637865696}" type="presParOf" srcId="{91DB4527-A25C-4F93-BE5A-9BF1177FE18F}" destId="{30AFE0C4-D17B-4E1A-BF75-35DE4704B0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CB5935-FE8E-4048-9C50-DD2B444E5C72}" type="doc">
      <dgm:prSet loTypeId="urn:microsoft.com/office/officeart/2018/2/layout/IconVerticalSolidList" loCatId="icon" qsTypeId="urn:microsoft.com/office/officeart/2005/8/quickstyle/simple1#53" qsCatId="simple" csTypeId="urn:microsoft.com/office/officeart/2005/8/colors/accent1_2#45" csCatId="accent1" phldr="1"/>
      <dgm:spPr/>
      <dgm:t>
        <a:bodyPr/>
        <a:lstStyle/>
        <a:p>
          <a:endParaRPr lang="en-US"/>
        </a:p>
      </dgm:t>
    </dgm:pt>
    <dgm:pt modelId="{4F5D72FC-DFFF-47A7-B875-FCC8A5CA2FE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AWS Agent Squad</a:t>
          </a:r>
          <a:r>
            <a:rPr lang="en-IN"/>
            <a:t> is another open-source framework discussed in the course for building and coordinating multi-agent workflows.</a:t>
          </a:r>
          <a:endParaRPr lang="en-US"/>
        </a:p>
      </dgm:t>
    </dgm:pt>
    <dgm:pt modelId="{EEDA9057-ADC1-4333-8392-EFDB620730D4}" type="parTrans" cxnId="{BCA9CC91-BDBE-4D18-834A-FFEF5542A110}">
      <dgm:prSet/>
      <dgm:spPr/>
      <dgm:t>
        <a:bodyPr/>
        <a:lstStyle/>
        <a:p>
          <a:endParaRPr lang="en-US"/>
        </a:p>
      </dgm:t>
    </dgm:pt>
    <dgm:pt modelId="{467CAD0F-8C4E-46A9-ABA7-F4A14C72C4A7}" type="sibTrans" cxnId="{BCA9CC91-BDBE-4D18-834A-FFEF5542A110}">
      <dgm:prSet/>
      <dgm:spPr/>
      <dgm:t>
        <a:bodyPr/>
        <a:lstStyle/>
        <a:p>
          <a:endParaRPr lang="en-US"/>
        </a:p>
      </dgm:t>
    </dgm:pt>
    <dgm:pt modelId="{209FF3DD-0237-46B2-99D7-B8FF322A556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Its main strength is </a:t>
          </a:r>
          <a:r>
            <a:rPr lang="en-IN" b="1"/>
            <a:t>intelligent routing</a:t>
          </a:r>
          <a:r>
            <a:rPr lang="en-IN"/>
            <a:t>. It can examine a request, classify what the user needs, and send the request to the most appropriate agent.</a:t>
          </a:r>
          <a:endParaRPr lang="en-US"/>
        </a:p>
      </dgm:t>
    </dgm:pt>
    <dgm:pt modelId="{C7AD31BB-4D45-4AA2-9702-9FDB0A7EB8BE}" type="parTrans" cxnId="{CDA9181D-4E02-4214-95C8-6A08C00D2743}">
      <dgm:prSet/>
      <dgm:spPr/>
      <dgm:t>
        <a:bodyPr/>
        <a:lstStyle/>
        <a:p>
          <a:endParaRPr lang="en-US"/>
        </a:p>
      </dgm:t>
    </dgm:pt>
    <dgm:pt modelId="{38BD9EC8-BDC3-44CC-9BB3-F15C7835C959}" type="sibTrans" cxnId="{CDA9181D-4E02-4214-95C8-6A08C00D2743}">
      <dgm:prSet/>
      <dgm:spPr/>
      <dgm:t>
        <a:bodyPr/>
        <a:lstStyle/>
        <a:p>
          <a:endParaRPr lang="en-US"/>
        </a:p>
      </dgm:t>
    </dgm:pt>
    <dgm:pt modelId="{37D188EB-9AAB-4E2C-A788-66C827907EC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Agent Squad supports </a:t>
          </a:r>
          <a:r>
            <a:rPr lang="en-IN" b="1"/>
            <a:t>Python and TypeScript</a:t>
          </a:r>
          <a:r>
            <a:rPr lang="en-IN"/>
            <a:t> and can share conversation context across different agents.</a:t>
          </a:r>
          <a:endParaRPr lang="en-US"/>
        </a:p>
      </dgm:t>
    </dgm:pt>
    <dgm:pt modelId="{83E09FAA-3022-40EA-A083-AB1BD60B8BB1}" type="parTrans" cxnId="{61145847-266F-4C60-9938-6451A011F448}">
      <dgm:prSet/>
      <dgm:spPr/>
      <dgm:t>
        <a:bodyPr/>
        <a:lstStyle/>
        <a:p>
          <a:endParaRPr lang="en-US"/>
        </a:p>
      </dgm:t>
    </dgm:pt>
    <dgm:pt modelId="{8CEDBE1C-DB4C-4188-9587-9911FD6DDF94}" type="sibTrans" cxnId="{61145847-266F-4C60-9938-6451A011F448}">
      <dgm:prSet/>
      <dgm:spPr/>
      <dgm:t>
        <a:bodyPr/>
        <a:lstStyle/>
        <a:p>
          <a:endParaRPr lang="en-US"/>
        </a:p>
      </dgm:t>
    </dgm:pt>
    <dgm:pt modelId="{59E69EAB-36A2-4948-8E26-EC5F385EF91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 includes orchestration concepts, pre-built agents and classifiers, and can work with Amazon Bedrock Agents.</a:t>
          </a:r>
          <a:endParaRPr lang="en-US"/>
        </a:p>
      </dgm:t>
    </dgm:pt>
    <dgm:pt modelId="{A3592F42-116D-4E4C-A102-97ECD276B93B}" type="parTrans" cxnId="{1540E9C5-9A7A-4C90-9D80-A33D5A0FAFB0}">
      <dgm:prSet/>
      <dgm:spPr/>
      <dgm:t>
        <a:bodyPr/>
        <a:lstStyle/>
        <a:p>
          <a:endParaRPr lang="en-US"/>
        </a:p>
      </dgm:t>
    </dgm:pt>
    <dgm:pt modelId="{C24B6A54-EB23-4095-BF03-9399843A1DAF}" type="sibTrans" cxnId="{1540E9C5-9A7A-4C90-9D80-A33D5A0FAFB0}">
      <dgm:prSet/>
      <dgm:spPr/>
      <dgm:t>
        <a:bodyPr/>
        <a:lstStyle/>
        <a:p>
          <a:endParaRPr lang="en-US"/>
        </a:p>
      </dgm:t>
    </dgm:pt>
    <dgm:pt modelId="{6458F0E2-9F17-4FDF-B62E-86C7EF54D24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It can also use a </a:t>
          </a:r>
          <a:r>
            <a:rPr lang="en-IN" b="1"/>
            <a:t>Supervisor Agent</a:t>
          </a:r>
          <a:r>
            <a:rPr lang="en-IN"/>
            <a:t> to coordinate several specialized agents when one user request requires more than one area of expertise.</a:t>
          </a:r>
          <a:endParaRPr lang="en-US"/>
        </a:p>
      </dgm:t>
    </dgm:pt>
    <dgm:pt modelId="{A95D537E-1DCB-4F32-B07C-1EF96673BE57}" type="parTrans" cxnId="{5FB3C6F3-4A2D-4D87-9807-CAECF68D90EB}">
      <dgm:prSet/>
      <dgm:spPr/>
      <dgm:t>
        <a:bodyPr/>
        <a:lstStyle/>
        <a:p>
          <a:endParaRPr lang="en-US"/>
        </a:p>
      </dgm:t>
    </dgm:pt>
    <dgm:pt modelId="{F619B3C8-4E72-4F6A-A866-EE9AB4E7D1DC}" type="sibTrans" cxnId="{5FB3C6F3-4A2D-4D87-9807-CAECF68D90EB}">
      <dgm:prSet/>
      <dgm:spPr/>
      <dgm:t>
        <a:bodyPr/>
        <a:lstStyle/>
        <a:p>
          <a:endParaRPr lang="en-US"/>
        </a:p>
      </dgm:t>
    </dgm:pt>
    <dgm:pt modelId="{67F6427F-D015-4BC6-9670-725E53F0FC3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Main Idea:</a:t>
          </a:r>
          <a:endParaRPr lang="en-US"/>
        </a:p>
      </dgm:t>
    </dgm:pt>
    <dgm:pt modelId="{63825BD0-3DEF-41DE-A12C-376A2991929C}" type="parTrans" cxnId="{40E12B10-AD9B-4AC8-B43D-FE2027599865}">
      <dgm:prSet/>
      <dgm:spPr/>
      <dgm:t>
        <a:bodyPr/>
        <a:lstStyle/>
        <a:p>
          <a:endParaRPr lang="en-US"/>
        </a:p>
      </dgm:t>
    </dgm:pt>
    <dgm:pt modelId="{C3C2B9DC-CEF7-46C3-B05B-E4D680F37A9C}" type="sibTrans" cxnId="{40E12B10-AD9B-4AC8-B43D-FE2027599865}">
      <dgm:prSet/>
      <dgm:spPr/>
      <dgm:t>
        <a:bodyPr/>
        <a:lstStyle/>
        <a:p>
          <a:endParaRPr lang="en-US"/>
        </a:p>
      </dgm:t>
    </dgm:pt>
    <dgm:pt modelId="{55A062A8-1968-4B4A-A12F-B7119F327EB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Agent Squad is especially useful when the system needs to decide which agent should handle a request.</a:t>
          </a:r>
          <a:endParaRPr lang="en-US"/>
        </a:p>
      </dgm:t>
    </dgm:pt>
    <dgm:pt modelId="{154C5F79-8470-43F6-BC52-EE7C81495763}" type="parTrans" cxnId="{A9E9C50A-69DB-489E-B806-FD5EDD2B97B6}">
      <dgm:prSet/>
      <dgm:spPr/>
      <dgm:t>
        <a:bodyPr/>
        <a:lstStyle/>
        <a:p>
          <a:endParaRPr lang="en-US"/>
        </a:p>
      </dgm:t>
    </dgm:pt>
    <dgm:pt modelId="{F7EA2F3E-6926-4388-BEE0-52417A44EA13}" type="sibTrans" cxnId="{A9E9C50A-69DB-489E-B806-FD5EDD2B97B6}">
      <dgm:prSet/>
      <dgm:spPr/>
      <dgm:t>
        <a:bodyPr/>
        <a:lstStyle/>
        <a:p>
          <a:endParaRPr lang="en-US"/>
        </a:p>
      </dgm:t>
    </dgm:pt>
    <dgm:pt modelId="{BF1DCB52-22A1-4088-ADED-6C8A606BCC97}" type="pres">
      <dgm:prSet presAssocID="{E8CB5935-FE8E-4048-9C50-DD2B444E5C72}" presName="root" presStyleCnt="0">
        <dgm:presLayoutVars>
          <dgm:dir/>
          <dgm:resizeHandles val="exact"/>
        </dgm:presLayoutVars>
      </dgm:prSet>
      <dgm:spPr/>
    </dgm:pt>
    <dgm:pt modelId="{083EE78F-3688-4D22-A2A5-C63CCC45477B}" type="pres">
      <dgm:prSet presAssocID="{4F5D72FC-DFFF-47A7-B875-FCC8A5CA2FE9}" presName="compNode" presStyleCnt="0"/>
      <dgm:spPr/>
    </dgm:pt>
    <dgm:pt modelId="{A4BAEEC9-3C96-4B63-8776-1E4B0F4D0904}" type="pres">
      <dgm:prSet presAssocID="{4F5D72FC-DFFF-47A7-B875-FCC8A5CA2FE9}" presName="bgRect" presStyleLbl="bgShp" presStyleIdx="0" presStyleCnt="7"/>
      <dgm:spPr/>
    </dgm:pt>
    <dgm:pt modelId="{718E131E-9662-40A2-8368-351A84BF8F4C}" type="pres">
      <dgm:prSet presAssocID="{4F5D72FC-DFFF-47A7-B875-FCC8A5CA2FE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D7355DA-C99E-4A5A-9162-42530371078F}" type="pres">
      <dgm:prSet presAssocID="{4F5D72FC-DFFF-47A7-B875-FCC8A5CA2FE9}" presName="spaceRect" presStyleCnt="0"/>
      <dgm:spPr/>
    </dgm:pt>
    <dgm:pt modelId="{2EAF75EB-CABA-460C-A7EE-B6E39795FC80}" type="pres">
      <dgm:prSet presAssocID="{4F5D72FC-DFFF-47A7-B875-FCC8A5CA2FE9}" presName="parTx" presStyleLbl="revTx" presStyleIdx="0" presStyleCnt="7">
        <dgm:presLayoutVars>
          <dgm:chMax val="0"/>
          <dgm:chPref val="0"/>
        </dgm:presLayoutVars>
      </dgm:prSet>
      <dgm:spPr/>
    </dgm:pt>
    <dgm:pt modelId="{2B54EF0F-340D-464E-A45E-1D5B2B89082A}" type="pres">
      <dgm:prSet presAssocID="{467CAD0F-8C4E-46A9-ABA7-F4A14C72C4A7}" presName="sibTrans" presStyleCnt="0"/>
      <dgm:spPr/>
    </dgm:pt>
    <dgm:pt modelId="{B0C1EF0D-4FD6-4A8F-BD4B-A10AA3C9BDE3}" type="pres">
      <dgm:prSet presAssocID="{209FF3DD-0237-46B2-99D7-B8FF322A5563}" presName="compNode" presStyleCnt="0"/>
      <dgm:spPr/>
    </dgm:pt>
    <dgm:pt modelId="{2AFB3E9F-B8EE-4FDE-B4A1-8B02770A1F8E}" type="pres">
      <dgm:prSet presAssocID="{209FF3DD-0237-46B2-99D7-B8FF322A5563}" presName="bgRect" presStyleLbl="bgShp" presStyleIdx="1" presStyleCnt="7"/>
      <dgm:spPr/>
    </dgm:pt>
    <dgm:pt modelId="{C4ADA1A0-E1DD-4CF2-A6F6-14FD0FD7784D}" type="pres">
      <dgm:prSet presAssocID="{209FF3DD-0237-46B2-99D7-B8FF322A5563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72B8AF2-8D3E-4581-897A-77BA7391A6D9}" type="pres">
      <dgm:prSet presAssocID="{209FF3DD-0237-46B2-99D7-B8FF322A5563}" presName="spaceRect" presStyleCnt="0"/>
      <dgm:spPr/>
    </dgm:pt>
    <dgm:pt modelId="{D763D641-632B-40D9-A3AB-2AA14708B22B}" type="pres">
      <dgm:prSet presAssocID="{209FF3DD-0237-46B2-99D7-B8FF322A5563}" presName="parTx" presStyleLbl="revTx" presStyleIdx="1" presStyleCnt="7">
        <dgm:presLayoutVars>
          <dgm:chMax val="0"/>
          <dgm:chPref val="0"/>
        </dgm:presLayoutVars>
      </dgm:prSet>
      <dgm:spPr/>
    </dgm:pt>
    <dgm:pt modelId="{D1D524C9-52AC-4EB7-A3CF-2877EAB05024}" type="pres">
      <dgm:prSet presAssocID="{38BD9EC8-BDC3-44CC-9BB3-F15C7835C959}" presName="sibTrans" presStyleCnt="0"/>
      <dgm:spPr/>
    </dgm:pt>
    <dgm:pt modelId="{D1FCC6DB-35E1-4441-995C-09A245B3E68F}" type="pres">
      <dgm:prSet presAssocID="{37D188EB-9AAB-4E2C-A788-66C827907EC0}" presName="compNode" presStyleCnt="0"/>
      <dgm:spPr/>
    </dgm:pt>
    <dgm:pt modelId="{E2B34DDD-9F99-4FCD-BE51-23637BDB5D5B}" type="pres">
      <dgm:prSet presAssocID="{37D188EB-9AAB-4E2C-A788-66C827907EC0}" presName="bgRect" presStyleLbl="bgShp" presStyleIdx="2" presStyleCnt="7"/>
      <dgm:spPr/>
    </dgm:pt>
    <dgm:pt modelId="{549C8E8A-8D17-4DA0-A2B4-B229C1F8D896}" type="pres">
      <dgm:prSet presAssocID="{37D188EB-9AAB-4E2C-A788-66C827907EC0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7C56486-6B83-4C0F-AFC1-DFF69E4DA149}" type="pres">
      <dgm:prSet presAssocID="{37D188EB-9AAB-4E2C-A788-66C827907EC0}" presName="spaceRect" presStyleCnt="0"/>
      <dgm:spPr/>
    </dgm:pt>
    <dgm:pt modelId="{4307357F-C8EA-40AA-8F9B-0A8952A329FB}" type="pres">
      <dgm:prSet presAssocID="{37D188EB-9AAB-4E2C-A788-66C827907EC0}" presName="parTx" presStyleLbl="revTx" presStyleIdx="2" presStyleCnt="7">
        <dgm:presLayoutVars>
          <dgm:chMax val="0"/>
          <dgm:chPref val="0"/>
        </dgm:presLayoutVars>
      </dgm:prSet>
      <dgm:spPr/>
    </dgm:pt>
    <dgm:pt modelId="{D9E09919-6A09-4814-B005-9927180076C0}" type="pres">
      <dgm:prSet presAssocID="{8CEDBE1C-DB4C-4188-9587-9911FD6DDF94}" presName="sibTrans" presStyleCnt="0"/>
      <dgm:spPr/>
    </dgm:pt>
    <dgm:pt modelId="{B2661821-2030-47FA-AFE1-CBA9C5518E8F}" type="pres">
      <dgm:prSet presAssocID="{59E69EAB-36A2-4948-8E26-EC5F385EF913}" presName="compNode" presStyleCnt="0"/>
      <dgm:spPr/>
    </dgm:pt>
    <dgm:pt modelId="{2A3B484A-A405-446F-A311-0604B85431FA}" type="pres">
      <dgm:prSet presAssocID="{59E69EAB-36A2-4948-8E26-EC5F385EF913}" presName="bgRect" presStyleLbl="bgShp" presStyleIdx="3" presStyleCnt="7"/>
      <dgm:spPr/>
    </dgm:pt>
    <dgm:pt modelId="{174C1CA2-79D9-4E4A-A9E9-1132D7A51F2F}" type="pres">
      <dgm:prSet presAssocID="{59E69EAB-36A2-4948-8E26-EC5F385EF913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F51CD05B-40DF-46E6-BA75-FD452B2DB3DC}" type="pres">
      <dgm:prSet presAssocID="{59E69EAB-36A2-4948-8E26-EC5F385EF913}" presName="spaceRect" presStyleCnt="0"/>
      <dgm:spPr/>
    </dgm:pt>
    <dgm:pt modelId="{89B2AB92-0EC7-40C7-B223-300D4E6A3489}" type="pres">
      <dgm:prSet presAssocID="{59E69EAB-36A2-4948-8E26-EC5F385EF913}" presName="parTx" presStyleLbl="revTx" presStyleIdx="3" presStyleCnt="7">
        <dgm:presLayoutVars>
          <dgm:chMax val="0"/>
          <dgm:chPref val="0"/>
        </dgm:presLayoutVars>
      </dgm:prSet>
      <dgm:spPr/>
    </dgm:pt>
    <dgm:pt modelId="{8579581E-A3BC-4FAD-A0E6-42F1C57958F2}" type="pres">
      <dgm:prSet presAssocID="{C24B6A54-EB23-4095-BF03-9399843A1DAF}" presName="sibTrans" presStyleCnt="0"/>
      <dgm:spPr/>
    </dgm:pt>
    <dgm:pt modelId="{AE27D5E2-316B-4316-B427-40222DFE0C6F}" type="pres">
      <dgm:prSet presAssocID="{6458F0E2-9F17-4FDF-B62E-86C7EF54D24A}" presName="compNode" presStyleCnt="0"/>
      <dgm:spPr/>
    </dgm:pt>
    <dgm:pt modelId="{6A0A89B0-BC6C-47E2-B94B-6DB335082764}" type="pres">
      <dgm:prSet presAssocID="{6458F0E2-9F17-4FDF-B62E-86C7EF54D24A}" presName="bgRect" presStyleLbl="bgShp" presStyleIdx="4" presStyleCnt="7"/>
      <dgm:spPr/>
    </dgm:pt>
    <dgm:pt modelId="{F9D36A62-9BBA-4C12-A094-6F093083E3A7}" type="pres">
      <dgm:prSet presAssocID="{6458F0E2-9F17-4FDF-B62E-86C7EF54D24A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679D5FE-683C-4397-BEB1-6D8B99616E16}" type="pres">
      <dgm:prSet presAssocID="{6458F0E2-9F17-4FDF-B62E-86C7EF54D24A}" presName="spaceRect" presStyleCnt="0"/>
      <dgm:spPr/>
    </dgm:pt>
    <dgm:pt modelId="{6033CAEE-70EF-4DD7-A9E8-187F79DD930F}" type="pres">
      <dgm:prSet presAssocID="{6458F0E2-9F17-4FDF-B62E-86C7EF54D24A}" presName="parTx" presStyleLbl="revTx" presStyleIdx="4" presStyleCnt="7">
        <dgm:presLayoutVars>
          <dgm:chMax val="0"/>
          <dgm:chPref val="0"/>
        </dgm:presLayoutVars>
      </dgm:prSet>
      <dgm:spPr/>
    </dgm:pt>
    <dgm:pt modelId="{B8FFB1F0-44C6-417A-B1F2-758B671D1C1A}" type="pres">
      <dgm:prSet presAssocID="{F619B3C8-4E72-4F6A-A866-EE9AB4E7D1DC}" presName="sibTrans" presStyleCnt="0"/>
      <dgm:spPr/>
    </dgm:pt>
    <dgm:pt modelId="{BB7DB1DE-F03B-423C-9E12-C101406327A1}" type="pres">
      <dgm:prSet presAssocID="{67F6427F-D015-4BC6-9670-725E53F0FC3D}" presName="compNode" presStyleCnt="0"/>
      <dgm:spPr/>
    </dgm:pt>
    <dgm:pt modelId="{1D4334C6-4C9C-4567-AA9F-2BE9052B1C5B}" type="pres">
      <dgm:prSet presAssocID="{67F6427F-D015-4BC6-9670-725E53F0FC3D}" presName="bgRect" presStyleLbl="bgShp" presStyleIdx="5" presStyleCnt="7"/>
      <dgm:spPr/>
    </dgm:pt>
    <dgm:pt modelId="{F0985FD2-F9A6-423D-A9AF-9D7736812ED5}" type="pres">
      <dgm:prSet presAssocID="{67F6427F-D015-4BC6-9670-725E53F0FC3D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13F040BF-2515-4CBC-BB2A-6F99B11A9727}" type="pres">
      <dgm:prSet presAssocID="{67F6427F-D015-4BC6-9670-725E53F0FC3D}" presName="spaceRect" presStyleCnt="0"/>
      <dgm:spPr/>
    </dgm:pt>
    <dgm:pt modelId="{00460937-194B-46AD-BC00-3A1ACF2FB250}" type="pres">
      <dgm:prSet presAssocID="{67F6427F-D015-4BC6-9670-725E53F0FC3D}" presName="parTx" presStyleLbl="revTx" presStyleIdx="5" presStyleCnt="7">
        <dgm:presLayoutVars>
          <dgm:chMax val="0"/>
          <dgm:chPref val="0"/>
        </dgm:presLayoutVars>
      </dgm:prSet>
      <dgm:spPr/>
    </dgm:pt>
    <dgm:pt modelId="{50086811-E949-4723-9D6A-9EA72F74A20D}" type="pres">
      <dgm:prSet presAssocID="{C3C2B9DC-CEF7-46C3-B05B-E4D680F37A9C}" presName="sibTrans" presStyleCnt="0"/>
      <dgm:spPr/>
    </dgm:pt>
    <dgm:pt modelId="{506B3505-7153-45E8-8E92-06649D1C76C2}" type="pres">
      <dgm:prSet presAssocID="{55A062A8-1968-4B4A-A12F-B7119F327EB3}" presName="compNode" presStyleCnt="0"/>
      <dgm:spPr/>
    </dgm:pt>
    <dgm:pt modelId="{914C0E0B-D7BD-4499-9A0C-2894B217454F}" type="pres">
      <dgm:prSet presAssocID="{55A062A8-1968-4B4A-A12F-B7119F327EB3}" presName="bgRect" presStyleLbl="bgShp" presStyleIdx="6" presStyleCnt="7"/>
      <dgm:spPr/>
    </dgm:pt>
    <dgm:pt modelId="{D6FE7118-4661-43A2-A8A0-1AA82B2889B3}" type="pres">
      <dgm:prSet presAssocID="{55A062A8-1968-4B4A-A12F-B7119F327EB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C4BB122-9BD6-4AFB-8FA0-1E8BE87C3495}" type="pres">
      <dgm:prSet presAssocID="{55A062A8-1968-4B4A-A12F-B7119F327EB3}" presName="spaceRect" presStyleCnt="0"/>
      <dgm:spPr/>
    </dgm:pt>
    <dgm:pt modelId="{4139B471-A72F-4E1C-8943-91DE9464D608}" type="pres">
      <dgm:prSet presAssocID="{55A062A8-1968-4B4A-A12F-B7119F327EB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A9E9C50A-69DB-489E-B806-FD5EDD2B97B6}" srcId="{E8CB5935-FE8E-4048-9C50-DD2B444E5C72}" destId="{55A062A8-1968-4B4A-A12F-B7119F327EB3}" srcOrd="6" destOrd="0" parTransId="{154C5F79-8470-43F6-BC52-EE7C81495763}" sibTransId="{F7EA2F3E-6926-4388-BEE0-52417A44EA13}"/>
    <dgm:cxn modelId="{1492870D-CB18-4415-939A-CE40A07D92BA}" type="presOf" srcId="{4F5D72FC-DFFF-47A7-B875-FCC8A5CA2FE9}" destId="{2EAF75EB-CABA-460C-A7EE-B6E39795FC80}" srcOrd="0" destOrd="0" presId="urn:microsoft.com/office/officeart/2018/2/layout/IconVerticalSolidList"/>
    <dgm:cxn modelId="{40E12B10-AD9B-4AC8-B43D-FE2027599865}" srcId="{E8CB5935-FE8E-4048-9C50-DD2B444E5C72}" destId="{67F6427F-D015-4BC6-9670-725E53F0FC3D}" srcOrd="5" destOrd="0" parTransId="{63825BD0-3DEF-41DE-A12C-376A2991929C}" sibTransId="{C3C2B9DC-CEF7-46C3-B05B-E4D680F37A9C}"/>
    <dgm:cxn modelId="{FD8D6E10-487B-4CE2-8409-84CFB418608C}" type="presOf" srcId="{59E69EAB-36A2-4948-8E26-EC5F385EF913}" destId="{89B2AB92-0EC7-40C7-B223-300D4E6A3489}" srcOrd="0" destOrd="0" presId="urn:microsoft.com/office/officeart/2018/2/layout/IconVerticalSolidList"/>
    <dgm:cxn modelId="{CDA9181D-4E02-4214-95C8-6A08C00D2743}" srcId="{E8CB5935-FE8E-4048-9C50-DD2B444E5C72}" destId="{209FF3DD-0237-46B2-99D7-B8FF322A5563}" srcOrd="1" destOrd="0" parTransId="{C7AD31BB-4D45-4AA2-9702-9FDB0A7EB8BE}" sibTransId="{38BD9EC8-BDC3-44CC-9BB3-F15C7835C959}"/>
    <dgm:cxn modelId="{1BC86E27-2EDC-4C4E-8D44-E145C0BFA871}" type="presOf" srcId="{37D188EB-9AAB-4E2C-A788-66C827907EC0}" destId="{4307357F-C8EA-40AA-8F9B-0A8952A329FB}" srcOrd="0" destOrd="0" presId="urn:microsoft.com/office/officeart/2018/2/layout/IconVerticalSolidList"/>
    <dgm:cxn modelId="{E8E4372C-A544-4558-A672-949DE0BF76C3}" type="presOf" srcId="{E8CB5935-FE8E-4048-9C50-DD2B444E5C72}" destId="{BF1DCB52-22A1-4088-ADED-6C8A606BCC97}" srcOrd="0" destOrd="0" presId="urn:microsoft.com/office/officeart/2018/2/layout/IconVerticalSolidList"/>
    <dgm:cxn modelId="{9B544B5F-AF95-42CE-90A9-0682A94D4A7E}" type="presOf" srcId="{6458F0E2-9F17-4FDF-B62E-86C7EF54D24A}" destId="{6033CAEE-70EF-4DD7-A9E8-187F79DD930F}" srcOrd="0" destOrd="0" presId="urn:microsoft.com/office/officeart/2018/2/layout/IconVerticalSolidList"/>
    <dgm:cxn modelId="{61145847-266F-4C60-9938-6451A011F448}" srcId="{E8CB5935-FE8E-4048-9C50-DD2B444E5C72}" destId="{37D188EB-9AAB-4E2C-A788-66C827907EC0}" srcOrd="2" destOrd="0" parTransId="{83E09FAA-3022-40EA-A083-AB1BD60B8BB1}" sibTransId="{8CEDBE1C-DB4C-4188-9587-9911FD6DDF94}"/>
    <dgm:cxn modelId="{A0A1C47A-89F1-46E2-9308-62C6AB9ACEB9}" type="presOf" srcId="{209FF3DD-0237-46B2-99D7-B8FF322A5563}" destId="{D763D641-632B-40D9-A3AB-2AA14708B22B}" srcOrd="0" destOrd="0" presId="urn:microsoft.com/office/officeart/2018/2/layout/IconVerticalSolidList"/>
    <dgm:cxn modelId="{7C80B17B-9CA7-4907-9FA5-057038792917}" type="presOf" srcId="{67F6427F-D015-4BC6-9670-725E53F0FC3D}" destId="{00460937-194B-46AD-BC00-3A1ACF2FB250}" srcOrd="0" destOrd="0" presId="urn:microsoft.com/office/officeart/2018/2/layout/IconVerticalSolidList"/>
    <dgm:cxn modelId="{BCA9CC91-BDBE-4D18-834A-FFEF5542A110}" srcId="{E8CB5935-FE8E-4048-9C50-DD2B444E5C72}" destId="{4F5D72FC-DFFF-47A7-B875-FCC8A5CA2FE9}" srcOrd="0" destOrd="0" parTransId="{EEDA9057-ADC1-4333-8392-EFDB620730D4}" sibTransId="{467CAD0F-8C4E-46A9-ABA7-F4A14C72C4A7}"/>
    <dgm:cxn modelId="{1540E9C5-9A7A-4C90-9D80-A33D5A0FAFB0}" srcId="{E8CB5935-FE8E-4048-9C50-DD2B444E5C72}" destId="{59E69EAB-36A2-4948-8E26-EC5F385EF913}" srcOrd="3" destOrd="0" parTransId="{A3592F42-116D-4E4C-A102-97ECD276B93B}" sibTransId="{C24B6A54-EB23-4095-BF03-9399843A1DAF}"/>
    <dgm:cxn modelId="{5FB3C6F3-4A2D-4D87-9807-CAECF68D90EB}" srcId="{E8CB5935-FE8E-4048-9C50-DD2B444E5C72}" destId="{6458F0E2-9F17-4FDF-B62E-86C7EF54D24A}" srcOrd="4" destOrd="0" parTransId="{A95D537E-1DCB-4F32-B07C-1EF96673BE57}" sibTransId="{F619B3C8-4E72-4F6A-A866-EE9AB4E7D1DC}"/>
    <dgm:cxn modelId="{3E5027FC-284F-4EE0-AF8B-112D353864FE}" type="presOf" srcId="{55A062A8-1968-4B4A-A12F-B7119F327EB3}" destId="{4139B471-A72F-4E1C-8943-91DE9464D608}" srcOrd="0" destOrd="0" presId="urn:microsoft.com/office/officeart/2018/2/layout/IconVerticalSolidList"/>
    <dgm:cxn modelId="{3C7BB958-0FC2-4D69-B3E0-1F7A350C16D3}" type="presParOf" srcId="{BF1DCB52-22A1-4088-ADED-6C8A606BCC97}" destId="{083EE78F-3688-4D22-A2A5-C63CCC45477B}" srcOrd="0" destOrd="0" presId="urn:microsoft.com/office/officeart/2018/2/layout/IconVerticalSolidList"/>
    <dgm:cxn modelId="{ED4FBE5E-9136-4FFD-A664-F71010BB03C4}" type="presParOf" srcId="{083EE78F-3688-4D22-A2A5-C63CCC45477B}" destId="{A4BAEEC9-3C96-4B63-8776-1E4B0F4D0904}" srcOrd="0" destOrd="0" presId="urn:microsoft.com/office/officeart/2018/2/layout/IconVerticalSolidList"/>
    <dgm:cxn modelId="{9FC6ACF8-5B70-4440-987F-8FB4315385D9}" type="presParOf" srcId="{083EE78F-3688-4D22-A2A5-C63CCC45477B}" destId="{718E131E-9662-40A2-8368-351A84BF8F4C}" srcOrd="1" destOrd="0" presId="urn:microsoft.com/office/officeart/2018/2/layout/IconVerticalSolidList"/>
    <dgm:cxn modelId="{6EDFB0F6-4169-41A3-9F79-4F624395E108}" type="presParOf" srcId="{083EE78F-3688-4D22-A2A5-C63CCC45477B}" destId="{CD7355DA-C99E-4A5A-9162-42530371078F}" srcOrd="2" destOrd="0" presId="urn:microsoft.com/office/officeart/2018/2/layout/IconVerticalSolidList"/>
    <dgm:cxn modelId="{BD58B516-FBB2-4F58-9175-8429199334FC}" type="presParOf" srcId="{083EE78F-3688-4D22-A2A5-C63CCC45477B}" destId="{2EAF75EB-CABA-460C-A7EE-B6E39795FC80}" srcOrd="3" destOrd="0" presId="urn:microsoft.com/office/officeart/2018/2/layout/IconVerticalSolidList"/>
    <dgm:cxn modelId="{BBBD7194-3297-4F14-BB00-F330DF73E94C}" type="presParOf" srcId="{BF1DCB52-22A1-4088-ADED-6C8A606BCC97}" destId="{2B54EF0F-340D-464E-A45E-1D5B2B89082A}" srcOrd="1" destOrd="0" presId="urn:microsoft.com/office/officeart/2018/2/layout/IconVerticalSolidList"/>
    <dgm:cxn modelId="{45CC306B-4DD0-4F90-86AB-977FB096DD0F}" type="presParOf" srcId="{BF1DCB52-22A1-4088-ADED-6C8A606BCC97}" destId="{B0C1EF0D-4FD6-4A8F-BD4B-A10AA3C9BDE3}" srcOrd="2" destOrd="0" presId="urn:microsoft.com/office/officeart/2018/2/layout/IconVerticalSolidList"/>
    <dgm:cxn modelId="{D75A4C9F-6CC9-4591-8578-150B6B848CEB}" type="presParOf" srcId="{B0C1EF0D-4FD6-4A8F-BD4B-A10AA3C9BDE3}" destId="{2AFB3E9F-B8EE-4FDE-B4A1-8B02770A1F8E}" srcOrd="0" destOrd="0" presId="urn:microsoft.com/office/officeart/2018/2/layout/IconVerticalSolidList"/>
    <dgm:cxn modelId="{D7EB8BFC-1EBC-4749-88FB-65D1A3D6BEAE}" type="presParOf" srcId="{B0C1EF0D-4FD6-4A8F-BD4B-A10AA3C9BDE3}" destId="{C4ADA1A0-E1DD-4CF2-A6F6-14FD0FD7784D}" srcOrd="1" destOrd="0" presId="urn:microsoft.com/office/officeart/2018/2/layout/IconVerticalSolidList"/>
    <dgm:cxn modelId="{977BF53C-E88D-4BE5-919D-19043E34F294}" type="presParOf" srcId="{B0C1EF0D-4FD6-4A8F-BD4B-A10AA3C9BDE3}" destId="{C72B8AF2-8D3E-4581-897A-77BA7391A6D9}" srcOrd="2" destOrd="0" presId="urn:microsoft.com/office/officeart/2018/2/layout/IconVerticalSolidList"/>
    <dgm:cxn modelId="{F9975704-7C33-477A-8749-882369DFFE4B}" type="presParOf" srcId="{B0C1EF0D-4FD6-4A8F-BD4B-A10AA3C9BDE3}" destId="{D763D641-632B-40D9-A3AB-2AA14708B22B}" srcOrd="3" destOrd="0" presId="urn:microsoft.com/office/officeart/2018/2/layout/IconVerticalSolidList"/>
    <dgm:cxn modelId="{2C0C9B5F-C03F-4A99-9234-9F047BEBF71D}" type="presParOf" srcId="{BF1DCB52-22A1-4088-ADED-6C8A606BCC97}" destId="{D1D524C9-52AC-4EB7-A3CF-2877EAB05024}" srcOrd="3" destOrd="0" presId="urn:microsoft.com/office/officeart/2018/2/layout/IconVerticalSolidList"/>
    <dgm:cxn modelId="{E7A1EB54-AD93-4516-A0BB-305B6857E393}" type="presParOf" srcId="{BF1DCB52-22A1-4088-ADED-6C8A606BCC97}" destId="{D1FCC6DB-35E1-4441-995C-09A245B3E68F}" srcOrd="4" destOrd="0" presId="urn:microsoft.com/office/officeart/2018/2/layout/IconVerticalSolidList"/>
    <dgm:cxn modelId="{FE4B9924-48B5-450D-B7A6-E8A7AA640B35}" type="presParOf" srcId="{D1FCC6DB-35E1-4441-995C-09A245B3E68F}" destId="{E2B34DDD-9F99-4FCD-BE51-23637BDB5D5B}" srcOrd="0" destOrd="0" presId="urn:microsoft.com/office/officeart/2018/2/layout/IconVerticalSolidList"/>
    <dgm:cxn modelId="{14FF66F1-E802-42F1-90D1-02058F3B0A83}" type="presParOf" srcId="{D1FCC6DB-35E1-4441-995C-09A245B3E68F}" destId="{549C8E8A-8D17-4DA0-A2B4-B229C1F8D896}" srcOrd="1" destOrd="0" presId="urn:microsoft.com/office/officeart/2018/2/layout/IconVerticalSolidList"/>
    <dgm:cxn modelId="{93657F57-444B-40E0-B913-5A25923D1312}" type="presParOf" srcId="{D1FCC6DB-35E1-4441-995C-09A245B3E68F}" destId="{97C56486-6B83-4C0F-AFC1-DFF69E4DA149}" srcOrd="2" destOrd="0" presId="urn:microsoft.com/office/officeart/2018/2/layout/IconVerticalSolidList"/>
    <dgm:cxn modelId="{8D763C6D-45F0-4805-801B-926B639C2AB7}" type="presParOf" srcId="{D1FCC6DB-35E1-4441-995C-09A245B3E68F}" destId="{4307357F-C8EA-40AA-8F9B-0A8952A329FB}" srcOrd="3" destOrd="0" presId="urn:microsoft.com/office/officeart/2018/2/layout/IconVerticalSolidList"/>
    <dgm:cxn modelId="{D8FF24D9-BDC7-4931-B841-21BDD4365BBE}" type="presParOf" srcId="{BF1DCB52-22A1-4088-ADED-6C8A606BCC97}" destId="{D9E09919-6A09-4814-B005-9927180076C0}" srcOrd="5" destOrd="0" presId="urn:microsoft.com/office/officeart/2018/2/layout/IconVerticalSolidList"/>
    <dgm:cxn modelId="{05874DE0-9F51-4B4B-BA45-318EE6DEFDD0}" type="presParOf" srcId="{BF1DCB52-22A1-4088-ADED-6C8A606BCC97}" destId="{B2661821-2030-47FA-AFE1-CBA9C5518E8F}" srcOrd="6" destOrd="0" presId="urn:microsoft.com/office/officeart/2018/2/layout/IconVerticalSolidList"/>
    <dgm:cxn modelId="{ED389832-FC65-4BD6-828D-54A29FF80365}" type="presParOf" srcId="{B2661821-2030-47FA-AFE1-CBA9C5518E8F}" destId="{2A3B484A-A405-446F-A311-0604B85431FA}" srcOrd="0" destOrd="0" presId="urn:microsoft.com/office/officeart/2018/2/layout/IconVerticalSolidList"/>
    <dgm:cxn modelId="{3EDAEA72-5CEC-4EE4-A49B-6A9A9484CF4E}" type="presParOf" srcId="{B2661821-2030-47FA-AFE1-CBA9C5518E8F}" destId="{174C1CA2-79D9-4E4A-A9E9-1132D7A51F2F}" srcOrd="1" destOrd="0" presId="urn:microsoft.com/office/officeart/2018/2/layout/IconVerticalSolidList"/>
    <dgm:cxn modelId="{2DCE374C-0C93-44CE-B86E-5C888DD3D03D}" type="presParOf" srcId="{B2661821-2030-47FA-AFE1-CBA9C5518E8F}" destId="{F51CD05B-40DF-46E6-BA75-FD452B2DB3DC}" srcOrd="2" destOrd="0" presId="urn:microsoft.com/office/officeart/2018/2/layout/IconVerticalSolidList"/>
    <dgm:cxn modelId="{3C576131-3CAD-4451-98D1-8FF26F15C6FB}" type="presParOf" srcId="{B2661821-2030-47FA-AFE1-CBA9C5518E8F}" destId="{89B2AB92-0EC7-40C7-B223-300D4E6A3489}" srcOrd="3" destOrd="0" presId="urn:microsoft.com/office/officeart/2018/2/layout/IconVerticalSolidList"/>
    <dgm:cxn modelId="{83FB1559-9D10-46EE-9EED-1D889AC07140}" type="presParOf" srcId="{BF1DCB52-22A1-4088-ADED-6C8A606BCC97}" destId="{8579581E-A3BC-4FAD-A0E6-42F1C57958F2}" srcOrd="7" destOrd="0" presId="urn:microsoft.com/office/officeart/2018/2/layout/IconVerticalSolidList"/>
    <dgm:cxn modelId="{07A96EB6-B9C0-4B98-B9EA-994B80CDAFC7}" type="presParOf" srcId="{BF1DCB52-22A1-4088-ADED-6C8A606BCC97}" destId="{AE27D5E2-316B-4316-B427-40222DFE0C6F}" srcOrd="8" destOrd="0" presId="urn:microsoft.com/office/officeart/2018/2/layout/IconVerticalSolidList"/>
    <dgm:cxn modelId="{9BB480AD-1F6C-4705-BF58-CB0DF090AAFD}" type="presParOf" srcId="{AE27D5E2-316B-4316-B427-40222DFE0C6F}" destId="{6A0A89B0-BC6C-47E2-B94B-6DB335082764}" srcOrd="0" destOrd="0" presId="urn:microsoft.com/office/officeart/2018/2/layout/IconVerticalSolidList"/>
    <dgm:cxn modelId="{B129C7AE-4230-43C7-8592-859EE6BFB462}" type="presParOf" srcId="{AE27D5E2-316B-4316-B427-40222DFE0C6F}" destId="{F9D36A62-9BBA-4C12-A094-6F093083E3A7}" srcOrd="1" destOrd="0" presId="urn:microsoft.com/office/officeart/2018/2/layout/IconVerticalSolidList"/>
    <dgm:cxn modelId="{C906553F-E09A-419A-BB8F-2404903202E1}" type="presParOf" srcId="{AE27D5E2-316B-4316-B427-40222DFE0C6F}" destId="{7679D5FE-683C-4397-BEB1-6D8B99616E16}" srcOrd="2" destOrd="0" presId="urn:microsoft.com/office/officeart/2018/2/layout/IconVerticalSolidList"/>
    <dgm:cxn modelId="{46BF77DD-6A14-455C-A0A9-B8441FBD6CC6}" type="presParOf" srcId="{AE27D5E2-316B-4316-B427-40222DFE0C6F}" destId="{6033CAEE-70EF-4DD7-A9E8-187F79DD930F}" srcOrd="3" destOrd="0" presId="urn:microsoft.com/office/officeart/2018/2/layout/IconVerticalSolidList"/>
    <dgm:cxn modelId="{27100C55-1D04-41A0-AE0E-23AC42253BBD}" type="presParOf" srcId="{BF1DCB52-22A1-4088-ADED-6C8A606BCC97}" destId="{B8FFB1F0-44C6-417A-B1F2-758B671D1C1A}" srcOrd="9" destOrd="0" presId="urn:microsoft.com/office/officeart/2018/2/layout/IconVerticalSolidList"/>
    <dgm:cxn modelId="{E35622BC-B88A-43BC-B553-7F146F7531B3}" type="presParOf" srcId="{BF1DCB52-22A1-4088-ADED-6C8A606BCC97}" destId="{BB7DB1DE-F03B-423C-9E12-C101406327A1}" srcOrd="10" destOrd="0" presId="urn:microsoft.com/office/officeart/2018/2/layout/IconVerticalSolidList"/>
    <dgm:cxn modelId="{B445B240-83E6-4F7F-AFF6-9573A97537D7}" type="presParOf" srcId="{BB7DB1DE-F03B-423C-9E12-C101406327A1}" destId="{1D4334C6-4C9C-4567-AA9F-2BE9052B1C5B}" srcOrd="0" destOrd="0" presId="urn:microsoft.com/office/officeart/2018/2/layout/IconVerticalSolidList"/>
    <dgm:cxn modelId="{485A251B-DE71-4316-BE85-552C93F46486}" type="presParOf" srcId="{BB7DB1DE-F03B-423C-9E12-C101406327A1}" destId="{F0985FD2-F9A6-423D-A9AF-9D7736812ED5}" srcOrd="1" destOrd="0" presId="urn:microsoft.com/office/officeart/2018/2/layout/IconVerticalSolidList"/>
    <dgm:cxn modelId="{017AEDC5-76A6-4473-8814-C24733282A67}" type="presParOf" srcId="{BB7DB1DE-F03B-423C-9E12-C101406327A1}" destId="{13F040BF-2515-4CBC-BB2A-6F99B11A9727}" srcOrd="2" destOrd="0" presId="urn:microsoft.com/office/officeart/2018/2/layout/IconVerticalSolidList"/>
    <dgm:cxn modelId="{BE751D72-D254-4AF3-A6DB-5DDCCF4326E0}" type="presParOf" srcId="{BB7DB1DE-F03B-423C-9E12-C101406327A1}" destId="{00460937-194B-46AD-BC00-3A1ACF2FB250}" srcOrd="3" destOrd="0" presId="urn:microsoft.com/office/officeart/2018/2/layout/IconVerticalSolidList"/>
    <dgm:cxn modelId="{07D0D770-7564-4BFB-BC82-061253D0FC6B}" type="presParOf" srcId="{BF1DCB52-22A1-4088-ADED-6C8A606BCC97}" destId="{50086811-E949-4723-9D6A-9EA72F74A20D}" srcOrd="11" destOrd="0" presId="urn:microsoft.com/office/officeart/2018/2/layout/IconVerticalSolidList"/>
    <dgm:cxn modelId="{F6233AB8-F5C0-41C8-BA26-354ADDC70FA7}" type="presParOf" srcId="{BF1DCB52-22A1-4088-ADED-6C8A606BCC97}" destId="{506B3505-7153-45E8-8E92-06649D1C76C2}" srcOrd="12" destOrd="0" presId="urn:microsoft.com/office/officeart/2018/2/layout/IconVerticalSolidList"/>
    <dgm:cxn modelId="{A8EDD7B3-4445-4434-A773-D3A2032647EF}" type="presParOf" srcId="{506B3505-7153-45E8-8E92-06649D1C76C2}" destId="{914C0E0B-D7BD-4499-9A0C-2894B217454F}" srcOrd="0" destOrd="0" presId="urn:microsoft.com/office/officeart/2018/2/layout/IconVerticalSolidList"/>
    <dgm:cxn modelId="{5EDF219B-16CC-4528-922A-3A5849D99B0F}" type="presParOf" srcId="{506B3505-7153-45E8-8E92-06649D1C76C2}" destId="{D6FE7118-4661-43A2-A8A0-1AA82B2889B3}" srcOrd="1" destOrd="0" presId="urn:microsoft.com/office/officeart/2018/2/layout/IconVerticalSolidList"/>
    <dgm:cxn modelId="{E383A8A8-5218-4350-B922-192A0CAB8BDE}" type="presParOf" srcId="{506B3505-7153-45E8-8E92-06649D1C76C2}" destId="{1C4BB122-9BD6-4AFB-8FA0-1E8BE87C3495}" srcOrd="2" destOrd="0" presId="urn:microsoft.com/office/officeart/2018/2/layout/IconVerticalSolidList"/>
    <dgm:cxn modelId="{5E7A22EB-ACAC-47B1-955A-27184053078F}" type="presParOf" srcId="{506B3505-7153-45E8-8E92-06649D1C76C2}" destId="{4139B471-A72F-4E1C-8943-91DE9464D6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BCAF4-257B-4F05-9E1D-20DC7E43B479}">
      <dsp:nvSpPr>
        <dsp:cNvPr id="0" name=""/>
        <dsp:cNvSpPr/>
      </dsp:nvSpPr>
      <dsp:spPr>
        <a:xfrm>
          <a:off x="421398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03C82-006A-49B2-9EBA-F8111178DBCC}">
      <dsp:nvSpPr>
        <dsp:cNvPr id="0" name=""/>
        <dsp:cNvSpPr/>
      </dsp:nvSpPr>
      <dsp:spPr>
        <a:xfrm>
          <a:off x="841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 single AI agent can use several tools and complete multiple steps, but giving one agent too many different responsibilities can make the system harder to understand and manage.</a:t>
          </a:r>
          <a:endParaRPr lang="en-US" sz="1100" kern="1200"/>
        </a:p>
      </dsp:txBody>
      <dsp:txXfrm>
        <a:off x="841" y="2343708"/>
        <a:ext cx="1529296" cy="1161309"/>
      </dsp:txXfrm>
    </dsp:sp>
    <dsp:sp modelId="{4CE2D685-8B3E-4C01-90F6-07B8CB7C2E27}">
      <dsp:nvSpPr>
        <dsp:cNvPr id="0" name=""/>
        <dsp:cNvSpPr/>
      </dsp:nvSpPr>
      <dsp:spPr>
        <a:xfrm>
          <a:off x="2218322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8ADCE-B8D0-4A0A-BA12-B6BD6102031E}">
      <dsp:nvSpPr>
        <dsp:cNvPr id="0" name=""/>
        <dsp:cNvSpPr/>
      </dsp:nvSpPr>
      <dsp:spPr>
        <a:xfrm>
          <a:off x="1797765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In a </a:t>
          </a:r>
          <a:r>
            <a:rPr lang="en-IN" sz="1100" b="1" kern="1200"/>
            <a:t>multi-agent system</a:t>
          </a:r>
          <a:r>
            <a:rPr lang="en-IN" sz="1100" kern="1200"/>
            <a:t>, the work is divided between specialized agents. Each agent can focus on one area, use only the tools it needs, and follow instructions designed for its specific responsibility.</a:t>
          </a:r>
          <a:endParaRPr lang="en-US" sz="1100" kern="1200"/>
        </a:p>
      </dsp:txBody>
      <dsp:txXfrm>
        <a:off x="1797765" y="2343708"/>
        <a:ext cx="1529296" cy="1161309"/>
      </dsp:txXfrm>
    </dsp:sp>
    <dsp:sp modelId="{2F263F4D-4439-4240-9E23-7F2C7C3E4B48}">
      <dsp:nvSpPr>
        <dsp:cNvPr id="0" name=""/>
        <dsp:cNvSpPr/>
      </dsp:nvSpPr>
      <dsp:spPr>
        <a:xfrm>
          <a:off x="4015246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9E846-91C3-472D-8049-74A543B1FC63}">
      <dsp:nvSpPr>
        <dsp:cNvPr id="0" name=""/>
        <dsp:cNvSpPr/>
      </dsp:nvSpPr>
      <dsp:spPr>
        <a:xfrm>
          <a:off x="3594689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This is similar to a real workplace. Instead of expecting one employee to handle finance, technical support, shipping, and research, different specialists handle different parts of the job.</a:t>
          </a:r>
          <a:endParaRPr lang="en-US" sz="1100" kern="1200"/>
        </a:p>
      </dsp:txBody>
      <dsp:txXfrm>
        <a:off x="3594689" y="2343708"/>
        <a:ext cx="1529296" cy="1161309"/>
      </dsp:txXfrm>
    </dsp:sp>
    <dsp:sp modelId="{D9A54AD0-8628-4743-91EB-127ABC2536E0}">
      <dsp:nvSpPr>
        <dsp:cNvPr id="0" name=""/>
        <dsp:cNvSpPr/>
      </dsp:nvSpPr>
      <dsp:spPr>
        <a:xfrm>
          <a:off x="5812170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789CB-4885-4B6F-B210-BE4DEEC034F8}">
      <dsp:nvSpPr>
        <dsp:cNvPr id="0" name=""/>
        <dsp:cNvSpPr/>
      </dsp:nvSpPr>
      <dsp:spPr>
        <a:xfrm>
          <a:off x="5391613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Multi-agent systems are especially useful when a user request contains several different tasks or when different types of expertise are needed to complete one larger goal.</a:t>
          </a:r>
          <a:endParaRPr lang="en-US" sz="1100" kern="1200"/>
        </a:p>
      </dsp:txBody>
      <dsp:txXfrm>
        <a:off x="5391613" y="2343708"/>
        <a:ext cx="1529296" cy="1161309"/>
      </dsp:txXfrm>
    </dsp:sp>
    <dsp:sp modelId="{33F7217F-1EE1-466C-89A4-E32549AE9DCD}">
      <dsp:nvSpPr>
        <dsp:cNvPr id="0" name=""/>
        <dsp:cNvSpPr/>
      </dsp:nvSpPr>
      <dsp:spPr>
        <a:xfrm>
          <a:off x="7609093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59129-7131-4642-9111-5A0BB18329F2}">
      <dsp:nvSpPr>
        <dsp:cNvPr id="0" name=""/>
        <dsp:cNvSpPr/>
      </dsp:nvSpPr>
      <dsp:spPr>
        <a:xfrm>
          <a:off x="7188537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Main Idea:</a:t>
          </a:r>
          <a:endParaRPr lang="en-US" sz="1100" kern="1200"/>
        </a:p>
      </dsp:txBody>
      <dsp:txXfrm>
        <a:off x="7188537" y="2343708"/>
        <a:ext cx="1529296" cy="1161309"/>
      </dsp:txXfrm>
    </dsp:sp>
    <dsp:sp modelId="{32355EB1-98CC-4AD3-B663-91218509F33C}">
      <dsp:nvSpPr>
        <dsp:cNvPr id="0" name=""/>
        <dsp:cNvSpPr/>
      </dsp:nvSpPr>
      <dsp:spPr>
        <a:xfrm>
          <a:off x="9406017" y="1328948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0E866-63DE-4B6A-B010-0FDA63854B2E}">
      <dsp:nvSpPr>
        <dsp:cNvPr id="0" name=""/>
        <dsp:cNvSpPr/>
      </dsp:nvSpPr>
      <dsp:spPr>
        <a:xfrm>
          <a:off x="8985461" y="2343708"/>
          <a:ext cx="1529296" cy="1161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One agent can be a general worker. A multi-agent system creates a team of specialized AI workers.</a:t>
          </a:r>
          <a:endParaRPr lang="en-US" sz="1100" kern="1200"/>
        </a:p>
      </dsp:txBody>
      <dsp:txXfrm>
        <a:off x="8985461" y="2343708"/>
        <a:ext cx="1529296" cy="1161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2A92F-5984-485F-9AA0-7B54A83E6082}">
      <dsp:nvSpPr>
        <dsp:cNvPr id="0" name=""/>
        <dsp:cNvSpPr/>
      </dsp:nvSpPr>
      <dsp:spPr>
        <a:xfrm>
          <a:off x="0" y="402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72008-E399-4D2B-B0E5-FEA3ABC2A099}">
      <dsp:nvSpPr>
        <dsp:cNvPr id="0" name=""/>
        <dsp:cNvSpPr/>
      </dsp:nvSpPr>
      <dsp:spPr>
        <a:xfrm>
          <a:off x="167705" y="125142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4E8D0-3587-4163-8B05-C883D4BC47C6}">
      <dsp:nvSpPr>
        <dsp:cNvPr id="0" name=""/>
        <dsp:cNvSpPr/>
      </dsp:nvSpPr>
      <dsp:spPr>
        <a:xfrm>
          <a:off x="640331" y="402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Routing:</a:t>
          </a:r>
          <a:r>
            <a:rPr lang="en-IN" sz="1400" kern="1200"/>
            <a:t> A router examines the request and sends it to the one specialized agent that is best suited for the task.</a:t>
          </a:r>
          <a:endParaRPr lang="en-US" sz="1400" kern="1200"/>
        </a:p>
      </dsp:txBody>
      <dsp:txXfrm>
        <a:off x="640331" y="402"/>
        <a:ext cx="9875268" cy="554399"/>
      </dsp:txXfrm>
    </dsp:sp>
    <dsp:sp modelId="{EDCE3667-F21E-4EB2-9389-1EE6C67A9FC8}">
      <dsp:nvSpPr>
        <dsp:cNvPr id="0" name=""/>
        <dsp:cNvSpPr/>
      </dsp:nvSpPr>
      <dsp:spPr>
        <a:xfrm>
          <a:off x="0" y="693401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6E0CA-F7FD-44F6-A1E2-244DE1DCFF05}">
      <dsp:nvSpPr>
        <dsp:cNvPr id="0" name=""/>
        <dsp:cNvSpPr/>
      </dsp:nvSpPr>
      <dsp:spPr>
        <a:xfrm>
          <a:off x="167705" y="818141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816E7-CA8F-4FED-A126-7C696D38C507}">
      <dsp:nvSpPr>
        <dsp:cNvPr id="0" name=""/>
        <dsp:cNvSpPr/>
      </dsp:nvSpPr>
      <dsp:spPr>
        <a:xfrm>
          <a:off x="640331" y="693401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Parallelization:</a:t>
          </a:r>
          <a:r>
            <a:rPr lang="en-IN" sz="1400" kern="1200"/>
            <a:t> Several agents work on independent parts of the same request at the same time, and their results are combined afterward.</a:t>
          </a:r>
          <a:endParaRPr lang="en-US" sz="1400" kern="1200"/>
        </a:p>
      </dsp:txBody>
      <dsp:txXfrm>
        <a:off x="640331" y="693401"/>
        <a:ext cx="9875268" cy="554399"/>
      </dsp:txXfrm>
    </dsp:sp>
    <dsp:sp modelId="{D25CB962-11B9-4579-87DD-496F26A86F38}">
      <dsp:nvSpPr>
        <dsp:cNvPr id="0" name=""/>
        <dsp:cNvSpPr/>
      </dsp:nvSpPr>
      <dsp:spPr>
        <a:xfrm>
          <a:off x="0" y="1386400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2D5A2-2879-4942-AE43-3EC9E18C67A8}">
      <dsp:nvSpPr>
        <dsp:cNvPr id="0" name=""/>
        <dsp:cNvSpPr/>
      </dsp:nvSpPr>
      <dsp:spPr>
        <a:xfrm>
          <a:off x="167705" y="1511140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8E567-02FD-40E0-BD9D-242F9F723CD9}">
      <dsp:nvSpPr>
        <dsp:cNvPr id="0" name=""/>
        <dsp:cNvSpPr/>
      </dsp:nvSpPr>
      <dsp:spPr>
        <a:xfrm>
          <a:off x="640331" y="1386400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Prompt Chaining:</a:t>
          </a:r>
          <a:r>
            <a:rPr lang="en-IN" sz="1400" kern="1200"/>
            <a:t> The output from one agent or model becomes the input for the next step in a known sequence.</a:t>
          </a:r>
          <a:endParaRPr lang="en-US" sz="1400" kern="1200"/>
        </a:p>
      </dsp:txBody>
      <dsp:txXfrm>
        <a:off x="640331" y="1386400"/>
        <a:ext cx="9875268" cy="554399"/>
      </dsp:txXfrm>
    </dsp:sp>
    <dsp:sp modelId="{C591EBBE-088D-4CBE-A259-E6C92F397A26}">
      <dsp:nvSpPr>
        <dsp:cNvPr id="0" name=""/>
        <dsp:cNvSpPr/>
      </dsp:nvSpPr>
      <dsp:spPr>
        <a:xfrm>
          <a:off x="0" y="2079399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95668-17C4-418F-A32B-3BD26F7E6135}">
      <dsp:nvSpPr>
        <dsp:cNvPr id="0" name=""/>
        <dsp:cNvSpPr/>
      </dsp:nvSpPr>
      <dsp:spPr>
        <a:xfrm>
          <a:off x="167705" y="2204139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663D8-D96A-4F15-A8F7-C95F38271812}">
      <dsp:nvSpPr>
        <dsp:cNvPr id="0" name=""/>
        <dsp:cNvSpPr/>
      </dsp:nvSpPr>
      <dsp:spPr>
        <a:xfrm>
          <a:off x="640331" y="2079399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Evaluator–Optimizer:</a:t>
          </a:r>
          <a:r>
            <a:rPr lang="en-IN" sz="1400" kern="1200"/>
            <a:t> One agent creates a result while another checks the quality. If the result is not good enough, feedback is provided and the task can be tried again.</a:t>
          </a:r>
          <a:endParaRPr lang="en-US" sz="1400" kern="1200"/>
        </a:p>
      </dsp:txBody>
      <dsp:txXfrm>
        <a:off x="640331" y="2079399"/>
        <a:ext cx="9875268" cy="554399"/>
      </dsp:txXfrm>
    </dsp:sp>
    <dsp:sp modelId="{7B85F785-A903-4C29-A686-B582EADE3A87}">
      <dsp:nvSpPr>
        <dsp:cNvPr id="0" name=""/>
        <dsp:cNvSpPr/>
      </dsp:nvSpPr>
      <dsp:spPr>
        <a:xfrm>
          <a:off x="0" y="2772398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2ED76-033E-46E7-A2E8-1541838CC81C}">
      <dsp:nvSpPr>
        <dsp:cNvPr id="0" name=""/>
        <dsp:cNvSpPr/>
      </dsp:nvSpPr>
      <dsp:spPr>
        <a:xfrm>
          <a:off x="167705" y="2897138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C3695-2AB3-4BA9-B2B9-289FE01E6812}">
      <dsp:nvSpPr>
        <dsp:cNvPr id="0" name=""/>
        <dsp:cNvSpPr/>
      </dsp:nvSpPr>
      <dsp:spPr>
        <a:xfrm>
          <a:off x="640331" y="2772398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These patterns show that multi-agent design is not only about adding more agents. The important question is </a:t>
          </a:r>
          <a:r>
            <a:rPr lang="en-IN" sz="1400" b="1" kern="1200"/>
            <a:t>how the work should be divided and coordinated</a:t>
          </a:r>
          <a:r>
            <a:rPr lang="en-IN" sz="1400" kern="1200"/>
            <a:t>.</a:t>
          </a:r>
          <a:endParaRPr lang="en-US" sz="1400" kern="1200"/>
        </a:p>
      </dsp:txBody>
      <dsp:txXfrm>
        <a:off x="640331" y="2772398"/>
        <a:ext cx="9875268" cy="554399"/>
      </dsp:txXfrm>
    </dsp:sp>
    <dsp:sp modelId="{B6C80F92-5676-42E4-BF3A-AB24B493E11D}">
      <dsp:nvSpPr>
        <dsp:cNvPr id="0" name=""/>
        <dsp:cNvSpPr/>
      </dsp:nvSpPr>
      <dsp:spPr>
        <a:xfrm>
          <a:off x="0" y="3465397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007B0-2E47-481C-96E2-42E964AB1D05}">
      <dsp:nvSpPr>
        <dsp:cNvPr id="0" name=""/>
        <dsp:cNvSpPr/>
      </dsp:nvSpPr>
      <dsp:spPr>
        <a:xfrm>
          <a:off x="167705" y="3590137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02A28-D8B0-4C50-9CC6-A672BB7B4236}">
      <dsp:nvSpPr>
        <dsp:cNvPr id="0" name=""/>
        <dsp:cNvSpPr/>
      </dsp:nvSpPr>
      <dsp:spPr>
        <a:xfrm>
          <a:off x="640331" y="3465397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Example:</a:t>
          </a:r>
          <a:endParaRPr lang="en-US" sz="1400" kern="1200"/>
        </a:p>
      </dsp:txBody>
      <dsp:txXfrm>
        <a:off x="640331" y="3465397"/>
        <a:ext cx="9875268" cy="554399"/>
      </dsp:txXfrm>
    </dsp:sp>
    <dsp:sp modelId="{69F4A435-C477-4FA1-AE0C-96F7C27B5E6B}">
      <dsp:nvSpPr>
        <dsp:cNvPr id="0" name=""/>
        <dsp:cNvSpPr/>
      </dsp:nvSpPr>
      <dsp:spPr>
        <a:xfrm>
          <a:off x="0" y="4158397"/>
          <a:ext cx="10515600" cy="5543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33CB9-8DB3-4C39-AD9D-35BE67542F96}">
      <dsp:nvSpPr>
        <dsp:cNvPr id="0" name=""/>
        <dsp:cNvSpPr/>
      </dsp:nvSpPr>
      <dsp:spPr>
        <a:xfrm>
          <a:off x="167705" y="4283136"/>
          <a:ext cx="304919" cy="3049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8F8CF-ACD7-4D2E-982B-09B108352CF4}">
      <dsp:nvSpPr>
        <dsp:cNvPr id="0" name=""/>
        <dsp:cNvSpPr/>
      </dsp:nvSpPr>
      <dsp:spPr>
        <a:xfrm>
          <a:off x="640331" y="4158397"/>
          <a:ext cx="9875268" cy="554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58674" bIns="5867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 report-generation system could use one agent to research, another to write, and another to review the final result.</a:t>
          </a:r>
          <a:endParaRPr lang="en-US" sz="1400" kern="1200"/>
        </a:p>
      </dsp:txBody>
      <dsp:txXfrm>
        <a:off x="640331" y="4158397"/>
        <a:ext cx="9875268" cy="554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60095-210F-442B-ABB1-9500BF44105F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C1994-6ACB-46EE-90FB-DE6E003E0915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B4291-14EB-4BB8-A662-EEDD72A5E1AB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Strands Agents</a:t>
          </a:r>
          <a:r>
            <a:rPr lang="en-IN" sz="1100" kern="1200"/>
            <a:t> is an open-source agent SDK released by Amazon for building AI agents and multi-agent applications.</a:t>
          </a:r>
          <a:endParaRPr lang="en-US" sz="1100" kern="1200"/>
        </a:p>
      </dsp:txBody>
      <dsp:txXfrm>
        <a:off x="1172126" y="90072"/>
        <a:ext cx="2114937" cy="897246"/>
      </dsp:txXfrm>
    </dsp:sp>
    <dsp:sp modelId="{9F6D26A2-FA19-4E68-8B70-A3A4A431556B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424EA-68E7-4075-A56A-114F34592C53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00F58-08BC-4D94-A184-8977B4DAB2C3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It can be used to create specialized agents that receive a model, instructions, and tools and then use those tools while working on a user request.</a:t>
          </a:r>
          <a:endParaRPr lang="en-US" sz="1100" kern="1200"/>
        </a:p>
      </dsp:txBody>
      <dsp:txXfrm>
        <a:off x="4745088" y="90072"/>
        <a:ext cx="2114937" cy="897246"/>
      </dsp:txXfrm>
    </dsp:sp>
    <dsp:sp modelId="{1F20D7A2-6F71-4155-9E42-7C302B22F77C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60DD8-181E-4D51-8954-FF0AAD759E43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00F3E-73FA-4BBE-AB48-24EF47F1B7B1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Strands supports more advanced ideas such as </a:t>
          </a:r>
          <a:r>
            <a:rPr lang="en-IN" sz="1100" b="1" kern="1200"/>
            <a:t>task decomposition and collaborative problem solving</a:t>
          </a:r>
          <a:r>
            <a:rPr lang="en-IN" sz="1100" kern="1200"/>
            <a:t>, which makes it useful for larger agent-based applications.</a:t>
          </a:r>
          <a:endParaRPr lang="en-US" sz="1100" kern="1200"/>
        </a:p>
      </dsp:txBody>
      <dsp:txXfrm>
        <a:off x="8318049" y="90072"/>
        <a:ext cx="2114937" cy="897246"/>
      </dsp:txXfrm>
    </dsp:sp>
    <dsp:sp modelId="{E1B6E11B-5F04-4659-AA8B-0389004D8FAC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AC2B4-8851-49E5-A65E-DE89F6909A68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A8494-EBEA-4BC9-96FB-2630FB90C5C8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It has strong AWS integration with services such as </a:t>
          </a:r>
          <a:r>
            <a:rPr lang="en-IN" sz="1100" b="1" kern="1200"/>
            <a:t>Amazon Bedrock, AWS Lambda, and AWS Step Functions</a:t>
          </a:r>
          <a:r>
            <a:rPr lang="en-IN" sz="1100" kern="1200"/>
            <a:t>, but it is not limited only to AWS models.</a:t>
          </a:r>
          <a:endParaRPr lang="en-US" sz="1100" kern="1200"/>
        </a:p>
      </dsp:txBody>
      <dsp:txXfrm>
        <a:off x="1172126" y="1727045"/>
        <a:ext cx="2114937" cy="897246"/>
      </dsp:txXfrm>
    </dsp:sp>
    <dsp:sp modelId="{F71FA612-5359-4007-9806-8D631A495ED9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993E23-8A9C-4825-BCF5-B9D507260273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A48C2-D11C-4C9A-A083-DD61427E02F5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Strands also supports </a:t>
          </a:r>
          <a:r>
            <a:rPr lang="en-IN" sz="1100" b="1" kern="1200"/>
            <a:t>multimodal applications</a:t>
          </a:r>
          <a:r>
            <a:rPr lang="en-IN" sz="1100" kern="1200"/>
            <a:t>, including text, speech, images, and video, and it can work with Model Context Protocol tools.</a:t>
          </a:r>
          <a:endParaRPr lang="en-US" sz="1100" kern="1200"/>
        </a:p>
      </dsp:txBody>
      <dsp:txXfrm>
        <a:off x="4745088" y="1727045"/>
        <a:ext cx="2114937" cy="897246"/>
      </dsp:txXfrm>
    </dsp:sp>
    <dsp:sp modelId="{332B0D5A-4895-458B-BE7D-F1FF9FBC57DA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BB849E-DF70-47C0-8F63-55FCEE3024A7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0A3F7-7CC2-45D5-98D4-265D8F5EBA34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Main Idea:</a:t>
          </a:r>
          <a:endParaRPr lang="en-US" sz="1100" kern="1200"/>
        </a:p>
      </dsp:txBody>
      <dsp:txXfrm>
        <a:off x="8318049" y="1727045"/>
        <a:ext cx="2114937" cy="897246"/>
      </dsp:txXfrm>
    </dsp:sp>
    <dsp:sp modelId="{FCFD0851-9772-4CEF-B201-A25F1569A1B3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EDB33-B14F-4712-991D-057A551CAA30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FE0C4-D17B-4E1A-BF75-35DE4704B0BC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Strands gives developers a framework for building an agent and connecting that agent to useful capabilities.</a:t>
          </a:r>
          <a:endParaRPr lang="en-US" sz="1100" kern="1200"/>
        </a:p>
      </dsp:txBody>
      <dsp:txXfrm>
        <a:off x="1172126" y="3364019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AEEC9-3C96-4B63-8776-1E4B0F4D0904}">
      <dsp:nvSpPr>
        <dsp:cNvPr id="0" name=""/>
        <dsp:cNvSpPr/>
      </dsp:nvSpPr>
      <dsp:spPr>
        <a:xfrm>
          <a:off x="0" y="2496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8E131E-9662-40A2-8368-351A84BF8F4C}">
      <dsp:nvSpPr>
        <dsp:cNvPr id="0" name=""/>
        <dsp:cNvSpPr/>
      </dsp:nvSpPr>
      <dsp:spPr>
        <a:xfrm>
          <a:off x="141420" y="107685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F75EB-CABA-460C-A7EE-B6E39795FC80}">
      <dsp:nvSpPr>
        <dsp:cNvPr id="0" name=""/>
        <dsp:cNvSpPr/>
      </dsp:nvSpPr>
      <dsp:spPr>
        <a:xfrm>
          <a:off x="540220" y="2496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AWS Agent Squad</a:t>
          </a:r>
          <a:r>
            <a:rPr lang="en-IN" sz="1400" kern="1200"/>
            <a:t> is another open-source framework discussed in the course for building and coordinating multi-agent workflows.</a:t>
          </a:r>
          <a:endParaRPr lang="en-US" sz="1400" kern="1200"/>
        </a:p>
      </dsp:txBody>
      <dsp:txXfrm>
        <a:off x="540220" y="2496"/>
        <a:ext cx="9950973" cy="511334"/>
      </dsp:txXfrm>
    </dsp:sp>
    <dsp:sp modelId="{2AFB3E9F-B8EE-4FDE-B4A1-8B02770A1F8E}">
      <dsp:nvSpPr>
        <dsp:cNvPr id="0" name=""/>
        <dsp:cNvSpPr/>
      </dsp:nvSpPr>
      <dsp:spPr>
        <a:xfrm>
          <a:off x="0" y="641664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DA1A0-E1DD-4CF2-A6F6-14FD0FD7784D}">
      <dsp:nvSpPr>
        <dsp:cNvPr id="0" name=""/>
        <dsp:cNvSpPr/>
      </dsp:nvSpPr>
      <dsp:spPr>
        <a:xfrm>
          <a:off x="141420" y="746853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3D641-632B-40D9-A3AB-2AA14708B22B}">
      <dsp:nvSpPr>
        <dsp:cNvPr id="0" name=""/>
        <dsp:cNvSpPr/>
      </dsp:nvSpPr>
      <dsp:spPr>
        <a:xfrm>
          <a:off x="540220" y="641664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Its main strength is </a:t>
          </a:r>
          <a:r>
            <a:rPr lang="en-IN" sz="1400" b="1" kern="1200"/>
            <a:t>intelligent routing</a:t>
          </a:r>
          <a:r>
            <a:rPr lang="en-IN" sz="1400" kern="1200"/>
            <a:t>. It can examine a request, classify what the user needs, and send the request to the most appropriate agent.</a:t>
          </a:r>
          <a:endParaRPr lang="en-US" sz="1400" kern="1200"/>
        </a:p>
      </dsp:txBody>
      <dsp:txXfrm>
        <a:off x="540220" y="641664"/>
        <a:ext cx="9950973" cy="511334"/>
      </dsp:txXfrm>
    </dsp:sp>
    <dsp:sp modelId="{E2B34DDD-9F99-4FCD-BE51-23637BDB5D5B}">
      <dsp:nvSpPr>
        <dsp:cNvPr id="0" name=""/>
        <dsp:cNvSpPr/>
      </dsp:nvSpPr>
      <dsp:spPr>
        <a:xfrm>
          <a:off x="0" y="1280833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C8E8A-8D17-4DA0-A2B4-B229C1F8D896}">
      <dsp:nvSpPr>
        <dsp:cNvPr id="0" name=""/>
        <dsp:cNvSpPr/>
      </dsp:nvSpPr>
      <dsp:spPr>
        <a:xfrm>
          <a:off x="141420" y="1386021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7357F-C8EA-40AA-8F9B-0A8952A329FB}">
      <dsp:nvSpPr>
        <dsp:cNvPr id="0" name=""/>
        <dsp:cNvSpPr/>
      </dsp:nvSpPr>
      <dsp:spPr>
        <a:xfrm>
          <a:off x="540220" y="1280833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Agent Squad supports </a:t>
          </a:r>
          <a:r>
            <a:rPr lang="en-IN" sz="1400" b="1" kern="1200"/>
            <a:t>Python and TypeScript</a:t>
          </a:r>
          <a:r>
            <a:rPr lang="en-IN" sz="1400" kern="1200"/>
            <a:t> and can share conversation context across different agents.</a:t>
          </a:r>
          <a:endParaRPr lang="en-US" sz="1400" kern="1200"/>
        </a:p>
      </dsp:txBody>
      <dsp:txXfrm>
        <a:off x="540220" y="1280833"/>
        <a:ext cx="9950973" cy="511334"/>
      </dsp:txXfrm>
    </dsp:sp>
    <dsp:sp modelId="{2A3B484A-A405-446F-A311-0604B85431FA}">
      <dsp:nvSpPr>
        <dsp:cNvPr id="0" name=""/>
        <dsp:cNvSpPr/>
      </dsp:nvSpPr>
      <dsp:spPr>
        <a:xfrm>
          <a:off x="0" y="1920001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C1CA2-79D9-4E4A-A9E9-1132D7A51F2F}">
      <dsp:nvSpPr>
        <dsp:cNvPr id="0" name=""/>
        <dsp:cNvSpPr/>
      </dsp:nvSpPr>
      <dsp:spPr>
        <a:xfrm>
          <a:off x="141420" y="2025190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2AB92-0EC7-40C7-B223-300D4E6A3489}">
      <dsp:nvSpPr>
        <dsp:cNvPr id="0" name=""/>
        <dsp:cNvSpPr/>
      </dsp:nvSpPr>
      <dsp:spPr>
        <a:xfrm>
          <a:off x="540220" y="1920001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It includes orchestration concepts, pre-built agents and classifiers, and can work with Amazon Bedrock Agents.</a:t>
          </a:r>
          <a:endParaRPr lang="en-US" sz="1400" kern="1200"/>
        </a:p>
      </dsp:txBody>
      <dsp:txXfrm>
        <a:off x="540220" y="1920001"/>
        <a:ext cx="9950973" cy="511334"/>
      </dsp:txXfrm>
    </dsp:sp>
    <dsp:sp modelId="{6A0A89B0-BC6C-47E2-B94B-6DB335082764}">
      <dsp:nvSpPr>
        <dsp:cNvPr id="0" name=""/>
        <dsp:cNvSpPr/>
      </dsp:nvSpPr>
      <dsp:spPr>
        <a:xfrm>
          <a:off x="0" y="2559170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36A62-9BBA-4C12-A094-6F093083E3A7}">
      <dsp:nvSpPr>
        <dsp:cNvPr id="0" name=""/>
        <dsp:cNvSpPr/>
      </dsp:nvSpPr>
      <dsp:spPr>
        <a:xfrm>
          <a:off x="141420" y="2664358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3CAEE-70EF-4DD7-A9E8-187F79DD930F}">
      <dsp:nvSpPr>
        <dsp:cNvPr id="0" name=""/>
        <dsp:cNvSpPr/>
      </dsp:nvSpPr>
      <dsp:spPr>
        <a:xfrm>
          <a:off x="540220" y="2559170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It can also use a </a:t>
          </a:r>
          <a:r>
            <a:rPr lang="en-IN" sz="1400" b="1" kern="1200"/>
            <a:t>Supervisor Agent</a:t>
          </a:r>
          <a:r>
            <a:rPr lang="en-IN" sz="1400" kern="1200"/>
            <a:t> to coordinate several specialized agents when one user request requires more than one area of expertise.</a:t>
          </a:r>
          <a:endParaRPr lang="en-US" sz="1400" kern="1200"/>
        </a:p>
      </dsp:txBody>
      <dsp:txXfrm>
        <a:off x="540220" y="2559170"/>
        <a:ext cx="9950973" cy="511334"/>
      </dsp:txXfrm>
    </dsp:sp>
    <dsp:sp modelId="{1D4334C6-4C9C-4567-AA9F-2BE9052B1C5B}">
      <dsp:nvSpPr>
        <dsp:cNvPr id="0" name=""/>
        <dsp:cNvSpPr/>
      </dsp:nvSpPr>
      <dsp:spPr>
        <a:xfrm>
          <a:off x="0" y="3198338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85FD2-F9A6-423D-A9AF-9D7736812ED5}">
      <dsp:nvSpPr>
        <dsp:cNvPr id="0" name=""/>
        <dsp:cNvSpPr/>
      </dsp:nvSpPr>
      <dsp:spPr>
        <a:xfrm>
          <a:off x="141420" y="3303527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460937-194B-46AD-BC00-3A1ACF2FB250}">
      <dsp:nvSpPr>
        <dsp:cNvPr id="0" name=""/>
        <dsp:cNvSpPr/>
      </dsp:nvSpPr>
      <dsp:spPr>
        <a:xfrm>
          <a:off x="540220" y="3198338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Main Idea:</a:t>
          </a:r>
          <a:endParaRPr lang="en-US" sz="1400" kern="1200"/>
        </a:p>
      </dsp:txBody>
      <dsp:txXfrm>
        <a:off x="540220" y="3198338"/>
        <a:ext cx="9950973" cy="511334"/>
      </dsp:txXfrm>
    </dsp:sp>
    <dsp:sp modelId="{914C0E0B-D7BD-4499-9A0C-2894B217454F}">
      <dsp:nvSpPr>
        <dsp:cNvPr id="0" name=""/>
        <dsp:cNvSpPr/>
      </dsp:nvSpPr>
      <dsp:spPr>
        <a:xfrm>
          <a:off x="0" y="3837507"/>
          <a:ext cx="10515600" cy="4675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E7118-4661-43A2-A8A0-1AA82B2889B3}">
      <dsp:nvSpPr>
        <dsp:cNvPr id="0" name=""/>
        <dsp:cNvSpPr/>
      </dsp:nvSpPr>
      <dsp:spPr>
        <a:xfrm>
          <a:off x="141420" y="3942695"/>
          <a:ext cx="257379" cy="2571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9B471-A72F-4E1C-8943-91DE9464D608}">
      <dsp:nvSpPr>
        <dsp:cNvPr id="0" name=""/>
        <dsp:cNvSpPr/>
      </dsp:nvSpPr>
      <dsp:spPr>
        <a:xfrm>
          <a:off x="540220" y="3837507"/>
          <a:ext cx="9950973" cy="511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16" tIns="54116" rIns="54116" bIns="541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Agent Squad is especially useful when the system needs to decide which agent should handle a request.</a:t>
          </a:r>
          <a:endParaRPr lang="en-US" sz="1400" kern="1200"/>
        </a:p>
      </dsp:txBody>
      <dsp:txXfrm>
        <a:off x="540220" y="3837507"/>
        <a:ext cx="9950973" cy="511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1C11-055B-0908-7A07-898C63CFB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DD492-C0F6-7546-42EC-3C67A6A7B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5193C-9B4E-1149-19AC-23FBE0B0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DD042-FDDD-7340-9F2F-A03573EC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9511A-BD67-1277-DD8C-7C96A8B1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5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583E-A0B1-3644-E2C5-8BDFCE75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0710-592B-8C8A-954B-D35B904DE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819B9-9216-8E95-F7F0-252CD183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1C84A-EC6C-154E-62D2-96625532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67C27-37E3-3270-C967-F14C08A1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6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F884-A0A0-BEE0-E60E-3FDE70EC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F9E9B-33F9-3211-DDE4-98A8DFE38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9872-ECC7-E91A-BFDE-5181A8D7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CF401-258E-D1AB-95C7-7ABD08A3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FC5A-C13C-77E6-92ED-7AA6389E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19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CD34-0AA7-205D-9021-D9177E7F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02A7-0257-0380-7B7E-26F79D7F3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9DA01-DA36-1A20-9413-8FA6AC1A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43B54-97A4-A314-5170-4CBE6137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7BB6-083F-61EB-7092-5DE38926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18A9A-A013-A7AB-4E91-C8568EC8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46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12A3A-F5DD-A3A9-BB70-868D0DEB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EE1B-F69C-F1CE-25F6-CEBF71DD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05AD2-B2BA-D94D-34E1-C4AC6AF49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1D942-EF2E-E601-CEE4-0F3537896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88615-0783-3B45-7D1D-6A2ABF6A3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887D4-651E-770C-C962-29A71A27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FD3E8-E785-4AC2-60CB-53889ED3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65DDC-3C72-78F2-A2EB-FF4EA725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36B0-EFD7-57C2-CC84-DD215F59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31471D-734E-B95B-4A3E-956D2DFB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BDD65-5EC8-7BAA-12EC-07810F49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B5E75-64F9-92E3-376E-3047D789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0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79DE2-B8F1-24D5-F407-5BC49467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5A4B6-7103-1D8D-8AE4-012152DC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9F094-C7B5-053D-DE78-2ED7551D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80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09BC-612A-E772-F241-38020681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BAF71-11F2-7F2E-0D1C-792998CD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15785-B1DD-568F-AC3F-1D35C41F9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DD06A-119F-81A0-E6B7-F0E01AB1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064ED-687A-8627-3F0E-B04575D3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3B562-E6C1-621B-BBB2-3DF1A1E3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70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8339-33BD-05A4-E1F7-5B90810E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E25E7-8D0E-FED2-2C0B-787975FCC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58A6B-E756-69CC-A282-579443E63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B6CE1-882B-63F1-EA9E-24AFFEAE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AD319-B7DD-F071-995B-F161F4F3A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7A78E-9B34-6A2E-8F51-C7F93428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5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9F72-7155-9D17-991C-41CDD924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F47F3-79D5-4637-EC8C-F7D1222F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B0377-9219-8F54-1BAD-4D721B03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25C4F-161F-A866-D93C-FC16901F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33FC-129E-F4AC-1799-401AFF95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53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5EDB2-E7BB-3BBF-E2AA-9952A9EC4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12C5E-631F-71B5-C792-C4C7E441E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E4C56-1D63-4E40-C75E-2BF90222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DFD95-D4B5-B81C-0137-C4F831D6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EAE9B-FCA7-2675-3E23-5D712851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F3987-D9AF-7154-E93D-78C12530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6524E-4D8B-B9B7-8F4A-1DA699CCF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6B5C3-5AC2-7FDC-73D4-72E67EA33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23BE0-3DD1-4FEF-A0E7-CE4B50E7C61B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47DF-B37A-DC72-A39D-7BA39EEE5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34520-3C90-1560-7C01-3F2E4F7FA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5000D-5B1B-4EAA-A617-3D98C953F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86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nstruction work tools">
            <a:extLst>
              <a:ext uri="{FF2B5EF4-FFF2-40B4-BE49-F238E27FC236}">
                <a16:creationId xmlns:a16="http://schemas.microsoft.com/office/drawing/2014/main" id="{35BC1615-8830-8238-ADCB-B92D0151B6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1798" b="393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5AF2F-44F8-5AFE-17A7-6D4AE210D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Building Multi-Agent AI Systems</a:t>
            </a:r>
            <a:br>
              <a:rPr lang="en-IN" sz="5400" dirty="0">
                <a:solidFill>
                  <a:schemeClr val="bg1"/>
                </a:solidFill>
              </a:rPr>
            </a:br>
            <a:r>
              <a:rPr lang="en-IN" sz="4000" dirty="0">
                <a:solidFill>
                  <a:schemeClr val="bg1"/>
                </a:solidFill>
              </a:rPr>
              <a:t>Strands Agents, Agent Tools, and AWS Agent Squad</a:t>
            </a:r>
            <a:endParaRPr lang="en-IN" sz="52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2938A-CBDC-2F59-8B05-3130934A0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solidFill>
                  <a:srgbClr val="FFFFFF"/>
                </a:solidFill>
              </a:rPr>
              <a:t>AWS Generative AI Learning Series</a:t>
            </a:r>
          </a:p>
          <a:p>
            <a:pPr lvl="0"/>
            <a:r>
              <a:rPr lang="en-IN" dirty="0">
                <a:solidFill>
                  <a:srgbClr val="FFFFFF"/>
                </a:solidFill>
              </a:rPr>
              <a:t>Presented by: </a:t>
            </a:r>
            <a:r>
              <a:rPr lang="en-IN" b="1" dirty="0">
                <a:solidFill>
                  <a:srgbClr val="FFFFFF"/>
                </a:solidFill>
              </a:rPr>
              <a:t>Akash Patel</a:t>
            </a:r>
            <a:endParaRPr lang="en-IN" dirty="0">
              <a:solidFill>
                <a:srgbClr val="FFFFFF"/>
              </a:solidFill>
            </a:endParaRPr>
          </a:p>
          <a:p>
            <a:pPr lvl="0"/>
            <a:r>
              <a:rPr lang="en-IN" b="1" dirty="0">
                <a:solidFill>
                  <a:srgbClr val="FFFFFF"/>
                </a:solidFill>
              </a:rPr>
              <a:t>Concordia University Chicago</a:t>
            </a:r>
          </a:p>
        </p:txBody>
      </p:sp>
    </p:spTree>
    <p:extLst>
      <p:ext uri="{BB962C8B-B14F-4D97-AF65-F5344CB8AC3E}">
        <p14:creationId xmlns:p14="http://schemas.microsoft.com/office/powerpoint/2010/main" val="156367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AAC3-42CC-CC4A-80D3-DD07C21D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Move Beyond a Single AI Agent?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B61A66-A97B-9711-37F1-0986A663D5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83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920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EC3DC-2AFD-49AA-34B0-05B925BF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What Is a Multi-Agent Workflow?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E04D-2156-E160-CA07-6C5E1133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en-IN" sz="1500"/>
              <a:t>A </a:t>
            </a:r>
            <a:r>
              <a:rPr lang="en-IN" sz="1500" b="1"/>
              <a:t>multi-agent workflow</a:t>
            </a:r>
            <a:r>
              <a:rPr lang="en-IN" sz="1500"/>
              <a:t> is a system where multiple AI agents work separately or together to complete a larger task.</a:t>
            </a:r>
          </a:p>
          <a:p>
            <a:pPr lvl="0"/>
            <a:r>
              <a:rPr lang="en-IN" sz="1500"/>
              <a:t>Each agent can have its own </a:t>
            </a:r>
            <a:r>
              <a:rPr lang="en-IN" sz="1500" b="1"/>
              <a:t>instructions, tools, memory, and purpose</a:t>
            </a:r>
            <a:r>
              <a:rPr lang="en-IN" sz="1500"/>
              <a:t>, so every agent does not need access to everything in the system.</a:t>
            </a:r>
          </a:p>
          <a:p>
            <a:pPr lvl="0"/>
            <a:r>
              <a:rPr lang="en-IN" sz="1500"/>
              <a:t>One agent may research information, another may perform calculations, and another may organize the final response.</a:t>
            </a:r>
          </a:p>
          <a:p>
            <a:pPr lvl="0"/>
            <a:r>
              <a:rPr lang="en-IN" sz="1500"/>
              <a:t>The agents can work one after another, work in parallel, or be coordinated by another agent depending on how the application is designed.</a:t>
            </a:r>
          </a:p>
          <a:p>
            <a:endParaRPr lang="en-IN" sz="1500" b="1"/>
          </a:p>
          <a:p>
            <a:r>
              <a:rPr lang="en-IN" sz="1500" b="1"/>
              <a:t>Simple Example:</a:t>
            </a:r>
            <a:endParaRPr lang="en-IN" sz="1500"/>
          </a:p>
          <a:p>
            <a:r>
              <a:rPr lang="en-IN" sz="1500"/>
              <a:t>A travel-planning system could include:</a:t>
            </a:r>
          </a:p>
          <a:p>
            <a:pPr lvl="0"/>
            <a:r>
              <a:rPr lang="en-IN" sz="1500" b="1"/>
              <a:t>Research Agent</a:t>
            </a:r>
            <a:r>
              <a:rPr lang="en-IN" sz="1500"/>
              <a:t> – finds destination information</a:t>
            </a:r>
          </a:p>
          <a:p>
            <a:pPr lvl="0"/>
            <a:r>
              <a:rPr lang="en-IN" sz="1500" b="1"/>
              <a:t>Budget Agent</a:t>
            </a:r>
            <a:r>
              <a:rPr lang="en-IN" sz="1500"/>
              <a:t> – estimates costs</a:t>
            </a:r>
          </a:p>
          <a:p>
            <a:pPr lvl="0"/>
            <a:r>
              <a:rPr lang="en-IN" sz="1500" b="1"/>
              <a:t>Schedule Agent</a:t>
            </a:r>
            <a:r>
              <a:rPr lang="en-IN" sz="1500"/>
              <a:t> – creates the itinerary</a:t>
            </a:r>
          </a:p>
          <a:p>
            <a:pPr lvl="0"/>
            <a:r>
              <a:rPr lang="en-IN" sz="1500" b="1"/>
              <a:t>Supervisor Agent</a:t>
            </a:r>
            <a:r>
              <a:rPr lang="en-IN" sz="1500"/>
              <a:t> – combines the results</a:t>
            </a:r>
          </a:p>
          <a:p>
            <a:endParaRPr lang="en-IN" sz="1500" b="1"/>
          </a:p>
          <a:p>
            <a:r>
              <a:rPr lang="en-IN" sz="1500" b="1"/>
              <a:t>Simple Flow:</a:t>
            </a:r>
            <a:endParaRPr lang="en-IN" sz="1500"/>
          </a:p>
          <a:p>
            <a:r>
              <a:rPr lang="en-IN" sz="1500" b="1"/>
              <a:t>User Request → Coordinator → Specialized Agents → Combined Result</a:t>
            </a:r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48997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447EC-DAD0-4DCA-3366-F568256C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Ways Multiple Agents Can Work Together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491561-B8DF-457E-0C2E-6251F7E9DB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4"/>
          <a:ext cx="10515600" cy="4713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9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12635-EBEE-A6CE-D25F-0DAA6D6B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3300">
                <a:solidFill>
                  <a:schemeClr val="bg1"/>
                </a:solidFill>
              </a:rPr>
              <a:t>Why Specialized Agents Can Be Better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E927-325B-05F0-0FF3-858B5A80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lvl="0"/>
            <a:r>
              <a:rPr lang="en-IN" sz="1300"/>
              <a:t>A specialized agent can receive </a:t>
            </a:r>
            <a:r>
              <a:rPr lang="en-IN" sz="1300" b="1"/>
              <a:t>more focused instructions</a:t>
            </a:r>
            <a:r>
              <a:rPr lang="en-IN" sz="1300"/>
              <a:t>, which makes its responsibility easier for both the developer and the model to understand.</a:t>
            </a:r>
          </a:p>
          <a:p>
            <a:pPr lvl="0"/>
            <a:r>
              <a:rPr lang="en-IN" sz="1300"/>
              <a:t>Each agent can have a smaller collection of relevant tools instead of giving every agent access to every API or business system.</a:t>
            </a:r>
          </a:p>
          <a:p>
            <a:pPr lvl="0"/>
            <a:r>
              <a:rPr lang="en-IN" sz="1300"/>
              <a:t>This can reduce confusion when choosing tools because the agent only sees the capabilities related to its assigned task.</a:t>
            </a:r>
          </a:p>
          <a:p>
            <a:pPr lvl="0"/>
            <a:r>
              <a:rPr lang="en-IN" sz="1300"/>
              <a:t>Specialized agents also make complex applications easier to organize. If one part of the system changes, developers may be able to update that agent without redesigning the entire workflow.</a:t>
            </a:r>
          </a:p>
          <a:p>
            <a:endParaRPr lang="en-IN" sz="1300" b="1"/>
          </a:p>
          <a:p>
            <a:r>
              <a:rPr lang="en-IN" sz="1300" b="1"/>
              <a:t>Example: Customer Support</a:t>
            </a:r>
            <a:endParaRPr lang="en-IN" sz="1300"/>
          </a:p>
          <a:p>
            <a:r>
              <a:rPr lang="en-IN" sz="1300"/>
              <a:t>Instead of one large support agent:</a:t>
            </a:r>
          </a:p>
          <a:p>
            <a:pPr lvl="0"/>
            <a:r>
              <a:rPr lang="en-IN" sz="1300"/>
              <a:t>Billing Agent handles payment questions.</a:t>
            </a:r>
          </a:p>
          <a:p>
            <a:pPr lvl="0"/>
            <a:r>
              <a:rPr lang="en-IN" sz="1300"/>
              <a:t>Technical Agent handles troubleshooting.</a:t>
            </a:r>
          </a:p>
          <a:p>
            <a:pPr lvl="0"/>
            <a:r>
              <a:rPr lang="en-IN" sz="1300"/>
              <a:t>Order Agent handles shipping and delivery.</a:t>
            </a:r>
          </a:p>
          <a:p>
            <a:pPr lvl="0"/>
            <a:r>
              <a:rPr lang="en-IN" sz="1300"/>
              <a:t>Product Agent handles product information.</a:t>
            </a:r>
          </a:p>
          <a:p>
            <a:endParaRPr lang="en-IN" sz="1300" b="1"/>
          </a:p>
          <a:p>
            <a:r>
              <a:rPr lang="en-IN" sz="1300" b="1"/>
              <a:t>Main Benefit:</a:t>
            </a:r>
            <a:endParaRPr lang="en-IN" sz="1300"/>
          </a:p>
          <a:p>
            <a:r>
              <a:rPr lang="en-IN" sz="1300" b="1"/>
              <a:t>Divide a difficult system into smaller responsibilities that are easier to control.</a:t>
            </a:r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292724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1A10-6A09-DD20-80E6-8CA664BA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Strands Agents?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8F1AFF-F2BC-E9B9-8AEE-DFFD3C50F2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82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68DCC-4A9C-A5FC-9067-E7F85C0B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How a Strands Agent Uses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EDEC-4FD3-36F3-3F0B-9F30BD91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IN" sz="1100"/>
              <a:t>A Strands agent can be created with a collection of </a:t>
            </a:r>
            <a:r>
              <a:rPr lang="en-IN" sz="1100" b="1"/>
              <a:t>built-in tools and custom tools</a:t>
            </a:r>
            <a:r>
              <a:rPr lang="en-IN" sz="1100"/>
              <a:t> that the model can use when a request requires them.</a:t>
            </a:r>
          </a:p>
          <a:p>
            <a:pPr lvl="0"/>
            <a:r>
              <a:rPr lang="en-IN" sz="1100"/>
              <a:t>Built-in capabilities can include tasks such as calculations, getting the current time, running Python code, working with files, accessing AWS services, or using retrieval and memory systems.</a:t>
            </a:r>
          </a:p>
          <a:p>
            <a:pPr lvl="0"/>
            <a:r>
              <a:rPr lang="en-IN" sz="1100"/>
              <a:t>Developers can also create their own custom tools from Python functions so the agent can interact with application-specific logic.</a:t>
            </a:r>
          </a:p>
          <a:p>
            <a:pPr lvl="0"/>
            <a:r>
              <a:rPr lang="en-IN" sz="1100"/>
              <a:t>The agent examines the user’s request and decides which available tool is appropriate instead of requiring the user to call the function directly.</a:t>
            </a:r>
          </a:p>
          <a:p>
            <a:endParaRPr lang="en-IN" sz="1100" b="1"/>
          </a:p>
          <a:p>
            <a:r>
              <a:rPr lang="en-IN" sz="1100" b="1"/>
              <a:t>Simple Example:</a:t>
            </a:r>
            <a:endParaRPr lang="en-IN" sz="1100"/>
          </a:p>
          <a:p>
            <a:r>
              <a:rPr lang="en-IN" sz="1100"/>
              <a:t>User asks:</a:t>
            </a:r>
          </a:p>
          <a:p>
            <a:r>
              <a:rPr lang="en-IN" sz="1100" b="1"/>
              <a:t>“What time is it, calculate 450 × 18, and save the result.”</a:t>
            </a:r>
            <a:endParaRPr lang="en-IN" sz="1100"/>
          </a:p>
          <a:p>
            <a:r>
              <a:rPr lang="en-IN" sz="1100"/>
              <a:t>The agent could:</a:t>
            </a:r>
          </a:p>
          <a:p>
            <a:pPr lvl="0"/>
            <a:r>
              <a:rPr lang="en-IN" sz="1100"/>
              <a:t>Use a time tool.</a:t>
            </a:r>
          </a:p>
          <a:p>
            <a:pPr lvl="0"/>
            <a:r>
              <a:rPr lang="en-IN" sz="1100"/>
              <a:t>Use a calculator tool.</a:t>
            </a:r>
          </a:p>
          <a:p>
            <a:pPr lvl="0"/>
            <a:r>
              <a:rPr lang="en-IN" sz="1100"/>
              <a:t>Use a file tool.</a:t>
            </a:r>
          </a:p>
          <a:p>
            <a:pPr lvl="0"/>
            <a:r>
              <a:rPr lang="en-IN" sz="1100"/>
              <a:t>Combine the results into one response.</a:t>
            </a:r>
          </a:p>
          <a:p>
            <a:endParaRPr lang="en-IN" sz="1100" b="1"/>
          </a:p>
          <a:p>
            <a:r>
              <a:rPr lang="en-IN" sz="1100" b="1"/>
              <a:t>Key Point:</a:t>
            </a:r>
            <a:endParaRPr lang="en-IN" sz="1100"/>
          </a:p>
          <a:p>
            <a:r>
              <a:rPr lang="en-IN" sz="1100" b="1"/>
              <a:t>The user gives a goal; the agent decides which tools help complete it.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20500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50928-0F04-B903-5BFF-6824B3B3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Built-In Tools vs. Custom Tools</a:t>
            </a:r>
          </a:p>
        </p:txBody>
      </p:sp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C2600-6184-D5EB-DBD8-5C6D7CCD3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1300" b="1">
                <a:solidFill>
                  <a:schemeClr val="tx1">
                    <a:alpha val="80000"/>
                  </a:schemeClr>
                </a:solidFill>
              </a:rPr>
              <a:t>Built-In Tools</a:t>
            </a:r>
            <a:endParaRPr lang="en-IN" sz="13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These are ready-made capabilities that can be added to an agent without building every function from the beginning.</a:t>
            </a: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Examples can include calculators, time functions, Python execution, file operations, AWS service access, HTTP calls, or Knowledge Base retrieval.</a:t>
            </a:r>
          </a:p>
          <a:p>
            <a:r>
              <a:rPr lang="en-IN" sz="1300" b="1">
                <a:solidFill>
                  <a:schemeClr val="tx1">
                    <a:alpha val="80000"/>
                  </a:schemeClr>
                </a:solidFill>
              </a:rPr>
              <a:t>Custom Tools</a:t>
            </a:r>
            <a:endParaRPr lang="en-IN" sz="13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A custom tool is created when the application needs business-specific behavior that is not already available.</a:t>
            </a: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For example, a company could create a function called check_inventory(product_id) or create_support_ticket(issue) and provide it to the agent as a tool.</a:t>
            </a: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Custom tools allow the agent to connect AI reasoning with the real systems that an organization already uses.</a:t>
            </a:r>
          </a:p>
          <a:p>
            <a:pPr marL="0" indent="0">
              <a:buNone/>
            </a:pPr>
            <a:endParaRPr lang="en-IN" sz="13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300" b="1">
                <a:solidFill>
                  <a:schemeClr val="tx1">
                    <a:alpha val="80000"/>
                  </a:schemeClr>
                </a:solidFill>
              </a:rPr>
              <a:t>Simple Difference:</a:t>
            </a:r>
            <a:endParaRPr lang="en-IN" sz="1300">
              <a:solidFill>
                <a:schemeClr val="tx1">
                  <a:alpha val="80000"/>
                </a:schemeClr>
              </a:solidFill>
            </a:endParaRP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Built-in tool = common capability already available.</a:t>
            </a:r>
          </a:p>
          <a:p>
            <a:pPr lvl="0"/>
            <a:r>
              <a:rPr lang="en-IN" sz="1300">
                <a:solidFill>
                  <a:schemeClr val="tx1">
                    <a:alpha val="80000"/>
                  </a:schemeClr>
                </a:solidFill>
              </a:rPr>
              <a:t>Custom tool = capability created for a specific application.</a:t>
            </a:r>
          </a:p>
          <a:p>
            <a:endParaRPr lang="en-IN" sz="13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300" b="1">
                <a:solidFill>
                  <a:schemeClr val="tx1">
                    <a:alpha val="80000"/>
                  </a:schemeClr>
                </a:solidFill>
              </a:rPr>
              <a:t>Main Lesson:</a:t>
            </a:r>
            <a:endParaRPr lang="en-IN" sz="13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300" b="1">
                <a:solidFill>
                  <a:schemeClr val="tx1">
                    <a:alpha val="80000"/>
                  </a:schemeClr>
                </a:solidFill>
              </a:rPr>
              <a:t>The usefulness of an agent depends heavily on the tools that developers safely make available to it.</a:t>
            </a:r>
            <a:endParaRPr lang="en-IN" sz="13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1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09B31-EE3C-4DCE-88F0-EA3FE2AB8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82D9556-7EB0-4226-B5CF-E48584DA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17261" y="889461"/>
            <a:ext cx="3011208" cy="5138270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82D31-EA52-A382-654C-96467BAD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2503565"/>
            <a:ext cx="3619499" cy="1850872"/>
          </a:xfrm>
        </p:spPr>
        <p:txBody>
          <a:bodyPr>
            <a:normAutofit/>
          </a:bodyPr>
          <a:lstStyle/>
          <a:p>
            <a:r>
              <a:rPr lang="en-IN" sz="3700"/>
              <a:t>From One Strands Agent to Multiple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9D86-D229-0B82-2510-2FACA061C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40229"/>
            <a:ext cx="5669806" cy="5436734"/>
          </a:xfrm>
        </p:spPr>
        <p:txBody>
          <a:bodyPr anchor="ctr">
            <a:normAutofit/>
          </a:bodyPr>
          <a:lstStyle/>
          <a:p>
            <a:pPr lvl="0"/>
            <a:r>
              <a:rPr lang="en-IN" sz="1400"/>
              <a:t>Strands can be used not only for one tool-using agent but also for </a:t>
            </a:r>
            <a:r>
              <a:rPr lang="en-IN" sz="1400" b="1"/>
              <a:t>specialized agents that work together as a multi-agent system</a:t>
            </a:r>
            <a:r>
              <a:rPr lang="en-IN" sz="1400"/>
              <a:t>.</a:t>
            </a:r>
          </a:p>
          <a:p>
            <a:pPr lvl="0"/>
            <a:r>
              <a:rPr lang="en-IN" sz="1400"/>
              <a:t>Each agent may receive a different system prompt, a different set of tools, and a different responsibility.</a:t>
            </a:r>
          </a:p>
          <a:p>
            <a:pPr lvl="0"/>
            <a:r>
              <a:rPr lang="en-IN" sz="1400"/>
              <a:t>A larger task can be divided so that one agent does not need to understand every part of the problem.</a:t>
            </a:r>
          </a:p>
          <a:p>
            <a:endParaRPr lang="en-IN" sz="1400" b="1"/>
          </a:p>
          <a:p>
            <a:r>
              <a:rPr lang="en-IN" sz="1400" b="1"/>
              <a:t>Example: Software Project Assistant</a:t>
            </a:r>
            <a:endParaRPr lang="en-IN" sz="1400"/>
          </a:p>
          <a:p>
            <a:pPr lvl="0"/>
            <a:r>
              <a:rPr lang="en-IN" sz="1400" b="1"/>
              <a:t>Requirement Agent</a:t>
            </a:r>
            <a:r>
              <a:rPr lang="en-IN" sz="1400"/>
              <a:t> – understands the requested features.</a:t>
            </a:r>
          </a:p>
          <a:p>
            <a:pPr lvl="0"/>
            <a:r>
              <a:rPr lang="en-IN" sz="1400" b="1"/>
              <a:t>Development Agent</a:t>
            </a:r>
            <a:r>
              <a:rPr lang="en-IN" sz="1400"/>
              <a:t> – creates code ideas.</a:t>
            </a:r>
          </a:p>
          <a:p>
            <a:pPr lvl="0"/>
            <a:r>
              <a:rPr lang="en-IN" sz="1400" b="1"/>
              <a:t>Testing Agent</a:t>
            </a:r>
            <a:r>
              <a:rPr lang="en-IN" sz="1400"/>
              <a:t> – checks possible problems.</a:t>
            </a:r>
          </a:p>
          <a:p>
            <a:pPr lvl="0"/>
            <a:r>
              <a:rPr lang="en-IN" sz="1400" b="1"/>
              <a:t>Documentation Agent</a:t>
            </a:r>
            <a:r>
              <a:rPr lang="en-IN" sz="1400"/>
              <a:t> – explains how the system works.</a:t>
            </a:r>
          </a:p>
          <a:p>
            <a:pPr lvl="0"/>
            <a:r>
              <a:rPr lang="en-IN" sz="1400"/>
              <a:t>A coordinating layer can decide which agent should work first and how the outputs should be passed between them.</a:t>
            </a:r>
          </a:p>
          <a:p>
            <a:endParaRPr lang="en-IN" sz="1400" b="1"/>
          </a:p>
          <a:p>
            <a:r>
              <a:rPr lang="en-IN" sz="1400" b="1"/>
              <a:t>Main Idea:</a:t>
            </a:r>
            <a:endParaRPr lang="en-IN" sz="1400"/>
          </a:p>
          <a:p>
            <a:r>
              <a:rPr lang="en-IN" sz="1400" b="1"/>
              <a:t>Specialization lets each agent focus on doing one job well instead of doing every job at once.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901300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F2B8-3A97-56A2-9778-748E1E3C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AWS Agent Squad?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22C51D-59C0-ED51-7426-3994DE0893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22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98A23-D916-87BA-7538-4F4923D0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en-IN"/>
              <a:t>Intelligent Routing in Agent Squad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3E4B-8B57-EBC6-5AC0-FA5EE95EB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332" y="838199"/>
            <a:ext cx="6051468" cy="5338763"/>
          </a:xfrm>
        </p:spPr>
        <p:txBody>
          <a:bodyPr anchor="ctr">
            <a:normAutofit/>
          </a:bodyPr>
          <a:lstStyle/>
          <a:p>
            <a:pPr lvl="0"/>
            <a:r>
              <a:rPr lang="en-IN" sz="1000"/>
              <a:t>Intelligent routing means the system does not send every request to every agent.</a:t>
            </a:r>
          </a:p>
          <a:p>
            <a:pPr lvl="0"/>
            <a:r>
              <a:rPr lang="en-IN" sz="1000"/>
              <a:t>A routing component first examines the user’s intent and decides which specialized agent is the best match.</a:t>
            </a:r>
          </a:p>
          <a:p>
            <a:endParaRPr lang="en-IN" sz="1000" b="1"/>
          </a:p>
          <a:p>
            <a:r>
              <a:rPr lang="en-IN" sz="1000" b="1"/>
              <a:t>Example Agents:</a:t>
            </a:r>
            <a:endParaRPr lang="en-IN" sz="1000"/>
          </a:p>
          <a:p>
            <a:pPr lvl="0"/>
            <a:r>
              <a:rPr lang="en-IN" sz="1000"/>
              <a:t>Banking Agent</a:t>
            </a:r>
          </a:p>
          <a:p>
            <a:pPr lvl="0"/>
            <a:r>
              <a:rPr lang="en-IN" sz="1000"/>
              <a:t>Travel Agent</a:t>
            </a:r>
          </a:p>
          <a:p>
            <a:pPr lvl="0"/>
            <a:r>
              <a:rPr lang="en-IN" sz="1000"/>
              <a:t>Technical Support Agent</a:t>
            </a:r>
          </a:p>
          <a:p>
            <a:pPr lvl="0"/>
            <a:r>
              <a:rPr lang="en-IN" sz="1000"/>
              <a:t>General Assistant</a:t>
            </a:r>
          </a:p>
          <a:p>
            <a:r>
              <a:rPr lang="en-IN" sz="1000"/>
              <a:t>User asks:</a:t>
            </a:r>
          </a:p>
          <a:p>
            <a:r>
              <a:rPr lang="en-IN" sz="1000" b="1"/>
              <a:t>“Why was I charged twice for my subscription?”</a:t>
            </a:r>
            <a:endParaRPr lang="en-IN" sz="1000"/>
          </a:p>
          <a:p>
            <a:r>
              <a:rPr lang="en-IN" sz="1000"/>
              <a:t>Possible workflow:</a:t>
            </a:r>
          </a:p>
          <a:p>
            <a:r>
              <a:rPr lang="en-IN" sz="1000" b="1"/>
              <a:t>User Request</a:t>
            </a:r>
            <a:br>
              <a:rPr lang="en-IN" sz="1000"/>
            </a:br>
            <a:r>
              <a:rPr lang="en-IN" sz="1000"/>
              <a:t>→ Intent Classification</a:t>
            </a:r>
            <a:br>
              <a:rPr lang="en-IN" sz="1000"/>
            </a:br>
            <a:r>
              <a:rPr lang="en-IN" sz="1000"/>
              <a:t>→ Billing/Banking Agent</a:t>
            </a:r>
            <a:br>
              <a:rPr lang="en-IN" sz="1000"/>
            </a:br>
            <a:r>
              <a:rPr lang="en-IN" sz="1000"/>
              <a:t>→ Specialized Response</a:t>
            </a:r>
          </a:p>
          <a:p>
            <a:pPr lvl="0"/>
            <a:r>
              <a:rPr lang="en-IN" sz="1000"/>
              <a:t>Routing can make the system more efficient because only the relevant agent receives the task.</a:t>
            </a:r>
          </a:p>
          <a:p>
            <a:pPr lvl="0"/>
            <a:r>
              <a:rPr lang="en-IN" sz="1000"/>
              <a:t>It also keeps each agent focused on the requests it was designed to handle.</a:t>
            </a:r>
          </a:p>
          <a:p>
            <a:endParaRPr lang="en-IN" sz="1000" b="1"/>
          </a:p>
          <a:p>
            <a:r>
              <a:rPr lang="en-IN" sz="1000" b="1"/>
              <a:t>Key Point:</a:t>
            </a:r>
            <a:endParaRPr lang="en-IN" sz="1000"/>
          </a:p>
          <a:p>
            <a:r>
              <a:rPr lang="en-IN" sz="1000" b="1"/>
              <a:t>Routing is like an intelligent receptionist that sends each request to the correct specialist.</a:t>
            </a:r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158620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A117E-6F33-8EBD-1640-D1858C8A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IN" sz="4000"/>
              <a:t>Supervisor Agent and Shared Context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BCDAFC50-4CD7-043A-1FE6-C434BA9E1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3D3F-50D6-D1A1-543A-0D4521F9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pPr lvl="0"/>
            <a:r>
              <a:rPr lang="en-IN" sz="1100"/>
              <a:t>Some requests are too complex for one specialized agent, so a </a:t>
            </a:r>
            <a:r>
              <a:rPr lang="en-IN" sz="1100" b="1"/>
              <a:t>Supervisor Agent</a:t>
            </a:r>
            <a:r>
              <a:rPr lang="en-IN" sz="1100"/>
              <a:t> can coordinate work across several agents.</a:t>
            </a:r>
          </a:p>
          <a:p>
            <a:pPr lvl="0"/>
            <a:r>
              <a:rPr lang="en-IN" sz="1100"/>
              <a:t>The supervisor can understand the overall goal, assign parts of the task to appropriate agents, and combine their results into a final response.</a:t>
            </a:r>
          </a:p>
          <a:p>
            <a:pPr lvl="0"/>
            <a:r>
              <a:rPr lang="en-IN" sz="1100"/>
              <a:t>Agent Squad can also share context between agents so important information does not need to be completely rediscovered every time another agent joins the workflow.</a:t>
            </a:r>
          </a:p>
          <a:p>
            <a:endParaRPr lang="en-IN" sz="1100" b="1"/>
          </a:p>
          <a:p>
            <a:r>
              <a:rPr lang="en-IN" sz="1100" b="1"/>
              <a:t>Example Request:</a:t>
            </a:r>
            <a:endParaRPr lang="en-IN" sz="1100"/>
          </a:p>
          <a:p>
            <a:r>
              <a:rPr lang="en-IN" sz="1100" b="1"/>
              <a:t>“Plan a business trip to Seattle and make sure it stays under $1,500.”</a:t>
            </a:r>
            <a:endParaRPr lang="en-IN" sz="1100"/>
          </a:p>
          <a:p>
            <a:r>
              <a:rPr lang="en-IN" sz="1100"/>
              <a:t>Possible workflow:</a:t>
            </a:r>
          </a:p>
          <a:p>
            <a:pPr lvl="0"/>
            <a:r>
              <a:rPr lang="en-IN" sz="1100"/>
              <a:t>Travel Agent finds flights.</a:t>
            </a:r>
          </a:p>
          <a:p>
            <a:pPr lvl="0"/>
            <a:r>
              <a:rPr lang="en-IN" sz="1100"/>
              <a:t>Hotel Agent checks lodging.</a:t>
            </a:r>
          </a:p>
          <a:p>
            <a:pPr lvl="0"/>
            <a:r>
              <a:rPr lang="en-IN" sz="1100"/>
              <a:t>Budget Agent calculates total cost.</a:t>
            </a:r>
          </a:p>
          <a:p>
            <a:pPr lvl="0"/>
            <a:r>
              <a:rPr lang="en-IN" sz="1100"/>
              <a:t>Supervisor Agent compares the results and prepares the final plan.</a:t>
            </a:r>
          </a:p>
          <a:p>
            <a:endParaRPr lang="en-IN" sz="1100" b="1"/>
          </a:p>
          <a:p>
            <a:r>
              <a:rPr lang="en-IN" sz="1100" b="1"/>
              <a:t>Why Shared Context Matters:</a:t>
            </a:r>
            <a:endParaRPr lang="en-IN" sz="1100"/>
          </a:p>
          <a:p>
            <a:pPr lvl="0"/>
            <a:r>
              <a:rPr lang="en-IN" sz="1100"/>
              <a:t>Agents understand the same overall request.</a:t>
            </a:r>
          </a:p>
          <a:p>
            <a:pPr lvl="0"/>
            <a:r>
              <a:rPr lang="en-IN" sz="1100"/>
              <a:t>Important user information can stay consistent.</a:t>
            </a:r>
          </a:p>
          <a:p>
            <a:pPr lvl="0"/>
            <a:r>
              <a:rPr lang="en-IN" sz="1100"/>
              <a:t>Results from one agent can help another agent continue the task.</a:t>
            </a:r>
          </a:p>
        </p:txBody>
      </p:sp>
    </p:spTree>
    <p:extLst>
      <p:ext uri="{BB962C8B-B14F-4D97-AF65-F5344CB8AC3E}">
        <p14:creationId xmlns:p14="http://schemas.microsoft.com/office/powerpoint/2010/main" val="306905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CBD47-7D32-0783-7815-4926AC44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Strands Agents vs. Agent Squad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A357-0404-8D98-A37D-704AF0E69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IN" sz="1100"/>
              <a:t>Both technologies work with AI agents, but they emphasize different parts of the system.</a:t>
            </a:r>
          </a:p>
          <a:p>
            <a:r>
              <a:rPr lang="en-IN" sz="1100" b="1"/>
              <a:t>Strands Agents</a:t>
            </a:r>
            <a:endParaRPr lang="en-IN" sz="1100"/>
          </a:p>
          <a:p>
            <a:pPr lvl="0"/>
            <a:r>
              <a:rPr lang="en-IN" sz="1100"/>
              <a:t>Focuses strongly on </a:t>
            </a:r>
            <a:r>
              <a:rPr lang="en-IN" sz="1100" b="1"/>
              <a:t>building agents and giving them tools</a:t>
            </a:r>
            <a:r>
              <a:rPr lang="en-IN" sz="1100"/>
              <a:t>.</a:t>
            </a:r>
          </a:p>
          <a:p>
            <a:pPr lvl="0"/>
            <a:r>
              <a:rPr lang="en-IN" sz="1100"/>
              <a:t>Useful for custom agent loops and specialized capabilities.</a:t>
            </a:r>
          </a:p>
          <a:p>
            <a:pPr lvl="0"/>
            <a:r>
              <a:rPr lang="en-IN" sz="1100"/>
              <a:t>Supports built-in and custom tools.</a:t>
            </a:r>
          </a:p>
          <a:p>
            <a:pPr lvl="0"/>
            <a:r>
              <a:rPr lang="en-IN" sz="1100"/>
              <a:t>Integrates with Bedrock, Lambda, Step Functions, and other services.</a:t>
            </a:r>
          </a:p>
          <a:p>
            <a:pPr lvl="0"/>
            <a:r>
              <a:rPr lang="en-IN" sz="1100"/>
              <a:t>Can also be used to build multi-agent systems.</a:t>
            </a:r>
          </a:p>
          <a:p>
            <a:r>
              <a:rPr lang="en-IN" sz="1100" b="1"/>
              <a:t>AWS Agent Squad</a:t>
            </a:r>
            <a:endParaRPr lang="en-IN" sz="1100"/>
          </a:p>
          <a:p>
            <a:pPr lvl="0"/>
            <a:r>
              <a:rPr lang="en-IN" sz="1100"/>
              <a:t>Focuses strongly on </a:t>
            </a:r>
            <a:r>
              <a:rPr lang="en-IN" sz="1100" b="1"/>
              <a:t>routing and coordinating multiple agents</a:t>
            </a:r>
            <a:r>
              <a:rPr lang="en-IN" sz="1100"/>
              <a:t>.</a:t>
            </a:r>
          </a:p>
          <a:p>
            <a:pPr lvl="0"/>
            <a:r>
              <a:rPr lang="en-IN" sz="1100"/>
              <a:t>Uses intent classification to select the right agent.</a:t>
            </a:r>
          </a:p>
          <a:p>
            <a:pPr lvl="0"/>
            <a:r>
              <a:rPr lang="en-IN" sz="1100"/>
              <a:t>Can share context across agents.</a:t>
            </a:r>
          </a:p>
          <a:p>
            <a:pPr lvl="0"/>
            <a:r>
              <a:rPr lang="en-IN" sz="1100"/>
              <a:t>Supports orchestration and Supervisor Agent patterns.</a:t>
            </a:r>
          </a:p>
          <a:p>
            <a:pPr lvl="0"/>
            <a:r>
              <a:rPr lang="en-IN" sz="1100"/>
              <a:t>Useful when an application contains several specialized agents.</a:t>
            </a:r>
          </a:p>
          <a:p>
            <a:r>
              <a:rPr lang="en-IN" sz="1100" b="1"/>
              <a:t>Easy Way to Remember:</a:t>
            </a:r>
            <a:endParaRPr lang="en-IN" sz="1100"/>
          </a:p>
          <a:p>
            <a:r>
              <a:rPr lang="en-IN" sz="1100" b="1"/>
              <a:t>Strands → Build capable agents and tool usage.</a:t>
            </a:r>
            <a:endParaRPr lang="en-IN" sz="1100"/>
          </a:p>
          <a:p>
            <a:r>
              <a:rPr lang="en-IN" sz="1100" b="1"/>
              <a:t>Agent Squad → Route and coordinate work between agents.</a:t>
            </a:r>
            <a:endParaRPr lang="en-IN" sz="1100"/>
          </a:p>
          <a:p>
            <a:r>
              <a:rPr lang="en-IN" sz="1100" b="1"/>
              <a:t>Complete Example</a:t>
            </a:r>
          </a:p>
          <a:p>
            <a:r>
              <a:rPr lang="en-IN" sz="1100" b="1"/>
              <a:t>User → Agent Squad Router → Specialized Strands Agent → Tools → Result → User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402499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53EEF-288E-5F54-725B-71168869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IN" sz="4000"/>
              <a:t>Key Takeaways &amp; Thank You</a:t>
            </a:r>
          </a:p>
        </p:txBody>
      </p:sp>
      <p:pic>
        <p:nvPicPr>
          <p:cNvPr id="13" name="Graphic 12" descr="Call center">
            <a:extLst>
              <a:ext uri="{FF2B5EF4-FFF2-40B4-BE49-F238E27FC236}">
                <a16:creationId xmlns:a16="http://schemas.microsoft.com/office/drawing/2014/main" id="{0AA540D1-3BB7-AD9B-8C89-587BCBC81A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1B5A2-2B58-ABB2-11A2-EAEA10B8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3" y="302859"/>
            <a:ext cx="7153148" cy="6482338"/>
          </a:xfrm>
        </p:spPr>
        <p:txBody>
          <a:bodyPr anchor="ctr">
            <a:noAutofit/>
          </a:bodyPr>
          <a:lstStyle/>
          <a:p>
            <a:r>
              <a:rPr lang="en-IN" sz="1100" b="1" dirty="0"/>
              <a:t>Key Takeaways</a:t>
            </a:r>
            <a:endParaRPr lang="en-IN" sz="1100" dirty="0"/>
          </a:p>
          <a:p>
            <a:pPr lvl="0"/>
            <a:r>
              <a:rPr lang="en-IN" sz="1100" dirty="0"/>
              <a:t>Multi-agent systems divide a large problem among </a:t>
            </a:r>
            <a:r>
              <a:rPr lang="en-IN" sz="1100" b="1" dirty="0"/>
              <a:t>specialized AI agents</a:t>
            </a:r>
            <a:r>
              <a:rPr lang="en-IN" sz="1100" dirty="0"/>
              <a:t> instead of expecting one agent to handle every responsibility.</a:t>
            </a:r>
          </a:p>
          <a:p>
            <a:pPr lvl="0"/>
            <a:r>
              <a:rPr lang="en-IN" sz="1100" dirty="0"/>
              <a:t>Common workflow patterns include </a:t>
            </a:r>
            <a:r>
              <a:rPr lang="en-IN" sz="1100" b="1" dirty="0"/>
              <a:t>routing, parallelization, prompt chaining, and evaluator–optimizer designs</a:t>
            </a:r>
            <a:r>
              <a:rPr lang="en-IN" sz="1100" dirty="0"/>
              <a:t>.</a:t>
            </a:r>
          </a:p>
          <a:p>
            <a:pPr lvl="0"/>
            <a:r>
              <a:rPr lang="en-IN" sz="1100" dirty="0"/>
              <a:t>Specialized agents can have their own instructions, tools, memory, and areas of responsibility.</a:t>
            </a:r>
          </a:p>
          <a:p>
            <a:pPr lvl="0"/>
            <a:r>
              <a:rPr lang="en-IN" sz="1100" b="1" dirty="0"/>
              <a:t>Strands Agents</a:t>
            </a:r>
            <a:r>
              <a:rPr lang="en-IN" sz="1100" dirty="0"/>
              <a:t> provides an open-source framework for building agents with built-in and custom tools.</a:t>
            </a:r>
          </a:p>
          <a:p>
            <a:pPr lvl="0"/>
            <a:r>
              <a:rPr lang="en-IN" sz="1100" dirty="0"/>
              <a:t>Strands can integrate closely with AWS services while still supporting models and tools outside AWS.</a:t>
            </a:r>
          </a:p>
          <a:p>
            <a:pPr lvl="0"/>
            <a:r>
              <a:rPr lang="en-IN" sz="1100" b="1" dirty="0"/>
              <a:t>AWS Agent Squad</a:t>
            </a:r>
            <a:r>
              <a:rPr lang="en-IN" sz="1100" dirty="0"/>
              <a:t> focuses on intelligent routing, shared context, and coordination between multiple specialized agents.</a:t>
            </a:r>
          </a:p>
          <a:p>
            <a:pPr lvl="0"/>
            <a:r>
              <a:rPr lang="en-IN" sz="1100" dirty="0"/>
              <a:t>A </a:t>
            </a:r>
            <a:r>
              <a:rPr lang="en-IN" sz="1100" b="1" dirty="0"/>
              <a:t>Supervisor Agent</a:t>
            </a:r>
            <a:r>
              <a:rPr lang="en-IN" sz="1100" dirty="0"/>
              <a:t> can manage complex requests that require several agents to contribute to one final result.</a:t>
            </a:r>
          </a:p>
          <a:p>
            <a:pPr lvl="0"/>
            <a:r>
              <a:rPr lang="en-IN" sz="1100" dirty="0"/>
              <a:t>Strands and Agent Squad can complement each other: one can help create capable agents while the other helps organize which agent should handle the work.</a:t>
            </a:r>
          </a:p>
          <a:p>
            <a:endParaRPr lang="en-IN" sz="1100" b="1" dirty="0"/>
          </a:p>
          <a:p>
            <a:r>
              <a:rPr lang="en-IN" sz="1100" b="1" dirty="0"/>
              <a:t>Main Lesson:</a:t>
            </a:r>
            <a:endParaRPr lang="en-IN" sz="1100" dirty="0"/>
          </a:p>
          <a:p>
            <a:r>
              <a:rPr lang="en-IN" sz="1100" b="1" dirty="0"/>
              <a:t>A strong multi-agent system is not created by simply adding more AI agents. It is created by giving each agent a clear responsibility and designing how those agents communicate, share information, and work together toward one goal.</a:t>
            </a:r>
            <a:endParaRPr lang="en-IN" sz="1100" dirty="0"/>
          </a:p>
          <a:p>
            <a:endParaRPr lang="en-IN" sz="1100" b="1" dirty="0"/>
          </a:p>
          <a:p>
            <a:r>
              <a:rPr lang="en-IN" sz="1100" b="1" dirty="0"/>
              <a:t>Thank You</a:t>
            </a:r>
            <a:endParaRPr lang="en-IN" sz="1100" dirty="0"/>
          </a:p>
          <a:p>
            <a:endParaRPr lang="en-IN" sz="1100" dirty="0"/>
          </a:p>
          <a:p>
            <a:r>
              <a:rPr lang="en-IN" sz="1100" dirty="0"/>
              <a:t>Presented by: </a:t>
            </a:r>
            <a:r>
              <a:rPr lang="en-IN" sz="1100" b="1" dirty="0"/>
              <a:t>Akash Patel</a:t>
            </a:r>
            <a:endParaRPr lang="en-IN" sz="1100" dirty="0"/>
          </a:p>
          <a:p>
            <a:r>
              <a:rPr lang="en-IN" sz="1100" b="1" dirty="0"/>
              <a:t>Concordia University Chicago</a:t>
            </a:r>
          </a:p>
          <a:p>
            <a:endParaRPr lang="en-IN" sz="1100" dirty="0"/>
          </a:p>
          <a:p>
            <a:r>
              <a:rPr lang="en-IN" sz="1100" dirty="0"/>
              <a:t>Special thanks to </a:t>
            </a:r>
            <a:r>
              <a:rPr lang="en-IN" sz="1100" b="1" dirty="0"/>
              <a:t>Professor Dr. Victor </a:t>
            </a:r>
            <a:r>
              <a:rPr lang="en-IN" sz="1100" b="1" dirty="0" err="1"/>
              <a:t>Govindaswamy</a:t>
            </a:r>
            <a:r>
              <a:rPr lang="en-IN" sz="1100" dirty="0"/>
              <a:t> for his continued guidance and support throughout my learning journey. This topic helped me understand that advanced AI applications can be designed more like a team, where different agents have different responsibilities and collaborate to solve larger problems.</a:t>
            </a:r>
          </a:p>
        </p:txBody>
      </p:sp>
    </p:spTree>
    <p:extLst>
      <p:ext uri="{BB962C8B-B14F-4D97-AF65-F5344CB8AC3E}">
        <p14:creationId xmlns:p14="http://schemas.microsoft.com/office/powerpoint/2010/main" val="216052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2124</Words>
  <Application>Microsoft Office PowerPoint</Application>
  <PresentationFormat>Widescreen</PresentationFormat>
  <Paragraphs>185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Building Multi-Agent AI Systems Strands Agents, Agent Tools, and AWS Agent Squad</vt:lpstr>
      <vt:lpstr>Why Move Beyond a Single AI Agent?</vt:lpstr>
      <vt:lpstr>What Is a Multi-Agent Workflow?</vt:lpstr>
      <vt:lpstr>Common Ways Multiple Agents Can Work Together</vt:lpstr>
      <vt:lpstr>Why Specialized Agents Can Be Better</vt:lpstr>
      <vt:lpstr>What Are Strands Agents?</vt:lpstr>
      <vt:lpstr>How a Strands Agent Uses Tools</vt:lpstr>
      <vt:lpstr>Built-In Tools vs. Custom Tools</vt:lpstr>
      <vt:lpstr>From One Strands Agent to Multiple Agents</vt:lpstr>
      <vt:lpstr>What Is AWS Agent Squad?</vt:lpstr>
      <vt:lpstr>Intelligent Routing in Agent Squad</vt:lpstr>
      <vt:lpstr>Supervisor Agent and Shared Context</vt:lpstr>
      <vt:lpstr>Strands Agents vs. Agent Squad</vt:lpstr>
      <vt:lpstr>Key Takeaways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Patel</dc:creator>
  <cp:lastModifiedBy>Akash Patel</cp:lastModifiedBy>
  <cp:revision>4</cp:revision>
  <dcterms:created xsi:type="dcterms:W3CDTF">2026-10-08T03:47:44Z</dcterms:created>
  <dcterms:modified xsi:type="dcterms:W3CDTF">2026-10-12T23:20:46Z</dcterms:modified>
</cp:coreProperties>
</file>