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3" d="100"/>
          <a:sy n="83" d="100"/>
        </p:scale>
        <p:origin x="40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_rels/data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6" Type="http://schemas.openxmlformats.org/officeDocument/2006/relationships/image" Target="../media/image14.svg"/><Relationship Id="rId5" Type="http://schemas.openxmlformats.org/officeDocument/2006/relationships/image" Target="../media/image2.svg"/><Relationship Id="rId4" Type="http://schemas.openxmlformats.org/officeDocument/2006/relationships/image" Target="../media/image13.svg"/></Relationships>
</file>

<file path=ppt/diagrams/_rels/data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6.svg"/><Relationship Id="rId1" Type="http://schemas.openxmlformats.org/officeDocument/2006/relationships/image" Target="../media/image15.svg"/><Relationship Id="rId6" Type="http://schemas.openxmlformats.org/officeDocument/2006/relationships/image" Target="../media/image17.svg"/><Relationship Id="rId5" Type="http://schemas.openxmlformats.org/officeDocument/2006/relationships/image" Target="../media/image10.svg"/><Relationship Id="rId4" Type="http://schemas.openxmlformats.org/officeDocument/2006/relationships/image" Target="../media/image12.svg"/></Relationships>
</file>

<file path=ppt/diagrams/_rels/data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2.svg"/><Relationship Id="rId1" Type="http://schemas.openxmlformats.org/officeDocument/2006/relationships/image" Target="../media/image18.svg"/><Relationship Id="rId5" Type="http://schemas.openxmlformats.org/officeDocument/2006/relationships/image" Target="../media/image15.svg"/><Relationship Id="rId4" Type="http://schemas.openxmlformats.org/officeDocument/2006/relationships/image" Target="../media/image20.svg"/></Relationships>
</file>

<file path=ppt/diagrams/_rels/data7.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4.svg"/><Relationship Id="rId2" Type="http://schemas.openxmlformats.org/officeDocument/2006/relationships/image" Target="../media/image15.svg"/><Relationship Id="rId1" Type="http://schemas.openxmlformats.org/officeDocument/2006/relationships/image" Target="../media/image21.svg"/><Relationship Id="rId6" Type="http://schemas.openxmlformats.org/officeDocument/2006/relationships/image" Target="../media/image17.svg"/><Relationship Id="rId5" Type="http://schemas.openxmlformats.org/officeDocument/2006/relationships/image" Target="../media/image10.svg"/><Relationship Id="rId4" Type="http://schemas.openxmlformats.org/officeDocument/2006/relationships/image" Target="../media/image2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6" Type="http://schemas.openxmlformats.org/officeDocument/2006/relationships/image" Target="../media/image14.svg"/><Relationship Id="rId5" Type="http://schemas.openxmlformats.org/officeDocument/2006/relationships/image" Target="../media/image2.svg"/><Relationship Id="rId4" Type="http://schemas.openxmlformats.org/officeDocument/2006/relationships/image" Target="../media/image13.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6.svg"/><Relationship Id="rId1" Type="http://schemas.openxmlformats.org/officeDocument/2006/relationships/image" Target="../media/image15.svg"/><Relationship Id="rId6" Type="http://schemas.openxmlformats.org/officeDocument/2006/relationships/image" Target="../media/image17.svg"/><Relationship Id="rId5" Type="http://schemas.openxmlformats.org/officeDocument/2006/relationships/image" Target="../media/image10.svg"/><Relationship Id="rId4" Type="http://schemas.openxmlformats.org/officeDocument/2006/relationships/image" Target="../media/image12.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2.svg"/><Relationship Id="rId1" Type="http://schemas.openxmlformats.org/officeDocument/2006/relationships/image" Target="../media/image18.svg"/><Relationship Id="rId5" Type="http://schemas.openxmlformats.org/officeDocument/2006/relationships/image" Target="../media/image15.svg"/><Relationship Id="rId4" Type="http://schemas.openxmlformats.org/officeDocument/2006/relationships/image" Target="../media/image20.svg"/></Relationships>
</file>

<file path=ppt/diagrams/_rels/drawing7.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4.svg"/><Relationship Id="rId2" Type="http://schemas.openxmlformats.org/officeDocument/2006/relationships/image" Target="../media/image15.svg"/><Relationship Id="rId1" Type="http://schemas.openxmlformats.org/officeDocument/2006/relationships/image" Target="../media/image21.svg"/><Relationship Id="rId6" Type="http://schemas.openxmlformats.org/officeDocument/2006/relationships/image" Target="../media/image17.svg"/><Relationship Id="rId5" Type="http://schemas.openxmlformats.org/officeDocument/2006/relationships/image" Target="../media/image10.svg"/><Relationship Id="rId4" Type="http://schemas.openxmlformats.org/officeDocument/2006/relationships/image" Target="../media/image23.svg"/></Relationships>
</file>

<file path=ppt/diagrams/colors1.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1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2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4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4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F64DF7-4DEF-434E-8E3A-D267740B4111}" type="doc">
      <dgm:prSet loTypeId="urn:microsoft.com/office/officeart/2018/2/layout/IconVerticalSolidList" loCatId="icon" qsTypeId="urn:microsoft.com/office/officeart/2005/8/quickstyle/simple1#3" qsCatId="simple" csTypeId="urn:microsoft.com/office/officeart/2005/8/colors/accent1_2#3" csCatId="accent1" phldr="1"/>
      <dgm:spPr/>
      <dgm:t>
        <a:bodyPr/>
        <a:lstStyle/>
        <a:p>
          <a:endParaRPr lang="en-US"/>
        </a:p>
      </dgm:t>
    </dgm:pt>
    <dgm:pt modelId="{6A865074-1CEF-4BEF-BFF9-F5F01D48111F}">
      <dgm:prSet/>
      <dgm:spPr/>
      <dgm:t>
        <a:bodyPr/>
        <a:lstStyle/>
        <a:p>
          <a:pPr>
            <a:lnSpc>
              <a:spcPct val="100000"/>
            </a:lnSpc>
          </a:pPr>
          <a:r>
            <a:rPr lang="en-IN" b="1"/>
            <a:t>In the previous weeks, I studied how data is prepared before it is used by Generative AI.</a:t>
          </a:r>
          <a:r>
            <a:rPr lang="en-IN"/>
            <a:t> Now the next question is how an application can search large amounts of prepared information quickly and return only the most useful results. </a:t>
          </a:r>
          <a:endParaRPr lang="en-US"/>
        </a:p>
      </dgm:t>
    </dgm:pt>
    <dgm:pt modelId="{25A39CF7-4A2F-4152-95CB-43583C0CD12E}" type="parTrans" cxnId="{08C5B69D-FEF0-453F-A3DC-893E715AE759}">
      <dgm:prSet/>
      <dgm:spPr/>
      <dgm:t>
        <a:bodyPr/>
        <a:lstStyle/>
        <a:p>
          <a:endParaRPr lang="en-US"/>
        </a:p>
      </dgm:t>
    </dgm:pt>
    <dgm:pt modelId="{EF5CBA7E-250C-4186-B202-750F13361458}" type="sibTrans" cxnId="{08C5B69D-FEF0-453F-A3DC-893E715AE759}">
      <dgm:prSet/>
      <dgm:spPr/>
      <dgm:t>
        <a:bodyPr/>
        <a:lstStyle/>
        <a:p>
          <a:endParaRPr lang="en-US"/>
        </a:p>
      </dgm:t>
    </dgm:pt>
    <dgm:pt modelId="{406D1713-9F22-4F7B-8A47-0640987852B0}">
      <dgm:prSet/>
      <dgm:spPr/>
      <dgm:t>
        <a:bodyPr/>
        <a:lstStyle/>
        <a:p>
          <a:pPr>
            <a:lnSpc>
              <a:spcPct val="100000"/>
            </a:lnSpc>
          </a:pPr>
          <a:r>
            <a:rPr lang="en-IN" b="1"/>
            <a:t>Amazon OpenSearch Service is important because it is built for search and analytics.</a:t>
          </a:r>
          <a:r>
            <a:rPr lang="en-IN"/>
            <a:t> It can search normal text and structured information, but it can also work with vector embeddings, which makes it useful in modern RAG and Generative AI applications. </a:t>
          </a:r>
          <a:endParaRPr lang="en-US"/>
        </a:p>
      </dgm:t>
    </dgm:pt>
    <dgm:pt modelId="{A788FFE7-F0BE-4E08-BCF3-3D0193C9EC83}" type="parTrans" cxnId="{ADE62AAE-7B8B-4E1C-887A-9A4D088FDC0F}">
      <dgm:prSet/>
      <dgm:spPr/>
      <dgm:t>
        <a:bodyPr/>
        <a:lstStyle/>
        <a:p>
          <a:endParaRPr lang="en-US"/>
        </a:p>
      </dgm:t>
    </dgm:pt>
    <dgm:pt modelId="{F4F4FA77-EE52-44A6-8A20-9D1D33EB0F80}" type="sibTrans" cxnId="{ADE62AAE-7B8B-4E1C-887A-9A4D088FDC0F}">
      <dgm:prSet/>
      <dgm:spPr/>
      <dgm:t>
        <a:bodyPr/>
        <a:lstStyle/>
        <a:p>
          <a:endParaRPr lang="en-US"/>
        </a:p>
      </dgm:t>
    </dgm:pt>
    <dgm:pt modelId="{F8905AEF-6F4E-4F36-8298-CE37E3B725D4}">
      <dgm:prSet/>
      <dgm:spPr/>
      <dgm:t>
        <a:bodyPr/>
        <a:lstStyle/>
        <a:p>
          <a:pPr>
            <a:lnSpc>
              <a:spcPct val="100000"/>
            </a:lnSpc>
          </a:pPr>
          <a:r>
            <a:rPr lang="en-IN" b="1"/>
            <a:t>This video starts with normal OpenSearch concepts before moving into vector search.</a:t>
          </a:r>
          <a:r>
            <a:rPr lang="en-IN"/>
            <a:t> I will first explain documents, indices, shards, replicas, storage, security, and serverless operation. After that, I will connect those ideas with semantic search, hybrid search, and Amazon Bedrock. </a:t>
          </a:r>
          <a:endParaRPr lang="en-US"/>
        </a:p>
      </dgm:t>
    </dgm:pt>
    <dgm:pt modelId="{8937D97C-7350-42D6-8DBF-AB7AAD2FBEC6}" type="parTrans" cxnId="{5A187A3F-C424-48D3-BEA8-9F416C8DA3F5}">
      <dgm:prSet/>
      <dgm:spPr/>
      <dgm:t>
        <a:bodyPr/>
        <a:lstStyle/>
        <a:p>
          <a:endParaRPr lang="en-US"/>
        </a:p>
      </dgm:t>
    </dgm:pt>
    <dgm:pt modelId="{2F0041DB-82E2-4C5B-968C-E076EE54D241}" type="sibTrans" cxnId="{5A187A3F-C424-48D3-BEA8-9F416C8DA3F5}">
      <dgm:prSet/>
      <dgm:spPr/>
      <dgm:t>
        <a:bodyPr/>
        <a:lstStyle/>
        <a:p>
          <a:endParaRPr lang="en-US"/>
        </a:p>
      </dgm:t>
    </dgm:pt>
    <dgm:pt modelId="{3DCABC66-D571-439C-9913-D2E185EA9940}">
      <dgm:prSet/>
      <dgm:spPr/>
      <dgm:t>
        <a:bodyPr/>
        <a:lstStyle/>
        <a:p>
          <a:pPr>
            <a:lnSpc>
              <a:spcPct val="100000"/>
            </a:lnSpc>
          </a:pPr>
          <a:r>
            <a:rPr lang="en-IN"/>
            <a:t>The main goal is not just to memorize OpenSearch terms. I want to understand </a:t>
          </a:r>
          <a:r>
            <a:rPr lang="en-IN" b="1"/>
            <a:t>why these parts exist and how they work together when OpenSearch becomes the retrieval layer of an AI application</a:t>
          </a:r>
          <a:r>
            <a:rPr lang="en-IN"/>
            <a:t>.</a:t>
          </a:r>
          <a:endParaRPr lang="en-US"/>
        </a:p>
      </dgm:t>
    </dgm:pt>
    <dgm:pt modelId="{22C91DDA-FD95-4684-B02D-116ADA8D84E3}" type="parTrans" cxnId="{80F41853-DC36-449F-ADF8-E2A3FF1F775B}">
      <dgm:prSet/>
      <dgm:spPr/>
      <dgm:t>
        <a:bodyPr/>
        <a:lstStyle/>
        <a:p>
          <a:endParaRPr lang="en-US"/>
        </a:p>
      </dgm:t>
    </dgm:pt>
    <dgm:pt modelId="{BD40FF88-A26A-4696-995B-D7DB502158B6}" type="sibTrans" cxnId="{80F41853-DC36-449F-ADF8-E2A3FF1F775B}">
      <dgm:prSet/>
      <dgm:spPr/>
      <dgm:t>
        <a:bodyPr/>
        <a:lstStyle/>
        <a:p>
          <a:endParaRPr lang="en-US"/>
        </a:p>
      </dgm:t>
    </dgm:pt>
    <dgm:pt modelId="{6AB3408D-4460-40B7-AA32-EA222A458355}" type="pres">
      <dgm:prSet presAssocID="{DCF64DF7-4DEF-434E-8E3A-D267740B4111}" presName="root" presStyleCnt="0">
        <dgm:presLayoutVars>
          <dgm:dir/>
          <dgm:resizeHandles val="exact"/>
        </dgm:presLayoutVars>
      </dgm:prSet>
      <dgm:spPr/>
    </dgm:pt>
    <dgm:pt modelId="{55927967-4913-4CF0-8BA8-57A9A0B1EC11}" type="pres">
      <dgm:prSet presAssocID="{6A865074-1CEF-4BEF-BFF9-F5F01D48111F}" presName="compNode" presStyleCnt="0"/>
      <dgm:spPr/>
    </dgm:pt>
    <dgm:pt modelId="{71BC1710-CE93-45B3-87D0-D82E46D67461}" type="pres">
      <dgm:prSet presAssocID="{6A865074-1CEF-4BEF-BFF9-F5F01D48111F}" presName="bgRect" presStyleLbl="bgShp" presStyleIdx="0" presStyleCnt="4"/>
      <dgm:spPr/>
    </dgm:pt>
    <dgm:pt modelId="{4973537E-344A-4F1A-9C65-2BE4916DC9D0}" type="pres">
      <dgm:prSet presAssocID="{6A865074-1CEF-4BEF-BFF9-F5F01D48111F}"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Head with Gears"/>
        </a:ext>
      </dgm:extLst>
    </dgm:pt>
    <dgm:pt modelId="{BA3D2A39-E859-476F-96A6-368223C5655E}" type="pres">
      <dgm:prSet presAssocID="{6A865074-1CEF-4BEF-BFF9-F5F01D48111F}" presName="spaceRect" presStyleCnt="0"/>
      <dgm:spPr/>
    </dgm:pt>
    <dgm:pt modelId="{27E4F57A-DE21-44FD-990B-DB8DF9DBBA92}" type="pres">
      <dgm:prSet presAssocID="{6A865074-1CEF-4BEF-BFF9-F5F01D48111F}" presName="parTx" presStyleLbl="revTx" presStyleIdx="0" presStyleCnt="4">
        <dgm:presLayoutVars>
          <dgm:chMax val="0"/>
          <dgm:chPref val="0"/>
        </dgm:presLayoutVars>
      </dgm:prSet>
      <dgm:spPr/>
    </dgm:pt>
    <dgm:pt modelId="{D8922270-28B6-4CAE-97BB-FCFE5484282D}" type="pres">
      <dgm:prSet presAssocID="{EF5CBA7E-250C-4186-B202-750F13361458}" presName="sibTrans" presStyleCnt="0"/>
      <dgm:spPr/>
    </dgm:pt>
    <dgm:pt modelId="{C0913512-61FC-4EE4-9B02-0AAABD93BBA6}" type="pres">
      <dgm:prSet presAssocID="{406D1713-9F22-4F7B-8A47-0640987852B0}" presName="compNode" presStyleCnt="0"/>
      <dgm:spPr/>
    </dgm:pt>
    <dgm:pt modelId="{ECE6F800-DF81-4E02-819C-E45B482FC1A2}" type="pres">
      <dgm:prSet presAssocID="{406D1713-9F22-4F7B-8A47-0640987852B0}" presName="bgRect" presStyleLbl="bgShp" presStyleIdx="1" presStyleCnt="4"/>
      <dgm:spPr/>
    </dgm:pt>
    <dgm:pt modelId="{967BC967-134B-444B-8485-5207EEF84B3B}" type="pres">
      <dgm:prSet presAssocID="{406D1713-9F22-4F7B-8A47-0640987852B0}"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esearch"/>
        </a:ext>
      </dgm:extLst>
    </dgm:pt>
    <dgm:pt modelId="{2D4526C4-A08D-447F-81E9-DB56E6211B9B}" type="pres">
      <dgm:prSet presAssocID="{406D1713-9F22-4F7B-8A47-0640987852B0}" presName="spaceRect" presStyleCnt="0"/>
      <dgm:spPr/>
    </dgm:pt>
    <dgm:pt modelId="{F9A3055E-096E-494E-9775-32891E349474}" type="pres">
      <dgm:prSet presAssocID="{406D1713-9F22-4F7B-8A47-0640987852B0}" presName="parTx" presStyleLbl="revTx" presStyleIdx="1" presStyleCnt="4">
        <dgm:presLayoutVars>
          <dgm:chMax val="0"/>
          <dgm:chPref val="0"/>
        </dgm:presLayoutVars>
      </dgm:prSet>
      <dgm:spPr/>
    </dgm:pt>
    <dgm:pt modelId="{F1FBAC43-B85B-45B7-B279-F32654F2E28B}" type="pres">
      <dgm:prSet presAssocID="{F4F4FA77-EE52-44A6-8A20-9D1D33EB0F80}" presName="sibTrans" presStyleCnt="0"/>
      <dgm:spPr/>
    </dgm:pt>
    <dgm:pt modelId="{634CEA19-2DF9-4109-8CCD-45E9B05BAB8E}" type="pres">
      <dgm:prSet presAssocID="{F8905AEF-6F4E-4F36-8298-CE37E3B725D4}" presName="compNode" presStyleCnt="0"/>
      <dgm:spPr/>
    </dgm:pt>
    <dgm:pt modelId="{92321439-C000-4787-9EE7-BDAE2670AC68}" type="pres">
      <dgm:prSet presAssocID="{F8905AEF-6F4E-4F36-8298-CE37E3B725D4}" presName="bgRect" presStyleLbl="bgShp" presStyleIdx="2" presStyleCnt="4"/>
      <dgm:spPr/>
    </dgm:pt>
    <dgm:pt modelId="{5105DF91-31F8-4A98-91FF-306E2C89E88D}" type="pres">
      <dgm:prSet presAssocID="{F8905AEF-6F4E-4F36-8298-CE37E3B725D4}"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Rainbow"/>
        </a:ext>
      </dgm:extLst>
    </dgm:pt>
    <dgm:pt modelId="{8459253B-EEDF-492D-84CD-49EDD34B5566}" type="pres">
      <dgm:prSet presAssocID="{F8905AEF-6F4E-4F36-8298-CE37E3B725D4}" presName="spaceRect" presStyleCnt="0"/>
      <dgm:spPr/>
    </dgm:pt>
    <dgm:pt modelId="{A02642DC-2F8E-4525-BC35-8EEF79004701}" type="pres">
      <dgm:prSet presAssocID="{F8905AEF-6F4E-4F36-8298-CE37E3B725D4}" presName="parTx" presStyleLbl="revTx" presStyleIdx="2" presStyleCnt="4">
        <dgm:presLayoutVars>
          <dgm:chMax val="0"/>
          <dgm:chPref val="0"/>
        </dgm:presLayoutVars>
      </dgm:prSet>
      <dgm:spPr/>
    </dgm:pt>
    <dgm:pt modelId="{A6E9C853-0BCB-47C3-B4B8-D3B86789034D}" type="pres">
      <dgm:prSet presAssocID="{2F0041DB-82E2-4C5B-968C-E076EE54D241}" presName="sibTrans" presStyleCnt="0"/>
      <dgm:spPr/>
    </dgm:pt>
    <dgm:pt modelId="{BD035120-DE90-4CE8-990F-75BABB30BD55}" type="pres">
      <dgm:prSet presAssocID="{3DCABC66-D571-439C-9913-D2E185EA9940}" presName="compNode" presStyleCnt="0"/>
      <dgm:spPr/>
    </dgm:pt>
    <dgm:pt modelId="{0111F8B1-2E61-42EB-B630-0858B8279FB9}" type="pres">
      <dgm:prSet presAssocID="{3DCABC66-D571-439C-9913-D2E185EA9940}" presName="bgRect" presStyleLbl="bgShp" presStyleIdx="3" presStyleCnt="4"/>
      <dgm:spPr/>
    </dgm:pt>
    <dgm:pt modelId="{49752313-180F-4BBB-8901-47E6150ABDA6}" type="pres">
      <dgm:prSet presAssocID="{3DCABC66-D571-439C-9913-D2E185EA9940}"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Quotes"/>
        </a:ext>
      </dgm:extLst>
    </dgm:pt>
    <dgm:pt modelId="{DE1B80EE-B15C-4C61-8BB6-0AA11F4D5D75}" type="pres">
      <dgm:prSet presAssocID="{3DCABC66-D571-439C-9913-D2E185EA9940}" presName="spaceRect" presStyleCnt="0"/>
      <dgm:spPr/>
    </dgm:pt>
    <dgm:pt modelId="{5562974C-016A-43A1-8943-6BFAADC92530}" type="pres">
      <dgm:prSet presAssocID="{3DCABC66-D571-439C-9913-D2E185EA9940}" presName="parTx" presStyleLbl="revTx" presStyleIdx="3" presStyleCnt="4">
        <dgm:presLayoutVars>
          <dgm:chMax val="0"/>
          <dgm:chPref val="0"/>
        </dgm:presLayoutVars>
      </dgm:prSet>
      <dgm:spPr/>
    </dgm:pt>
  </dgm:ptLst>
  <dgm:cxnLst>
    <dgm:cxn modelId="{9FF27D04-8D5D-49DC-B54F-18BDECC4101B}" type="presOf" srcId="{F8905AEF-6F4E-4F36-8298-CE37E3B725D4}" destId="{A02642DC-2F8E-4525-BC35-8EEF79004701}" srcOrd="0" destOrd="0" presId="urn:microsoft.com/office/officeart/2018/2/layout/IconVerticalSolidList"/>
    <dgm:cxn modelId="{99DAB121-1D96-4C78-BA4A-5C84A19AC244}" type="presOf" srcId="{6A865074-1CEF-4BEF-BFF9-F5F01D48111F}" destId="{27E4F57A-DE21-44FD-990B-DB8DF9DBBA92}" srcOrd="0" destOrd="0" presId="urn:microsoft.com/office/officeart/2018/2/layout/IconVerticalSolidList"/>
    <dgm:cxn modelId="{0465A528-AF6D-4A3B-AD1D-4826864E9579}" type="presOf" srcId="{DCF64DF7-4DEF-434E-8E3A-D267740B4111}" destId="{6AB3408D-4460-40B7-AA32-EA222A458355}" srcOrd="0" destOrd="0" presId="urn:microsoft.com/office/officeart/2018/2/layout/IconVerticalSolidList"/>
    <dgm:cxn modelId="{5A187A3F-C424-48D3-BEA8-9F416C8DA3F5}" srcId="{DCF64DF7-4DEF-434E-8E3A-D267740B4111}" destId="{F8905AEF-6F4E-4F36-8298-CE37E3B725D4}" srcOrd="2" destOrd="0" parTransId="{8937D97C-7350-42D6-8DBF-AB7AAD2FBEC6}" sibTransId="{2F0041DB-82E2-4C5B-968C-E076EE54D241}"/>
    <dgm:cxn modelId="{F9C0EB4C-ABCA-4739-9949-77223DF6458A}" type="presOf" srcId="{3DCABC66-D571-439C-9913-D2E185EA9940}" destId="{5562974C-016A-43A1-8943-6BFAADC92530}" srcOrd="0" destOrd="0" presId="urn:microsoft.com/office/officeart/2018/2/layout/IconVerticalSolidList"/>
    <dgm:cxn modelId="{80F41853-DC36-449F-ADF8-E2A3FF1F775B}" srcId="{DCF64DF7-4DEF-434E-8E3A-D267740B4111}" destId="{3DCABC66-D571-439C-9913-D2E185EA9940}" srcOrd="3" destOrd="0" parTransId="{22C91DDA-FD95-4684-B02D-116ADA8D84E3}" sibTransId="{BD40FF88-A26A-4696-995B-D7DB502158B6}"/>
    <dgm:cxn modelId="{A6107F76-2547-48AF-A3DF-09AE640DC2F7}" type="presOf" srcId="{406D1713-9F22-4F7B-8A47-0640987852B0}" destId="{F9A3055E-096E-494E-9775-32891E349474}" srcOrd="0" destOrd="0" presId="urn:microsoft.com/office/officeart/2018/2/layout/IconVerticalSolidList"/>
    <dgm:cxn modelId="{08C5B69D-FEF0-453F-A3DC-893E715AE759}" srcId="{DCF64DF7-4DEF-434E-8E3A-D267740B4111}" destId="{6A865074-1CEF-4BEF-BFF9-F5F01D48111F}" srcOrd="0" destOrd="0" parTransId="{25A39CF7-4A2F-4152-95CB-43583C0CD12E}" sibTransId="{EF5CBA7E-250C-4186-B202-750F13361458}"/>
    <dgm:cxn modelId="{ADE62AAE-7B8B-4E1C-887A-9A4D088FDC0F}" srcId="{DCF64DF7-4DEF-434E-8E3A-D267740B4111}" destId="{406D1713-9F22-4F7B-8A47-0640987852B0}" srcOrd="1" destOrd="0" parTransId="{A788FFE7-F0BE-4E08-BCF3-3D0193C9EC83}" sibTransId="{F4F4FA77-EE52-44A6-8A20-9D1D33EB0F80}"/>
    <dgm:cxn modelId="{E4FB5417-78ED-4704-9947-4DECA83FE87C}" type="presParOf" srcId="{6AB3408D-4460-40B7-AA32-EA222A458355}" destId="{55927967-4913-4CF0-8BA8-57A9A0B1EC11}" srcOrd="0" destOrd="0" presId="urn:microsoft.com/office/officeart/2018/2/layout/IconVerticalSolidList"/>
    <dgm:cxn modelId="{C93FC498-9501-464B-8DAA-8129A91E3C1D}" type="presParOf" srcId="{55927967-4913-4CF0-8BA8-57A9A0B1EC11}" destId="{71BC1710-CE93-45B3-87D0-D82E46D67461}" srcOrd="0" destOrd="0" presId="urn:microsoft.com/office/officeart/2018/2/layout/IconVerticalSolidList"/>
    <dgm:cxn modelId="{466C5A06-19BE-4F0C-B4FC-3CB65D5ED928}" type="presParOf" srcId="{55927967-4913-4CF0-8BA8-57A9A0B1EC11}" destId="{4973537E-344A-4F1A-9C65-2BE4916DC9D0}" srcOrd="1" destOrd="0" presId="urn:microsoft.com/office/officeart/2018/2/layout/IconVerticalSolidList"/>
    <dgm:cxn modelId="{6929677C-2A5D-4130-B2B9-8CE783DB2843}" type="presParOf" srcId="{55927967-4913-4CF0-8BA8-57A9A0B1EC11}" destId="{BA3D2A39-E859-476F-96A6-368223C5655E}" srcOrd="2" destOrd="0" presId="urn:microsoft.com/office/officeart/2018/2/layout/IconVerticalSolidList"/>
    <dgm:cxn modelId="{91BEEF36-0A78-47F4-993C-E7DCA272C0EC}" type="presParOf" srcId="{55927967-4913-4CF0-8BA8-57A9A0B1EC11}" destId="{27E4F57A-DE21-44FD-990B-DB8DF9DBBA92}" srcOrd="3" destOrd="0" presId="urn:microsoft.com/office/officeart/2018/2/layout/IconVerticalSolidList"/>
    <dgm:cxn modelId="{B89EC745-0045-4868-8520-348FC5BFBB30}" type="presParOf" srcId="{6AB3408D-4460-40B7-AA32-EA222A458355}" destId="{D8922270-28B6-4CAE-97BB-FCFE5484282D}" srcOrd="1" destOrd="0" presId="urn:microsoft.com/office/officeart/2018/2/layout/IconVerticalSolidList"/>
    <dgm:cxn modelId="{110FC067-C5D2-436D-911B-6699CEBAC6DF}" type="presParOf" srcId="{6AB3408D-4460-40B7-AA32-EA222A458355}" destId="{C0913512-61FC-4EE4-9B02-0AAABD93BBA6}" srcOrd="2" destOrd="0" presId="urn:microsoft.com/office/officeart/2018/2/layout/IconVerticalSolidList"/>
    <dgm:cxn modelId="{A260164C-7CBA-4020-BE24-C3EAE6BA2972}" type="presParOf" srcId="{C0913512-61FC-4EE4-9B02-0AAABD93BBA6}" destId="{ECE6F800-DF81-4E02-819C-E45B482FC1A2}" srcOrd="0" destOrd="0" presId="urn:microsoft.com/office/officeart/2018/2/layout/IconVerticalSolidList"/>
    <dgm:cxn modelId="{7AF4DB0F-B552-4E47-A5A9-2A8DBC3D1FB4}" type="presParOf" srcId="{C0913512-61FC-4EE4-9B02-0AAABD93BBA6}" destId="{967BC967-134B-444B-8485-5207EEF84B3B}" srcOrd="1" destOrd="0" presId="urn:microsoft.com/office/officeart/2018/2/layout/IconVerticalSolidList"/>
    <dgm:cxn modelId="{54CC105B-EC85-4B7C-B291-7BF58B5EB6B5}" type="presParOf" srcId="{C0913512-61FC-4EE4-9B02-0AAABD93BBA6}" destId="{2D4526C4-A08D-447F-81E9-DB56E6211B9B}" srcOrd="2" destOrd="0" presId="urn:microsoft.com/office/officeart/2018/2/layout/IconVerticalSolidList"/>
    <dgm:cxn modelId="{DB9942D5-7365-4B0F-BB46-2385469DF0A4}" type="presParOf" srcId="{C0913512-61FC-4EE4-9B02-0AAABD93BBA6}" destId="{F9A3055E-096E-494E-9775-32891E349474}" srcOrd="3" destOrd="0" presId="urn:microsoft.com/office/officeart/2018/2/layout/IconVerticalSolidList"/>
    <dgm:cxn modelId="{8B868056-3B9C-4F3E-B6F7-E1F3FFE14284}" type="presParOf" srcId="{6AB3408D-4460-40B7-AA32-EA222A458355}" destId="{F1FBAC43-B85B-45B7-B279-F32654F2E28B}" srcOrd="3" destOrd="0" presId="urn:microsoft.com/office/officeart/2018/2/layout/IconVerticalSolidList"/>
    <dgm:cxn modelId="{F1D3955A-E283-4EB8-82FD-0D88A1B0FF6D}" type="presParOf" srcId="{6AB3408D-4460-40B7-AA32-EA222A458355}" destId="{634CEA19-2DF9-4109-8CCD-45E9B05BAB8E}" srcOrd="4" destOrd="0" presId="urn:microsoft.com/office/officeart/2018/2/layout/IconVerticalSolidList"/>
    <dgm:cxn modelId="{CC24A242-0900-4EA0-9031-F0B1C5F0957F}" type="presParOf" srcId="{634CEA19-2DF9-4109-8CCD-45E9B05BAB8E}" destId="{92321439-C000-4787-9EE7-BDAE2670AC68}" srcOrd="0" destOrd="0" presId="urn:microsoft.com/office/officeart/2018/2/layout/IconVerticalSolidList"/>
    <dgm:cxn modelId="{7272FF55-F625-4C9E-AF18-AEE3C31F61A4}" type="presParOf" srcId="{634CEA19-2DF9-4109-8CCD-45E9B05BAB8E}" destId="{5105DF91-31F8-4A98-91FF-306E2C89E88D}" srcOrd="1" destOrd="0" presId="urn:microsoft.com/office/officeart/2018/2/layout/IconVerticalSolidList"/>
    <dgm:cxn modelId="{EB2E55D9-5557-4805-95FF-A9C3A5467D8C}" type="presParOf" srcId="{634CEA19-2DF9-4109-8CCD-45E9B05BAB8E}" destId="{8459253B-EEDF-492D-84CD-49EDD34B5566}" srcOrd="2" destOrd="0" presId="urn:microsoft.com/office/officeart/2018/2/layout/IconVerticalSolidList"/>
    <dgm:cxn modelId="{0895BE1E-144D-4715-8450-24C74DE12F33}" type="presParOf" srcId="{634CEA19-2DF9-4109-8CCD-45E9B05BAB8E}" destId="{A02642DC-2F8E-4525-BC35-8EEF79004701}" srcOrd="3" destOrd="0" presId="urn:microsoft.com/office/officeart/2018/2/layout/IconVerticalSolidList"/>
    <dgm:cxn modelId="{63CF3B49-CD21-41B7-BD00-87B880492A9F}" type="presParOf" srcId="{6AB3408D-4460-40B7-AA32-EA222A458355}" destId="{A6E9C853-0BCB-47C3-B4B8-D3B86789034D}" srcOrd="5" destOrd="0" presId="urn:microsoft.com/office/officeart/2018/2/layout/IconVerticalSolidList"/>
    <dgm:cxn modelId="{0FBCCA48-CC30-4549-9A43-3D0A40211DD6}" type="presParOf" srcId="{6AB3408D-4460-40B7-AA32-EA222A458355}" destId="{BD035120-DE90-4CE8-990F-75BABB30BD55}" srcOrd="6" destOrd="0" presId="urn:microsoft.com/office/officeart/2018/2/layout/IconVerticalSolidList"/>
    <dgm:cxn modelId="{9C213260-4EA3-4569-9C7D-1D73878D846F}" type="presParOf" srcId="{BD035120-DE90-4CE8-990F-75BABB30BD55}" destId="{0111F8B1-2E61-42EB-B630-0858B8279FB9}" srcOrd="0" destOrd="0" presId="urn:microsoft.com/office/officeart/2018/2/layout/IconVerticalSolidList"/>
    <dgm:cxn modelId="{47DF7864-DFB8-4E40-BF7D-F4AFB17B4252}" type="presParOf" srcId="{BD035120-DE90-4CE8-990F-75BABB30BD55}" destId="{49752313-180F-4BBB-8901-47E6150ABDA6}" srcOrd="1" destOrd="0" presId="urn:microsoft.com/office/officeart/2018/2/layout/IconVerticalSolidList"/>
    <dgm:cxn modelId="{842920E1-8D24-4496-8F9E-CBE689FD4336}" type="presParOf" srcId="{BD035120-DE90-4CE8-990F-75BABB30BD55}" destId="{DE1B80EE-B15C-4C61-8BB6-0AA11F4D5D75}" srcOrd="2" destOrd="0" presId="urn:microsoft.com/office/officeart/2018/2/layout/IconVerticalSolidList"/>
    <dgm:cxn modelId="{A287B997-AFB6-445C-84BF-F6D966BD69C9}" type="presParOf" srcId="{BD035120-DE90-4CE8-990F-75BABB30BD55}" destId="{5562974C-016A-43A1-8943-6BFAADC9253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684DF8B-F5E5-43D6-B795-DFA81A3E26BB}" type="doc">
      <dgm:prSet loTypeId="urn:microsoft.com/office/officeart/2018/2/layout/IconCircleList" loCatId="icon" qsTypeId="urn:microsoft.com/office/officeart/2005/8/quickstyle/simple1#22" qsCatId="simple" csTypeId="urn:microsoft.com/office/officeart/2018/5/colors/Iconchunking_coloredtext_colorful1" csCatId="colorful" phldr="1"/>
      <dgm:spPr/>
      <dgm:t>
        <a:bodyPr/>
        <a:lstStyle/>
        <a:p>
          <a:endParaRPr lang="en-US"/>
        </a:p>
      </dgm:t>
    </dgm:pt>
    <dgm:pt modelId="{BC653BBC-28CD-4BB0-881D-3455B892998B}">
      <dgm:prSet/>
      <dgm:spPr/>
      <dgm:t>
        <a:bodyPr/>
        <a:lstStyle/>
        <a:p>
          <a:pPr>
            <a:lnSpc>
              <a:spcPct val="100000"/>
            </a:lnSpc>
          </a:pPr>
          <a:r>
            <a:rPr lang="en-IN" b="1"/>
            <a:t>OpenSearch is a search and analytics platform.</a:t>
          </a:r>
          <a:r>
            <a:rPr lang="en-IN"/>
            <a:t> The course describes it as a search engine, analysis tool, visualization tool, and data-pipeline platform that can scale horizontally as the amount of data grows. </a:t>
          </a:r>
          <a:endParaRPr lang="en-US"/>
        </a:p>
      </dgm:t>
    </dgm:pt>
    <dgm:pt modelId="{3101AD7B-E6FA-4670-9428-7D49FA3F185C}" type="parTrans" cxnId="{2A1FA1F3-CAA5-4C8B-A36B-03F74DEC4279}">
      <dgm:prSet/>
      <dgm:spPr/>
      <dgm:t>
        <a:bodyPr/>
        <a:lstStyle/>
        <a:p>
          <a:endParaRPr lang="en-US"/>
        </a:p>
      </dgm:t>
    </dgm:pt>
    <dgm:pt modelId="{DD8365D9-3C62-4E4D-A27E-7718A30945A3}" type="sibTrans" cxnId="{2A1FA1F3-CAA5-4C8B-A36B-03F74DEC4279}">
      <dgm:prSet/>
      <dgm:spPr/>
      <dgm:t>
        <a:bodyPr/>
        <a:lstStyle/>
        <a:p>
          <a:pPr>
            <a:lnSpc>
              <a:spcPct val="100000"/>
            </a:lnSpc>
          </a:pPr>
          <a:endParaRPr lang="en-US"/>
        </a:p>
      </dgm:t>
    </dgm:pt>
    <dgm:pt modelId="{31EE85B6-5A55-4E9C-AE1A-55B0F81CA549}">
      <dgm:prSet/>
      <dgm:spPr/>
      <dgm:t>
        <a:bodyPr/>
        <a:lstStyle/>
        <a:p>
          <a:pPr>
            <a:lnSpc>
              <a:spcPct val="100000"/>
            </a:lnSpc>
          </a:pPr>
          <a:r>
            <a:rPr lang="en-IN" b="1"/>
            <a:t>Search is only one part of its job.</a:t>
          </a:r>
          <a:r>
            <a:rPr lang="en-IN"/>
            <a:t> OpenSearch can also support full-text search, log analytics, application monitoring, security analytics, and clickstream analysis. This means the same general platform can be useful for many workloads where large amounts of information need to be searched or analyzed. </a:t>
          </a:r>
          <a:endParaRPr lang="en-US"/>
        </a:p>
      </dgm:t>
    </dgm:pt>
    <dgm:pt modelId="{63A056DD-47B0-4AB6-84D4-E82B323DA481}" type="parTrans" cxnId="{395D7533-D324-45B2-8ED0-0C06D95A2240}">
      <dgm:prSet/>
      <dgm:spPr/>
      <dgm:t>
        <a:bodyPr/>
        <a:lstStyle/>
        <a:p>
          <a:endParaRPr lang="en-US"/>
        </a:p>
      </dgm:t>
    </dgm:pt>
    <dgm:pt modelId="{4CA42FE5-174E-4A88-BE32-7F93EF7A8C7D}" type="sibTrans" cxnId="{395D7533-D324-45B2-8ED0-0C06D95A2240}">
      <dgm:prSet/>
      <dgm:spPr/>
      <dgm:t>
        <a:bodyPr/>
        <a:lstStyle/>
        <a:p>
          <a:pPr>
            <a:lnSpc>
              <a:spcPct val="100000"/>
            </a:lnSpc>
          </a:pPr>
          <a:endParaRPr lang="en-US"/>
        </a:p>
      </dgm:t>
    </dgm:pt>
    <dgm:pt modelId="{1CD1CCBA-9474-4548-B571-D06C3C02BB30}">
      <dgm:prSet/>
      <dgm:spPr/>
      <dgm:t>
        <a:bodyPr/>
        <a:lstStyle/>
        <a:p>
          <a:pPr>
            <a:lnSpc>
              <a:spcPct val="100000"/>
            </a:lnSpc>
          </a:pPr>
          <a:r>
            <a:rPr lang="en-IN" b="1"/>
            <a:t>OpenSearch Dashboards provides a visual way to explore information.</a:t>
          </a:r>
          <a:r>
            <a:rPr lang="en-IN"/>
            <a:t> Instead of only sending API requests, users can work with dashboards and visualizations to understand what is happening inside their data. </a:t>
          </a:r>
          <a:endParaRPr lang="en-US"/>
        </a:p>
      </dgm:t>
    </dgm:pt>
    <dgm:pt modelId="{7FA60CB1-7F8A-4844-8541-954A5C2E9E57}" type="parTrans" cxnId="{65B69311-4A96-41D9-A78D-A27947F68920}">
      <dgm:prSet/>
      <dgm:spPr/>
      <dgm:t>
        <a:bodyPr/>
        <a:lstStyle/>
        <a:p>
          <a:endParaRPr lang="en-US"/>
        </a:p>
      </dgm:t>
    </dgm:pt>
    <dgm:pt modelId="{0F9D1941-6866-4A6A-9D42-3917BED82F78}" type="sibTrans" cxnId="{65B69311-4A96-41D9-A78D-A27947F68920}">
      <dgm:prSet/>
      <dgm:spPr/>
      <dgm:t>
        <a:bodyPr/>
        <a:lstStyle/>
        <a:p>
          <a:pPr>
            <a:lnSpc>
              <a:spcPct val="100000"/>
            </a:lnSpc>
          </a:pPr>
          <a:endParaRPr lang="en-US"/>
        </a:p>
      </dgm:t>
    </dgm:pt>
    <dgm:pt modelId="{96DB3AD6-9384-4B41-B436-E3A824D599A3}">
      <dgm:prSet/>
      <dgm:spPr/>
      <dgm:t>
        <a:bodyPr/>
        <a:lstStyle/>
        <a:p>
          <a:pPr>
            <a:lnSpc>
              <a:spcPct val="100000"/>
            </a:lnSpc>
          </a:pPr>
          <a:r>
            <a:rPr lang="en-IN" b="1"/>
            <a:t>Horizontal scaling means the workload can be spread across multiple nodes.</a:t>
          </a:r>
          <a:r>
            <a:rPr lang="en-IN"/>
            <a:t> Instead of depending on one very large machine, a cluster can distribute data and search activity across several machines as the workload becomes larger.</a:t>
          </a:r>
          <a:endParaRPr lang="en-US"/>
        </a:p>
      </dgm:t>
    </dgm:pt>
    <dgm:pt modelId="{59EDCD50-7043-4A78-8472-F16A7BA40134}" type="parTrans" cxnId="{94A6065F-043F-40DD-B450-AEEC3AA95B19}">
      <dgm:prSet/>
      <dgm:spPr/>
      <dgm:t>
        <a:bodyPr/>
        <a:lstStyle/>
        <a:p>
          <a:endParaRPr lang="en-US"/>
        </a:p>
      </dgm:t>
    </dgm:pt>
    <dgm:pt modelId="{0FFAFC09-6CD2-47CA-B05C-BAF706CC7CCA}" type="sibTrans" cxnId="{94A6065F-043F-40DD-B450-AEEC3AA95B19}">
      <dgm:prSet/>
      <dgm:spPr/>
      <dgm:t>
        <a:bodyPr/>
        <a:lstStyle/>
        <a:p>
          <a:endParaRPr lang="en-US"/>
        </a:p>
      </dgm:t>
    </dgm:pt>
    <dgm:pt modelId="{33C51072-BC30-4969-B694-0E47336F30FD}" type="pres">
      <dgm:prSet presAssocID="{4684DF8B-F5E5-43D6-B795-DFA81A3E26BB}" presName="root" presStyleCnt="0">
        <dgm:presLayoutVars>
          <dgm:dir/>
          <dgm:resizeHandles val="exact"/>
        </dgm:presLayoutVars>
      </dgm:prSet>
      <dgm:spPr/>
    </dgm:pt>
    <dgm:pt modelId="{935EA250-90C1-4FCF-BABA-96B52EC6C2C1}" type="pres">
      <dgm:prSet presAssocID="{4684DF8B-F5E5-43D6-B795-DFA81A3E26BB}" presName="container" presStyleCnt="0">
        <dgm:presLayoutVars>
          <dgm:dir/>
          <dgm:resizeHandles val="exact"/>
        </dgm:presLayoutVars>
      </dgm:prSet>
      <dgm:spPr/>
    </dgm:pt>
    <dgm:pt modelId="{BEC74EAC-DFDD-4CC2-B616-1ADDFF77D23C}" type="pres">
      <dgm:prSet presAssocID="{BC653BBC-28CD-4BB0-881D-3455B892998B}" presName="compNode" presStyleCnt="0"/>
      <dgm:spPr/>
    </dgm:pt>
    <dgm:pt modelId="{87A01278-6D99-4B2D-9974-A834B3AE6C16}" type="pres">
      <dgm:prSet presAssocID="{BC653BBC-28CD-4BB0-881D-3455B892998B}" presName="iconBgRect" presStyleLbl="bgShp" presStyleIdx="0" presStyleCnt="4"/>
      <dgm:spPr/>
    </dgm:pt>
    <dgm:pt modelId="{DC64F6B2-94F3-40D5-8064-FAA21702C39C}" type="pres">
      <dgm:prSet presAssocID="{BC653BBC-28CD-4BB0-881D-3455B892998B}"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Research"/>
        </a:ext>
      </dgm:extLst>
    </dgm:pt>
    <dgm:pt modelId="{80509A2E-9E13-41B4-8DED-ADA3F76FB9E9}" type="pres">
      <dgm:prSet presAssocID="{BC653BBC-28CD-4BB0-881D-3455B892998B}" presName="spaceRect" presStyleCnt="0"/>
      <dgm:spPr/>
    </dgm:pt>
    <dgm:pt modelId="{8C167D8E-CCE1-4E13-8D02-4D76A6DC1854}" type="pres">
      <dgm:prSet presAssocID="{BC653BBC-28CD-4BB0-881D-3455B892998B}" presName="textRect" presStyleLbl="revTx" presStyleIdx="0" presStyleCnt="4">
        <dgm:presLayoutVars>
          <dgm:chMax val="1"/>
          <dgm:chPref val="1"/>
        </dgm:presLayoutVars>
      </dgm:prSet>
      <dgm:spPr/>
    </dgm:pt>
    <dgm:pt modelId="{0B5A9463-5C97-4D0E-97B6-27D7424BD6B5}" type="pres">
      <dgm:prSet presAssocID="{DD8365D9-3C62-4E4D-A27E-7718A30945A3}" presName="sibTrans" presStyleLbl="sibTrans2D1" presStyleIdx="0" presStyleCnt="0"/>
      <dgm:spPr/>
    </dgm:pt>
    <dgm:pt modelId="{705D10EF-5D3C-4BFD-BFB2-39CD2B448A7E}" type="pres">
      <dgm:prSet presAssocID="{31EE85B6-5A55-4E9C-AE1A-55B0F81CA549}" presName="compNode" presStyleCnt="0"/>
      <dgm:spPr/>
    </dgm:pt>
    <dgm:pt modelId="{556E142B-0522-4AB0-AF76-A088EFD13990}" type="pres">
      <dgm:prSet presAssocID="{31EE85B6-5A55-4E9C-AE1A-55B0F81CA549}" presName="iconBgRect" presStyleLbl="bgShp" presStyleIdx="1" presStyleCnt="4"/>
      <dgm:spPr/>
    </dgm:pt>
    <dgm:pt modelId="{631B9FF8-8C9B-47E7-978E-2D6D6121D424}" type="pres">
      <dgm:prSet presAssocID="{31EE85B6-5A55-4E9C-AE1A-55B0F81CA549}"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rget Audience"/>
        </a:ext>
      </dgm:extLst>
    </dgm:pt>
    <dgm:pt modelId="{5FF5D7B4-40BE-4995-B49D-EFD89D37DCDB}" type="pres">
      <dgm:prSet presAssocID="{31EE85B6-5A55-4E9C-AE1A-55B0F81CA549}" presName="spaceRect" presStyleCnt="0"/>
      <dgm:spPr/>
    </dgm:pt>
    <dgm:pt modelId="{5E547735-6402-4BB9-9495-30A6F743E69A}" type="pres">
      <dgm:prSet presAssocID="{31EE85B6-5A55-4E9C-AE1A-55B0F81CA549}" presName="textRect" presStyleLbl="revTx" presStyleIdx="1" presStyleCnt="4">
        <dgm:presLayoutVars>
          <dgm:chMax val="1"/>
          <dgm:chPref val="1"/>
        </dgm:presLayoutVars>
      </dgm:prSet>
      <dgm:spPr/>
    </dgm:pt>
    <dgm:pt modelId="{CD5149CC-E8EC-4F8B-9ED8-D66349D1D43C}" type="pres">
      <dgm:prSet presAssocID="{4CA42FE5-174E-4A88-BE32-7F93EF7A8C7D}" presName="sibTrans" presStyleLbl="sibTrans2D1" presStyleIdx="0" presStyleCnt="0"/>
      <dgm:spPr/>
    </dgm:pt>
    <dgm:pt modelId="{48A9242A-4AAE-4430-9C8F-E2719E191E6E}" type="pres">
      <dgm:prSet presAssocID="{1CD1CCBA-9474-4548-B571-D06C3C02BB30}" presName="compNode" presStyleCnt="0"/>
      <dgm:spPr/>
    </dgm:pt>
    <dgm:pt modelId="{996E2B86-70A1-4020-92CC-C5D68543D892}" type="pres">
      <dgm:prSet presAssocID="{1CD1CCBA-9474-4548-B571-D06C3C02BB30}" presName="iconBgRect" presStyleLbl="bgShp" presStyleIdx="2" presStyleCnt="4"/>
      <dgm:spPr/>
    </dgm:pt>
    <dgm:pt modelId="{3D092CC9-5C56-432C-B903-F416C782B5D2}" type="pres">
      <dgm:prSet presAssocID="{1CD1CCBA-9474-4548-B571-D06C3C02BB30}"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ilter"/>
        </a:ext>
      </dgm:extLst>
    </dgm:pt>
    <dgm:pt modelId="{7D7A3572-DBD9-4B57-87CE-84D3AABEFCDC}" type="pres">
      <dgm:prSet presAssocID="{1CD1CCBA-9474-4548-B571-D06C3C02BB30}" presName="spaceRect" presStyleCnt="0"/>
      <dgm:spPr/>
    </dgm:pt>
    <dgm:pt modelId="{FB7D5601-13CA-4F73-A411-E88871DFC233}" type="pres">
      <dgm:prSet presAssocID="{1CD1CCBA-9474-4548-B571-D06C3C02BB30}" presName="textRect" presStyleLbl="revTx" presStyleIdx="2" presStyleCnt="4">
        <dgm:presLayoutVars>
          <dgm:chMax val="1"/>
          <dgm:chPref val="1"/>
        </dgm:presLayoutVars>
      </dgm:prSet>
      <dgm:spPr/>
    </dgm:pt>
    <dgm:pt modelId="{9A57C599-D355-4293-8D5F-75567934241F}" type="pres">
      <dgm:prSet presAssocID="{0F9D1941-6866-4A6A-9D42-3917BED82F78}" presName="sibTrans" presStyleLbl="sibTrans2D1" presStyleIdx="0" presStyleCnt="0"/>
      <dgm:spPr/>
    </dgm:pt>
    <dgm:pt modelId="{5BC325AC-7A91-40D4-929A-D65BFE02BB1C}" type="pres">
      <dgm:prSet presAssocID="{96DB3AD6-9384-4B41-B436-E3A824D599A3}" presName="compNode" presStyleCnt="0"/>
      <dgm:spPr/>
    </dgm:pt>
    <dgm:pt modelId="{B96B428F-43FD-4668-AFF2-A9C7A1B520A5}" type="pres">
      <dgm:prSet presAssocID="{96DB3AD6-9384-4B41-B436-E3A824D599A3}" presName="iconBgRect" presStyleLbl="bgShp" presStyleIdx="3" presStyleCnt="4"/>
      <dgm:spPr/>
    </dgm:pt>
    <dgm:pt modelId="{2868C5E6-4720-441D-B454-FFFE27404E6B}" type="pres">
      <dgm:prSet presAssocID="{96DB3AD6-9384-4B41-B436-E3A824D599A3}"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06A8BC9C-94BC-4E3C-8533-34440C4596AD}" type="pres">
      <dgm:prSet presAssocID="{96DB3AD6-9384-4B41-B436-E3A824D599A3}" presName="spaceRect" presStyleCnt="0"/>
      <dgm:spPr/>
    </dgm:pt>
    <dgm:pt modelId="{F07A5DCB-4CF1-4799-9F0C-536D71B6014A}" type="pres">
      <dgm:prSet presAssocID="{96DB3AD6-9384-4B41-B436-E3A824D599A3}" presName="textRect" presStyleLbl="revTx" presStyleIdx="3" presStyleCnt="4">
        <dgm:presLayoutVars>
          <dgm:chMax val="1"/>
          <dgm:chPref val="1"/>
        </dgm:presLayoutVars>
      </dgm:prSet>
      <dgm:spPr/>
    </dgm:pt>
  </dgm:ptLst>
  <dgm:cxnLst>
    <dgm:cxn modelId="{65B69311-4A96-41D9-A78D-A27947F68920}" srcId="{4684DF8B-F5E5-43D6-B795-DFA81A3E26BB}" destId="{1CD1CCBA-9474-4548-B571-D06C3C02BB30}" srcOrd="2" destOrd="0" parTransId="{7FA60CB1-7F8A-4844-8541-954A5C2E9E57}" sibTransId="{0F9D1941-6866-4A6A-9D42-3917BED82F78}"/>
    <dgm:cxn modelId="{395D7533-D324-45B2-8ED0-0C06D95A2240}" srcId="{4684DF8B-F5E5-43D6-B795-DFA81A3E26BB}" destId="{31EE85B6-5A55-4E9C-AE1A-55B0F81CA549}" srcOrd="1" destOrd="0" parTransId="{63A056DD-47B0-4AB6-84D4-E82B323DA481}" sibTransId="{4CA42FE5-174E-4A88-BE32-7F93EF7A8C7D}"/>
    <dgm:cxn modelId="{94A6065F-043F-40DD-B450-AEEC3AA95B19}" srcId="{4684DF8B-F5E5-43D6-B795-DFA81A3E26BB}" destId="{96DB3AD6-9384-4B41-B436-E3A824D599A3}" srcOrd="3" destOrd="0" parTransId="{59EDCD50-7043-4A78-8472-F16A7BA40134}" sibTransId="{0FFAFC09-6CD2-47CA-B05C-BAF706CC7CCA}"/>
    <dgm:cxn modelId="{08725666-1A41-4306-B07C-A3B6F7FEFE30}" type="presOf" srcId="{4CA42FE5-174E-4A88-BE32-7F93EF7A8C7D}" destId="{CD5149CC-E8EC-4F8B-9ED8-D66349D1D43C}" srcOrd="0" destOrd="0" presId="urn:microsoft.com/office/officeart/2018/2/layout/IconCircleList"/>
    <dgm:cxn modelId="{A6C7B766-2B53-422A-A901-935BE66F9CC1}" type="presOf" srcId="{BC653BBC-28CD-4BB0-881D-3455B892998B}" destId="{8C167D8E-CCE1-4E13-8D02-4D76A6DC1854}" srcOrd="0" destOrd="0" presId="urn:microsoft.com/office/officeart/2018/2/layout/IconCircleList"/>
    <dgm:cxn modelId="{E93F1584-1995-40AC-8EF8-51E6E10506D2}" type="presOf" srcId="{1CD1CCBA-9474-4548-B571-D06C3C02BB30}" destId="{FB7D5601-13CA-4F73-A411-E88871DFC233}" srcOrd="0" destOrd="0" presId="urn:microsoft.com/office/officeart/2018/2/layout/IconCircleList"/>
    <dgm:cxn modelId="{B0FD8696-238C-455F-9A2A-C8E6B952EB9D}" type="presOf" srcId="{31EE85B6-5A55-4E9C-AE1A-55B0F81CA549}" destId="{5E547735-6402-4BB9-9495-30A6F743E69A}" srcOrd="0" destOrd="0" presId="urn:microsoft.com/office/officeart/2018/2/layout/IconCircleList"/>
    <dgm:cxn modelId="{C4D0B8A0-A878-4FBA-9B86-AA5399D2CF47}" type="presOf" srcId="{96DB3AD6-9384-4B41-B436-E3A824D599A3}" destId="{F07A5DCB-4CF1-4799-9F0C-536D71B6014A}" srcOrd="0" destOrd="0" presId="urn:microsoft.com/office/officeart/2018/2/layout/IconCircleList"/>
    <dgm:cxn modelId="{5CD55ABB-405A-4B5A-94E3-06D89429C441}" type="presOf" srcId="{DD8365D9-3C62-4E4D-A27E-7718A30945A3}" destId="{0B5A9463-5C97-4D0E-97B6-27D7424BD6B5}" srcOrd="0" destOrd="0" presId="urn:microsoft.com/office/officeart/2018/2/layout/IconCircleList"/>
    <dgm:cxn modelId="{2173F8DC-B5BD-4795-8F66-FE8E0D80F603}" type="presOf" srcId="{0F9D1941-6866-4A6A-9D42-3917BED82F78}" destId="{9A57C599-D355-4293-8D5F-75567934241F}" srcOrd="0" destOrd="0" presId="urn:microsoft.com/office/officeart/2018/2/layout/IconCircleList"/>
    <dgm:cxn modelId="{04A6B5E9-1109-48CA-88DC-2826906D138D}" type="presOf" srcId="{4684DF8B-F5E5-43D6-B795-DFA81A3E26BB}" destId="{33C51072-BC30-4969-B694-0E47336F30FD}" srcOrd="0" destOrd="0" presId="urn:microsoft.com/office/officeart/2018/2/layout/IconCircleList"/>
    <dgm:cxn modelId="{2A1FA1F3-CAA5-4C8B-A36B-03F74DEC4279}" srcId="{4684DF8B-F5E5-43D6-B795-DFA81A3E26BB}" destId="{BC653BBC-28CD-4BB0-881D-3455B892998B}" srcOrd="0" destOrd="0" parTransId="{3101AD7B-E6FA-4670-9428-7D49FA3F185C}" sibTransId="{DD8365D9-3C62-4E4D-A27E-7718A30945A3}"/>
    <dgm:cxn modelId="{F58BB842-2AFA-4327-BDB8-D4BE5EAD674E}" type="presParOf" srcId="{33C51072-BC30-4969-B694-0E47336F30FD}" destId="{935EA250-90C1-4FCF-BABA-96B52EC6C2C1}" srcOrd="0" destOrd="0" presId="urn:microsoft.com/office/officeart/2018/2/layout/IconCircleList"/>
    <dgm:cxn modelId="{76AF7952-BF1F-4187-B247-B7B937580C5E}" type="presParOf" srcId="{935EA250-90C1-4FCF-BABA-96B52EC6C2C1}" destId="{BEC74EAC-DFDD-4CC2-B616-1ADDFF77D23C}" srcOrd="0" destOrd="0" presId="urn:microsoft.com/office/officeart/2018/2/layout/IconCircleList"/>
    <dgm:cxn modelId="{8F9D078B-C149-4424-B72B-961FBE9943B1}" type="presParOf" srcId="{BEC74EAC-DFDD-4CC2-B616-1ADDFF77D23C}" destId="{87A01278-6D99-4B2D-9974-A834B3AE6C16}" srcOrd="0" destOrd="0" presId="urn:microsoft.com/office/officeart/2018/2/layout/IconCircleList"/>
    <dgm:cxn modelId="{D492120C-6F66-4A6E-8F1B-357A1E0DA922}" type="presParOf" srcId="{BEC74EAC-DFDD-4CC2-B616-1ADDFF77D23C}" destId="{DC64F6B2-94F3-40D5-8064-FAA21702C39C}" srcOrd="1" destOrd="0" presId="urn:microsoft.com/office/officeart/2018/2/layout/IconCircleList"/>
    <dgm:cxn modelId="{9B7B3F44-C80E-4EEB-BA3B-05779912E3A0}" type="presParOf" srcId="{BEC74EAC-DFDD-4CC2-B616-1ADDFF77D23C}" destId="{80509A2E-9E13-41B4-8DED-ADA3F76FB9E9}" srcOrd="2" destOrd="0" presId="urn:microsoft.com/office/officeart/2018/2/layout/IconCircleList"/>
    <dgm:cxn modelId="{4A0B764C-A60C-4ACC-BE61-33A7954C5F3E}" type="presParOf" srcId="{BEC74EAC-DFDD-4CC2-B616-1ADDFF77D23C}" destId="{8C167D8E-CCE1-4E13-8D02-4D76A6DC1854}" srcOrd="3" destOrd="0" presId="urn:microsoft.com/office/officeart/2018/2/layout/IconCircleList"/>
    <dgm:cxn modelId="{993F97D3-DC48-498E-B728-1C8DA0888E64}" type="presParOf" srcId="{935EA250-90C1-4FCF-BABA-96B52EC6C2C1}" destId="{0B5A9463-5C97-4D0E-97B6-27D7424BD6B5}" srcOrd="1" destOrd="0" presId="urn:microsoft.com/office/officeart/2018/2/layout/IconCircleList"/>
    <dgm:cxn modelId="{69FB4B5C-7D9D-4C99-AF97-EDFAD77A20A5}" type="presParOf" srcId="{935EA250-90C1-4FCF-BABA-96B52EC6C2C1}" destId="{705D10EF-5D3C-4BFD-BFB2-39CD2B448A7E}" srcOrd="2" destOrd="0" presId="urn:microsoft.com/office/officeart/2018/2/layout/IconCircleList"/>
    <dgm:cxn modelId="{F2A2E64A-0BB0-480F-84AB-E0EC6DB34BFA}" type="presParOf" srcId="{705D10EF-5D3C-4BFD-BFB2-39CD2B448A7E}" destId="{556E142B-0522-4AB0-AF76-A088EFD13990}" srcOrd="0" destOrd="0" presId="urn:microsoft.com/office/officeart/2018/2/layout/IconCircleList"/>
    <dgm:cxn modelId="{7B33A73A-B346-487E-9484-4AAC35CD8F97}" type="presParOf" srcId="{705D10EF-5D3C-4BFD-BFB2-39CD2B448A7E}" destId="{631B9FF8-8C9B-47E7-978E-2D6D6121D424}" srcOrd="1" destOrd="0" presId="urn:microsoft.com/office/officeart/2018/2/layout/IconCircleList"/>
    <dgm:cxn modelId="{188E7CBF-C820-4502-9A7F-EF321DE7CD81}" type="presParOf" srcId="{705D10EF-5D3C-4BFD-BFB2-39CD2B448A7E}" destId="{5FF5D7B4-40BE-4995-B49D-EFD89D37DCDB}" srcOrd="2" destOrd="0" presId="urn:microsoft.com/office/officeart/2018/2/layout/IconCircleList"/>
    <dgm:cxn modelId="{BF13D627-A7BE-4F0F-8F05-52E1DC1EA2E2}" type="presParOf" srcId="{705D10EF-5D3C-4BFD-BFB2-39CD2B448A7E}" destId="{5E547735-6402-4BB9-9495-30A6F743E69A}" srcOrd="3" destOrd="0" presId="urn:microsoft.com/office/officeart/2018/2/layout/IconCircleList"/>
    <dgm:cxn modelId="{8C7A1FA2-59A3-4F5F-B8AC-EB5DC5D0603F}" type="presParOf" srcId="{935EA250-90C1-4FCF-BABA-96B52EC6C2C1}" destId="{CD5149CC-E8EC-4F8B-9ED8-D66349D1D43C}" srcOrd="3" destOrd="0" presId="urn:microsoft.com/office/officeart/2018/2/layout/IconCircleList"/>
    <dgm:cxn modelId="{D3812471-6E06-41FF-8EBD-2627BFB872ED}" type="presParOf" srcId="{935EA250-90C1-4FCF-BABA-96B52EC6C2C1}" destId="{48A9242A-4AAE-4430-9C8F-E2719E191E6E}" srcOrd="4" destOrd="0" presId="urn:microsoft.com/office/officeart/2018/2/layout/IconCircleList"/>
    <dgm:cxn modelId="{13711A50-A70E-4293-8721-965AAF561F2C}" type="presParOf" srcId="{48A9242A-4AAE-4430-9C8F-E2719E191E6E}" destId="{996E2B86-70A1-4020-92CC-C5D68543D892}" srcOrd="0" destOrd="0" presId="urn:microsoft.com/office/officeart/2018/2/layout/IconCircleList"/>
    <dgm:cxn modelId="{F779EFF4-7108-4658-A7EF-9477391C6C04}" type="presParOf" srcId="{48A9242A-4AAE-4430-9C8F-E2719E191E6E}" destId="{3D092CC9-5C56-432C-B903-F416C782B5D2}" srcOrd="1" destOrd="0" presId="urn:microsoft.com/office/officeart/2018/2/layout/IconCircleList"/>
    <dgm:cxn modelId="{95C02593-4163-453F-9555-772A208332D1}" type="presParOf" srcId="{48A9242A-4AAE-4430-9C8F-E2719E191E6E}" destId="{7D7A3572-DBD9-4B57-87CE-84D3AABEFCDC}" srcOrd="2" destOrd="0" presId="urn:microsoft.com/office/officeart/2018/2/layout/IconCircleList"/>
    <dgm:cxn modelId="{65260487-C887-47B2-B5F2-8B4ECF20551D}" type="presParOf" srcId="{48A9242A-4AAE-4430-9C8F-E2719E191E6E}" destId="{FB7D5601-13CA-4F73-A411-E88871DFC233}" srcOrd="3" destOrd="0" presId="urn:microsoft.com/office/officeart/2018/2/layout/IconCircleList"/>
    <dgm:cxn modelId="{2D6A717A-8DE8-49FC-A819-27594558EF15}" type="presParOf" srcId="{935EA250-90C1-4FCF-BABA-96B52EC6C2C1}" destId="{9A57C599-D355-4293-8D5F-75567934241F}" srcOrd="5" destOrd="0" presId="urn:microsoft.com/office/officeart/2018/2/layout/IconCircleList"/>
    <dgm:cxn modelId="{41261FB3-2355-4DBF-AE38-1FDB6EF01AAA}" type="presParOf" srcId="{935EA250-90C1-4FCF-BABA-96B52EC6C2C1}" destId="{5BC325AC-7A91-40D4-929A-D65BFE02BB1C}" srcOrd="6" destOrd="0" presId="urn:microsoft.com/office/officeart/2018/2/layout/IconCircleList"/>
    <dgm:cxn modelId="{398D09EE-9BD8-4D8D-912E-51F3C226ACC1}" type="presParOf" srcId="{5BC325AC-7A91-40D4-929A-D65BFE02BB1C}" destId="{B96B428F-43FD-4668-AFF2-A9C7A1B520A5}" srcOrd="0" destOrd="0" presId="urn:microsoft.com/office/officeart/2018/2/layout/IconCircleList"/>
    <dgm:cxn modelId="{9F139781-5CE6-4FE1-84C5-B09E72B7BE34}" type="presParOf" srcId="{5BC325AC-7A91-40D4-929A-D65BFE02BB1C}" destId="{2868C5E6-4720-441D-B454-FFFE27404E6B}" srcOrd="1" destOrd="0" presId="urn:microsoft.com/office/officeart/2018/2/layout/IconCircleList"/>
    <dgm:cxn modelId="{B81B4573-B0E3-4EC5-919D-0173A99437DA}" type="presParOf" srcId="{5BC325AC-7A91-40D4-929A-D65BFE02BB1C}" destId="{06A8BC9C-94BC-4E3C-8533-34440C4596AD}" srcOrd="2" destOrd="0" presId="urn:microsoft.com/office/officeart/2018/2/layout/IconCircleList"/>
    <dgm:cxn modelId="{9CCF1B8C-20BA-48DC-B1CF-A3CDCC1B8B26}" type="presParOf" srcId="{5BC325AC-7A91-40D4-929A-D65BFE02BB1C}" destId="{F07A5DCB-4CF1-4799-9F0C-536D71B6014A}"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0922C2A-CB55-4E27-A00D-4F90EA6D5160}" type="doc">
      <dgm:prSet loTypeId="urn:microsoft.com/office/officeart/2018/2/layout/IconVerticalSolidList" loCatId="icon" qsTypeId="urn:microsoft.com/office/officeart/2005/8/quickstyle/simple1#39" qsCatId="simple" csTypeId="urn:microsoft.com/office/officeart/2005/8/colors/accent1_2#19" csCatId="accent1" phldr="1"/>
      <dgm:spPr/>
      <dgm:t>
        <a:bodyPr/>
        <a:lstStyle/>
        <a:p>
          <a:endParaRPr lang="en-US"/>
        </a:p>
      </dgm:t>
    </dgm:pt>
    <dgm:pt modelId="{E0479C87-11DD-4B2B-9454-16032DDA3931}">
      <dgm:prSet/>
      <dgm:spPr/>
      <dgm:t>
        <a:bodyPr/>
        <a:lstStyle/>
        <a:p>
          <a:pPr>
            <a:lnSpc>
              <a:spcPct val="100000"/>
            </a:lnSpc>
          </a:pPr>
          <a:r>
            <a:rPr lang="en-IN" b="1"/>
            <a:t>An index can become too large to keep efficiently on only one machine.</a:t>
          </a:r>
          <a:r>
            <a:rPr lang="en-IN"/>
            <a:t> OpenSearch solves this problem by splitting an index into smaller pieces called </a:t>
          </a:r>
          <a:r>
            <a:rPr lang="en-IN" b="1"/>
            <a:t>shards</a:t>
          </a:r>
          <a:r>
            <a:rPr lang="en-IN"/>
            <a:t>. </a:t>
          </a:r>
          <a:endParaRPr lang="en-US"/>
        </a:p>
      </dgm:t>
    </dgm:pt>
    <dgm:pt modelId="{BEAA84F1-BC5D-46D5-BD2E-E80AEE670A7A}" type="parTrans" cxnId="{F579283A-E544-4822-9D7C-44E9261C39C6}">
      <dgm:prSet/>
      <dgm:spPr/>
      <dgm:t>
        <a:bodyPr/>
        <a:lstStyle/>
        <a:p>
          <a:endParaRPr lang="en-US"/>
        </a:p>
      </dgm:t>
    </dgm:pt>
    <dgm:pt modelId="{7EE8F731-348D-4ABC-A9BA-55FC3A584456}" type="sibTrans" cxnId="{F579283A-E544-4822-9D7C-44E9261C39C6}">
      <dgm:prSet/>
      <dgm:spPr/>
      <dgm:t>
        <a:bodyPr/>
        <a:lstStyle/>
        <a:p>
          <a:endParaRPr lang="en-US"/>
        </a:p>
      </dgm:t>
    </dgm:pt>
    <dgm:pt modelId="{BF8B8EEC-89CE-4CD7-BEB6-51480344E42A}">
      <dgm:prSet/>
      <dgm:spPr/>
      <dgm:t>
        <a:bodyPr/>
        <a:lstStyle/>
        <a:p>
          <a:pPr>
            <a:lnSpc>
              <a:spcPct val="100000"/>
            </a:lnSpc>
          </a:pPr>
          <a:r>
            <a:rPr lang="en-IN" b="1"/>
            <a:t>Documents are assigned to particular shards.</a:t>
          </a:r>
          <a:r>
            <a:rPr lang="en-IN"/>
            <a:t> The course explains that documents are hashed to decide which shard will store them, and different shards can live on different nodes in the OpenSearch cluster. </a:t>
          </a:r>
          <a:endParaRPr lang="en-US"/>
        </a:p>
      </dgm:t>
    </dgm:pt>
    <dgm:pt modelId="{F9068D3B-A02E-47C8-A0E4-07D047AB9B2E}" type="parTrans" cxnId="{1ED96CB8-CB58-47CB-AD46-BF070346E42A}">
      <dgm:prSet/>
      <dgm:spPr/>
      <dgm:t>
        <a:bodyPr/>
        <a:lstStyle/>
        <a:p>
          <a:endParaRPr lang="en-US"/>
        </a:p>
      </dgm:t>
    </dgm:pt>
    <dgm:pt modelId="{AD622FD1-A5CC-4D7B-8840-715DAAC9A458}" type="sibTrans" cxnId="{1ED96CB8-CB58-47CB-AD46-BF070346E42A}">
      <dgm:prSet/>
      <dgm:spPr/>
      <dgm:t>
        <a:bodyPr/>
        <a:lstStyle/>
        <a:p>
          <a:endParaRPr lang="en-US"/>
        </a:p>
      </dgm:t>
    </dgm:pt>
    <dgm:pt modelId="{59F2DB51-0C17-4717-938D-45F944776B94}">
      <dgm:prSet/>
      <dgm:spPr/>
      <dgm:t>
        <a:bodyPr/>
        <a:lstStyle/>
        <a:p>
          <a:pPr>
            <a:lnSpc>
              <a:spcPct val="100000"/>
            </a:lnSpc>
          </a:pPr>
          <a:r>
            <a:rPr lang="en-IN" b="1"/>
            <a:t>Each shard is a complete Lucene index on its own.</a:t>
          </a:r>
          <a:r>
            <a:rPr lang="en-IN"/>
            <a:t> This allows different parts of the dataset to be stored and searched independently while still appearing to the application as one OpenSearch index. </a:t>
          </a:r>
          <a:endParaRPr lang="en-US"/>
        </a:p>
      </dgm:t>
    </dgm:pt>
    <dgm:pt modelId="{7316CA1B-AD93-4882-B61F-AA9612E08B89}" type="parTrans" cxnId="{1988E735-CFB1-4385-86DC-24BE1D11C3E2}">
      <dgm:prSet/>
      <dgm:spPr/>
      <dgm:t>
        <a:bodyPr/>
        <a:lstStyle/>
        <a:p>
          <a:endParaRPr lang="en-US"/>
        </a:p>
      </dgm:t>
    </dgm:pt>
    <dgm:pt modelId="{DBDD5344-A380-46CC-9394-D87F1EB9765C}" type="sibTrans" cxnId="{1988E735-CFB1-4385-86DC-24BE1D11C3E2}">
      <dgm:prSet/>
      <dgm:spPr/>
      <dgm:t>
        <a:bodyPr/>
        <a:lstStyle/>
        <a:p>
          <a:endParaRPr lang="en-US"/>
        </a:p>
      </dgm:t>
    </dgm:pt>
    <dgm:pt modelId="{914BF385-F396-4279-A2A8-4D2E5B49FFB1}">
      <dgm:prSet/>
      <dgm:spPr/>
      <dgm:t>
        <a:bodyPr/>
        <a:lstStyle/>
        <a:p>
          <a:pPr>
            <a:lnSpc>
              <a:spcPct val="100000"/>
            </a:lnSpc>
          </a:pPr>
          <a:r>
            <a:rPr lang="en-IN"/>
            <a:t>The benefit is that </a:t>
          </a:r>
          <a:r>
            <a:rPr lang="en-IN" b="1"/>
            <a:t>search and storage work can be distributed across the cluster</a:t>
          </a:r>
          <a:r>
            <a:rPr lang="en-IN"/>
            <a:t>. If the dataset becomes larger, multiple nodes can share the workload instead of forcing one node to manage everything. </a:t>
          </a:r>
          <a:endParaRPr lang="en-US"/>
        </a:p>
      </dgm:t>
    </dgm:pt>
    <dgm:pt modelId="{F9457399-38BA-433D-9879-4C175735A591}" type="parTrans" cxnId="{D8BF64C1-42F5-4C8E-9E66-0953F0563FC8}">
      <dgm:prSet/>
      <dgm:spPr/>
      <dgm:t>
        <a:bodyPr/>
        <a:lstStyle/>
        <a:p>
          <a:endParaRPr lang="en-US"/>
        </a:p>
      </dgm:t>
    </dgm:pt>
    <dgm:pt modelId="{4A8F1B3C-3EC5-4215-AAE0-A820D31B7056}" type="sibTrans" cxnId="{D8BF64C1-42F5-4C8E-9E66-0953F0563FC8}">
      <dgm:prSet/>
      <dgm:spPr/>
      <dgm:t>
        <a:bodyPr/>
        <a:lstStyle/>
        <a:p>
          <a:endParaRPr lang="en-US"/>
        </a:p>
      </dgm:t>
    </dgm:pt>
    <dgm:pt modelId="{C6C07B08-41FC-456B-A79E-76AB376E5691}">
      <dgm:prSet/>
      <dgm:spPr/>
      <dgm:t>
        <a:bodyPr/>
        <a:lstStyle/>
        <a:p>
          <a:pPr>
            <a:lnSpc>
              <a:spcPct val="100000"/>
            </a:lnSpc>
          </a:pPr>
          <a:r>
            <a:rPr lang="en-IN" b="1"/>
            <a:t>Easy Way to Think About It</a:t>
          </a:r>
          <a:endParaRPr lang="en-US"/>
        </a:p>
      </dgm:t>
    </dgm:pt>
    <dgm:pt modelId="{295FAFE6-8F3C-40FB-9E06-8881F2458140}" type="parTrans" cxnId="{8C0B60EF-1562-40B0-9203-B329762D7E00}">
      <dgm:prSet/>
      <dgm:spPr/>
      <dgm:t>
        <a:bodyPr/>
        <a:lstStyle/>
        <a:p>
          <a:endParaRPr lang="en-US"/>
        </a:p>
      </dgm:t>
    </dgm:pt>
    <dgm:pt modelId="{E90FF69A-AE2B-4936-9376-E8DC954BEFD6}" type="sibTrans" cxnId="{8C0B60EF-1562-40B0-9203-B329762D7E00}">
      <dgm:prSet/>
      <dgm:spPr/>
      <dgm:t>
        <a:bodyPr/>
        <a:lstStyle/>
        <a:p>
          <a:endParaRPr lang="en-US"/>
        </a:p>
      </dgm:t>
    </dgm:pt>
    <dgm:pt modelId="{942DAB12-C8DE-4E11-988A-ED4014539F48}">
      <dgm:prSet/>
      <dgm:spPr/>
      <dgm:t>
        <a:bodyPr/>
        <a:lstStyle/>
        <a:p>
          <a:pPr>
            <a:lnSpc>
              <a:spcPct val="100000"/>
            </a:lnSpc>
          </a:pPr>
          <a:r>
            <a:rPr lang="en-IN"/>
            <a:t>A large book can be divided into several sections and given to different people to search at the same time. Each person searches their section, and the results are combined afterward.</a:t>
          </a:r>
          <a:endParaRPr lang="en-US"/>
        </a:p>
      </dgm:t>
    </dgm:pt>
    <dgm:pt modelId="{F6FE307E-EC18-4A1F-847D-CB36ED276715}" type="parTrans" cxnId="{D3177905-562D-4976-B7FC-B2C185945138}">
      <dgm:prSet/>
      <dgm:spPr/>
      <dgm:t>
        <a:bodyPr/>
        <a:lstStyle/>
        <a:p>
          <a:endParaRPr lang="en-US"/>
        </a:p>
      </dgm:t>
    </dgm:pt>
    <dgm:pt modelId="{F6BE478E-48C5-4F22-AA1F-26137B39B5CB}" type="sibTrans" cxnId="{D3177905-562D-4976-B7FC-B2C185945138}">
      <dgm:prSet/>
      <dgm:spPr/>
      <dgm:t>
        <a:bodyPr/>
        <a:lstStyle/>
        <a:p>
          <a:endParaRPr lang="en-US"/>
        </a:p>
      </dgm:t>
    </dgm:pt>
    <dgm:pt modelId="{06DA5A23-3BBC-4FD4-ADF7-A9B87BDEC94D}" type="pres">
      <dgm:prSet presAssocID="{80922C2A-CB55-4E27-A00D-4F90EA6D5160}" presName="root" presStyleCnt="0">
        <dgm:presLayoutVars>
          <dgm:dir/>
          <dgm:resizeHandles val="exact"/>
        </dgm:presLayoutVars>
      </dgm:prSet>
      <dgm:spPr/>
    </dgm:pt>
    <dgm:pt modelId="{9FABE84F-ED93-4D76-8845-645E121C60F8}" type="pres">
      <dgm:prSet presAssocID="{E0479C87-11DD-4B2B-9454-16032DDA3931}" presName="compNode" presStyleCnt="0"/>
      <dgm:spPr/>
    </dgm:pt>
    <dgm:pt modelId="{5818E301-97DF-420C-A122-87C5AAAD4FA4}" type="pres">
      <dgm:prSet presAssocID="{E0479C87-11DD-4B2B-9454-16032DDA3931}" presName="bgRect" presStyleLbl="bgShp" presStyleIdx="0" presStyleCnt="6"/>
      <dgm:spPr/>
    </dgm:pt>
    <dgm:pt modelId="{2C03C0DE-C598-4C3B-A7C3-FE49A55BF725}" type="pres">
      <dgm:prSet presAssocID="{E0479C87-11DD-4B2B-9454-16032DDA3931}"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atabase"/>
        </a:ext>
      </dgm:extLst>
    </dgm:pt>
    <dgm:pt modelId="{779CA254-E1BC-4FB6-9789-51D38C96A674}" type="pres">
      <dgm:prSet presAssocID="{E0479C87-11DD-4B2B-9454-16032DDA3931}" presName="spaceRect" presStyleCnt="0"/>
      <dgm:spPr/>
    </dgm:pt>
    <dgm:pt modelId="{8F788C44-74ED-4277-A1D1-A024F1A551D7}" type="pres">
      <dgm:prSet presAssocID="{E0479C87-11DD-4B2B-9454-16032DDA3931}" presName="parTx" presStyleLbl="revTx" presStyleIdx="0" presStyleCnt="6">
        <dgm:presLayoutVars>
          <dgm:chMax val="0"/>
          <dgm:chPref val="0"/>
        </dgm:presLayoutVars>
      </dgm:prSet>
      <dgm:spPr/>
    </dgm:pt>
    <dgm:pt modelId="{BE6D2A88-061E-4F83-8D71-7CDA30B93398}" type="pres">
      <dgm:prSet presAssocID="{7EE8F731-348D-4ABC-A9BA-55FC3A584456}" presName="sibTrans" presStyleCnt="0"/>
      <dgm:spPr/>
    </dgm:pt>
    <dgm:pt modelId="{CA306729-7343-4393-8BDD-68FB8A278535}" type="pres">
      <dgm:prSet presAssocID="{BF8B8EEC-89CE-4CD7-BEB6-51480344E42A}" presName="compNode" presStyleCnt="0"/>
      <dgm:spPr/>
    </dgm:pt>
    <dgm:pt modelId="{7C75BBA7-64AC-4BCE-8CD6-754A0186E83B}" type="pres">
      <dgm:prSet presAssocID="{BF8B8EEC-89CE-4CD7-BEB6-51480344E42A}" presName="bgRect" presStyleLbl="bgShp" presStyleIdx="1" presStyleCnt="6"/>
      <dgm:spPr/>
    </dgm:pt>
    <dgm:pt modelId="{50849FBB-AF33-41C4-BE1C-CD6396178AAA}" type="pres">
      <dgm:prSet presAssocID="{BF8B8EEC-89CE-4CD7-BEB6-51480344E42A}"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hredder"/>
        </a:ext>
      </dgm:extLst>
    </dgm:pt>
    <dgm:pt modelId="{4B5AE8DC-3CDE-41CB-9E0A-1C18602A5D5B}" type="pres">
      <dgm:prSet presAssocID="{BF8B8EEC-89CE-4CD7-BEB6-51480344E42A}" presName="spaceRect" presStyleCnt="0"/>
      <dgm:spPr/>
    </dgm:pt>
    <dgm:pt modelId="{957F6348-4079-422F-B8E5-C0BEAF9B1549}" type="pres">
      <dgm:prSet presAssocID="{BF8B8EEC-89CE-4CD7-BEB6-51480344E42A}" presName="parTx" presStyleLbl="revTx" presStyleIdx="1" presStyleCnt="6">
        <dgm:presLayoutVars>
          <dgm:chMax val="0"/>
          <dgm:chPref val="0"/>
        </dgm:presLayoutVars>
      </dgm:prSet>
      <dgm:spPr/>
    </dgm:pt>
    <dgm:pt modelId="{F7BE4682-A8E0-4E6B-87C9-47302D805834}" type="pres">
      <dgm:prSet presAssocID="{AD622FD1-A5CC-4D7B-8840-715DAAC9A458}" presName="sibTrans" presStyleCnt="0"/>
      <dgm:spPr/>
    </dgm:pt>
    <dgm:pt modelId="{4B39EC0A-D236-45C6-87FF-BAC6918DB67A}" type="pres">
      <dgm:prSet presAssocID="{59F2DB51-0C17-4717-938D-45F944776B94}" presName="compNode" presStyleCnt="0"/>
      <dgm:spPr/>
    </dgm:pt>
    <dgm:pt modelId="{94E604F5-3D9C-4E7C-8A2F-47E2DEF1E61F}" type="pres">
      <dgm:prSet presAssocID="{59F2DB51-0C17-4717-938D-45F944776B94}" presName="bgRect" presStyleLbl="bgShp" presStyleIdx="2" presStyleCnt="6"/>
      <dgm:spPr/>
    </dgm:pt>
    <dgm:pt modelId="{4881009C-E1D1-4856-B292-197F21244B03}" type="pres">
      <dgm:prSet presAssocID="{59F2DB51-0C17-4717-938D-45F944776B94}"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Flowchart"/>
        </a:ext>
      </dgm:extLst>
    </dgm:pt>
    <dgm:pt modelId="{3A426131-EBC6-4153-8C26-CD5252D238EB}" type="pres">
      <dgm:prSet presAssocID="{59F2DB51-0C17-4717-938D-45F944776B94}" presName="spaceRect" presStyleCnt="0"/>
      <dgm:spPr/>
    </dgm:pt>
    <dgm:pt modelId="{ED8BEC67-102F-4ED4-9F3B-E10D4F7D937B}" type="pres">
      <dgm:prSet presAssocID="{59F2DB51-0C17-4717-938D-45F944776B94}" presName="parTx" presStyleLbl="revTx" presStyleIdx="2" presStyleCnt="6">
        <dgm:presLayoutVars>
          <dgm:chMax val="0"/>
          <dgm:chPref val="0"/>
        </dgm:presLayoutVars>
      </dgm:prSet>
      <dgm:spPr/>
    </dgm:pt>
    <dgm:pt modelId="{2C32E1F5-3EC7-4C90-8F63-6660410D81C1}" type="pres">
      <dgm:prSet presAssocID="{DBDD5344-A380-46CC-9394-D87F1EB9765C}" presName="sibTrans" presStyleCnt="0"/>
      <dgm:spPr/>
    </dgm:pt>
    <dgm:pt modelId="{EC583092-10B5-40C6-8C4F-2B0D7EA8BEE1}" type="pres">
      <dgm:prSet presAssocID="{914BF385-F396-4279-A2A8-4D2E5B49FFB1}" presName="compNode" presStyleCnt="0"/>
      <dgm:spPr/>
    </dgm:pt>
    <dgm:pt modelId="{563C8ED7-0372-43B9-BC47-988117BB7B8E}" type="pres">
      <dgm:prSet presAssocID="{914BF385-F396-4279-A2A8-4D2E5B49FFB1}" presName="bgRect" presStyleLbl="bgShp" presStyleIdx="3" presStyleCnt="6"/>
      <dgm:spPr/>
    </dgm:pt>
    <dgm:pt modelId="{486963C3-4D34-4598-B956-8BE7916A6315}" type="pres">
      <dgm:prSet presAssocID="{914BF385-F396-4279-A2A8-4D2E5B49FFB1}"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isconnected"/>
        </a:ext>
      </dgm:extLst>
    </dgm:pt>
    <dgm:pt modelId="{358F21CD-F1F3-454D-A62E-174CFA095E0B}" type="pres">
      <dgm:prSet presAssocID="{914BF385-F396-4279-A2A8-4D2E5B49FFB1}" presName="spaceRect" presStyleCnt="0"/>
      <dgm:spPr/>
    </dgm:pt>
    <dgm:pt modelId="{991B13D8-A7BF-4EF6-96B7-29809A45EF87}" type="pres">
      <dgm:prSet presAssocID="{914BF385-F396-4279-A2A8-4D2E5B49FFB1}" presName="parTx" presStyleLbl="revTx" presStyleIdx="3" presStyleCnt="6">
        <dgm:presLayoutVars>
          <dgm:chMax val="0"/>
          <dgm:chPref val="0"/>
        </dgm:presLayoutVars>
      </dgm:prSet>
      <dgm:spPr/>
    </dgm:pt>
    <dgm:pt modelId="{E07E6A53-7C62-4A29-A331-48415E4DFF47}" type="pres">
      <dgm:prSet presAssocID="{4A8F1B3C-3EC5-4215-AAE0-A820D31B7056}" presName="sibTrans" presStyleCnt="0"/>
      <dgm:spPr/>
    </dgm:pt>
    <dgm:pt modelId="{B2F7C4DF-D729-40F2-880A-2B6E8840C978}" type="pres">
      <dgm:prSet presAssocID="{C6C07B08-41FC-456B-A79E-76AB376E5691}" presName="compNode" presStyleCnt="0"/>
      <dgm:spPr/>
    </dgm:pt>
    <dgm:pt modelId="{FEEF52B2-4087-4D36-B808-69A33A030D01}" type="pres">
      <dgm:prSet presAssocID="{C6C07B08-41FC-456B-A79E-76AB376E5691}" presName="bgRect" presStyleLbl="bgShp" presStyleIdx="4" presStyleCnt="6"/>
      <dgm:spPr/>
    </dgm:pt>
    <dgm:pt modelId="{A59CF28D-E441-4ADC-9FFC-A59D1C26D6A2}" type="pres">
      <dgm:prSet presAssocID="{C6C07B08-41FC-456B-A79E-76AB376E5691}"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Head with Gears"/>
        </a:ext>
      </dgm:extLst>
    </dgm:pt>
    <dgm:pt modelId="{10DFF0D2-22C1-4828-940C-C0694212E1AD}" type="pres">
      <dgm:prSet presAssocID="{C6C07B08-41FC-456B-A79E-76AB376E5691}" presName="spaceRect" presStyleCnt="0"/>
      <dgm:spPr/>
    </dgm:pt>
    <dgm:pt modelId="{E67DEDEB-03C0-4DD7-8825-166A7009C448}" type="pres">
      <dgm:prSet presAssocID="{C6C07B08-41FC-456B-A79E-76AB376E5691}" presName="parTx" presStyleLbl="revTx" presStyleIdx="4" presStyleCnt="6">
        <dgm:presLayoutVars>
          <dgm:chMax val="0"/>
          <dgm:chPref val="0"/>
        </dgm:presLayoutVars>
      </dgm:prSet>
      <dgm:spPr/>
    </dgm:pt>
    <dgm:pt modelId="{BFD3179B-DC00-4991-BC60-8B0B3D762D55}" type="pres">
      <dgm:prSet presAssocID="{E90FF69A-AE2B-4936-9376-E8DC954BEFD6}" presName="sibTrans" presStyleCnt="0"/>
      <dgm:spPr/>
    </dgm:pt>
    <dgm:pt modelId="{BE460068-D753-4E45-87AE-CF620D8F44FB}" type="pres">
      <dgm:prSet presAssocID="{942DAB12-C8DE-4E11-988A-ED4014539F48}" presName="compNode" presStyleCnt="0"/>
      <dgm:spPr/>
    </dgm:pt>
    <dgm:pt modelId="{59BB1C89-45DC-42D2-9E82-E069621A4546}" type="pres">
      <dgm:prSet presAssocID="{942DAB12-C8DE-4E11-988A-ED4014539F48}" presName="bgRect" presStyleLbl="bgShp" presStyleIdx="5" presStyleCnt="6"/>
      <dgm:spPr/>
    </dgm:pt>
    <dgm:pt modelId="{AE6C24E7-5558-498B-B1E2-DBA64E590AD5}" type="pres">
      <dgm:prSet presAssocID="{942DAB12-C8DE-4E11-988A-ED4014539F48}"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arget Audience"/>
        </a:ext>
      </dgm:extLst>
    </dgm:pt>
    <dgm:pt modelId="{DDBB01A2-6F6D-4449-AEF9-9456A422CC4E}" type="pres">
      <dgm:prSet presAssocID="{942DAB12-C8DE-4E11-988A-ED4014539F48}" presName="spaceRect" presStyleCnt="0"/>
      <dgm:spPr/>
    </dgm:pt>
    <dgm:pt modelId="{36689E0B-898B-4B4A-9B08-05801B469C0A}" type="pres">
      <dgm:prSet presAssocID="{942DAB12-C8DE-4E11-988A-ED4014539F48}" presName="parTx" presStyleLbl="revTx" presStyleIdx="5" presStyleCnt="6">
        <dgm:presLayoutVars>
          <dgm:chMax val="0"/>
          <dgm:chPref val="0"/>
        </dgm:presLayoutVars>
      </dgm:prSet>
      <dgm:spPr/>
    </dgm:pt>
  </dgm:ptLst>
  <dgm:cxnLst>
    <dgm:cxn modelId="{D3177905-562D-4976-B7FC-B2C185945138}" srcId="{80922C2A-CB55-4E27-A00D-4F90EA6D5160}" destId="{942DAB12-C8DE-4E11-988A-ED4014539F48}" srcOrd="5" destOrd="0" parTransId="{F6FE307E-EC18-4A1F-847D-CB36ED276715}" sibTransId="{F6BE478E-48C5-4F22-AA1F-26137B39B5CB}"/>
    <dgm:cxn modelId="{4B32E011-9FDE-46E1-AFB3-7CAE03A0C763}" type="presOf" srcId="{C6C07B08-41FC-456B-A79E-76AB376E5691}" destId="{E67DEDEB-03C0-4DD7-8825-166A7009C448}" srcOrd="0" destOrd="0" presId="urn:microsoft.com/office/officeart/2018/2/layout/IconVerticalSolidList"/>
    <dgm:cxn modelId="{87224A13-82EC-4B47-B3CC-A34B00B08E43}" type="presOf" srcId="{80922C2A-CB55-4E27-A00D-4F90EA6D5160}" destId="{06DA5A23-3BBC-4FD4-ADF7-A9B87BDEC94D}" srcOrd="0" destOrd="0" presId="urn:microsoft.com/office/officeart/2018/2/layout/IconVerticalSolidList"/>
    <dgm:cxn modelId="{6A279A27-570F-468C-87AD-6487AA604869}" type="presOf" srcId="{59F2DB51-0C17-4717-938D-45F944776B94}" destId="{ED8BEC67-102F-4ED4-9F3B-E10D4F7D937B}" srcOrd="0" destOrd="0" presId="urn:microsoft.com/office/officeart/2018/2/layout/IconVerticalSolidList"/>
    <dgm:cxn modelId="{1988E735-CFB1-4385-86DC-24BE1D11C3E2}" srcId="{80922C2A-CB55-4E27-A00D-4F90EA6D5160}" destId="{59F2DB51-0C17-4717-938D-45F944776B94}" srcOrd="2" destOrd="0" parTransId="{7316CA1B-AD93-4882-B61F-AA9612E08B89}" sibTransId="{DBDD5344-A380-46CC-9394-D87F1EB9765C}"/>
    <dgm:cxn modelId="{F579283A-E544-4822-9D7C-44E9261C39C6}" srcId="{80922C2A-CB55-4E27-A00D-4F90EA6D5160}" destId="{E0479C87-11DD-4B2B-9454-16032DDA3931}" srcOrd="0" destOrd="0" parTransId="{BEAA84F1-BC5D-46D5-BD2E-E80AEE670A7A}" sibTransId="{7EE8F731-348D-4ABC-A9BA-55FC3A584456}"/>
    <dgm:cxn modelId="{098FBB5F-DF5C-4FDE-A36D-2921BF47B946}" type="presOf" srcId="{E0479C87-11DD-4B2B-9454-16032DDA3931}" destId="{8F788C44-74ED-4277-A1D1-A024F1A551D7}" srcOrd="0" destOrd="0" presId="urn:microsoft.com/office/officeart/2018/2/layout/IconVerticalSolidList"/>
    <dgm:cxn modelId="{BC87A8AC-1643-4A76-9E65-0B9842C11F4C}" type="presOf" srcId="{BF8B8EEC-89CE-4CD7-BEB6-51480344E42A}" destId="{957F6348-4079-422F-B8E5-C0BEAF9B1549}" srcOrd="0" destOrd="0" presId="urn:microsoft.com/office/officeart/2018/2/layout/IconVerticalSolidList"/>
    <dgm:cxn modelId="{5FF867AF-29B3-44CC-82B1-409A2BF24588}" type="presOf" srcId="{942DAB12-C8DE-4E11-988A-ED4014539F48}" destId="{36689E0B-898B-4B4A-9B08-05801B469C0A}" srcOrd="0" destOrd="0" presId="urn:microsoft.com/office/officeart/2018/2/layout/IconVerticalSolidList"/>
    <dgm:cxn modelId="{1ED96CB8-CB58-47CB-AD46-BF070346E42A}" srcId="{80922C2A-CB55-4E27-A00D-4F90EA6D5160}" destId="{BF8B8EEC-89CE-4CD7-BEB6-51480344E42A}" srcOrd="1" destOrd="0" parTransId="{F9068D3B-A02E-47C8-A0E4-07D047AB9B2E}" sibTransId="{AD622FD1-A5CC-4D7B-8840-715DAAC9A458}"/>
    <dgm:cxn modelId="{D8BF64C1-42F5-4C8E-9E66-0953F0563FC8}" srcId="{80922C2A-CB55-4E27-A00D-4F90EA6D5160}" destId="{914BF385-F396-4279-A2A8-4D2E5B49FFB1}" srcOrd="3" destOrd="0" parTransId="{F9457399-38BA-433D-9879-4C175735A591}" sibTransId="{4A8F1B3C-3EC5-4215-AAE0-A820D31B7056}"/>
    <dgm:cxn modelId="{8C0B60EF-1562-40B0-9203-B329762D7E00}" srcId="{80922C2A-CB55-4E27-A00D-4F90EA6D5160}" destId="{C6C07B08-41FC-456B-A79E-76AB376E5691}" srcOrd="4" destOrd="0" parTransId="{295FAFE6-8F3C-40FB-9E06-8881F2458140}" sibTransId="{E90FF69A-AE2B-4936-9376-E8DC954BEFD6}"/>
    <dgm:cxn modelId="{2B7B9BF8-3B34-4B78-BCE1-9DBA0987451B}" type="presOf" srcId="{914BF385-F396-4279-A2A8-4D2E5B49FFB1}" destId="{991B13D8-A7BF-4EF6-96B7-29809A45EF87}" srcOrd="0" destOrd="0" presId="urn:microsoft.com/office/officeart/2018/2/layout/IconVerticalSolidList"/>
    <dgm:cxn modelId="{9218EFE9-D6BA-4123-8206-D04CBF62C7DD}" type="presParOf" srcId="{06DA5A23-3BBC-4FD4-ADF7-A9B87BDEC94D}" destId="{9FABE84F-ED93-4D76-8845-645E121C60F8}" srcOrd="0" destOrd="0" presId="urn:microsoft.com/office/officeart/2018/2/layout/IconVerticalSolidList"/>
    <dgm:cxn modelId="{2A124DDC-B367-411F-A551-7CA7B04FF712}" type="presParOf" srcId="{9FABE84F-ED93-4D76-8845-645E121C60F8}" destId="{5818E301-97DF-420C-A122-87C5AAAD4FA4}" srcOrd="0" destOrd="0" presId="urn:microsoft.com/office/officeart/2018/2/layout/IconVerticalSolidList"/>
    <dgm:cxn modelId="{73AE141A-50C0-4691-A2F2-91315E813C22}" type="presParOf" srcId="{9FABE84F-ED93-4D76-8845-645E121C60F8}" destId="{2C03C0DE-C598-4C3B-A7C3-FE49A55BF725}" srcOrd="1" destOrd="0" presId="urn:microsoft.com/office/officeart/2018/2/layout/IconVerticalSolidList"/>
    <dgm:cxn modelId="{132590C8-5CC1-40DF-96B3-4ABCBEEED2E1}" type="presParOf" srcId="{9FABE84F-ED93-4D76-8845-645E121C60F8}" destId="{779CA254-E1BC-4FB6-9789-51D38C96A674}" srcOrd="2" destOrd="0" presId="urn:microsoft.com/office/officeart/2018/2/layout/IconVerticalSolidList"/>
    <dgm:cxn modelId="{2D95B9F7-35CA-4F06-8B32-F505E6B68C0F}" type="presParOf" srcId="{9FABE84F-ED93-4D76-8845-645E121C60F8}" destId="{8F788C44-74ED-4277-A1D1-A024F1A551D7}" srcOrd="3" destOrd="0" presId="urn:microsoft.com/office/officeart/2018/2/layout/IconVerticalSolidList"/>
    <dgm:cxn modelId="{3896EA0C-7059-4909-94D6-304FFCFFC095}" type="presParOf" srcId="{06DA5A23-3BBC-4FD4-ADF7-A9B87BDEC94D}" destId="{BE6D2A88-061E-4F83-8D71-7CDA30B93398}" srcOrd="1" destOrd="0" presId="urn:microsoft.com/office/officeart/2018/2/layout/IconVerticalSolidList"/>
    <dgm:cxn modelId="{DD34424D-BDDE-42E2-90AD-B48BD2D24604}" type="presParOf" srcId="{06DA5A23-3BBC-4FD4-ADF7-A9B87BDEC94D}" destId="{CA306729-7343-4393-8BDD-68FB8A278535}" srcOrd="2" destOrd="0" presId="urn:microsoft.com/office/officeart/2018/2/layout/IconVerticalSolidList"/>
    <dgm:cxn modelId="{1C2B76FC-8539-493E-9D8A-391502D843C8}" type="presParOf" srcId="{CA306729-7343-4393-8BDD-68FB8A278535}" destId="{7C75BBA7-64AC-4BCE-8CD6-754A0186E83B}" srcOrd="0" destOrd="0" presId="urn:microsoft.com/office/officeart/2018/2/layout/IconVerticalSolidList"/>
    <dgm:cxn modelId="{2C7401A0-6130-4261-A4CC-46A5182172CE}" type="presParOf" srcId="{CA306729-7343-4393-8BDD-68FB8A278535}" destId="{50849FBB-AF33-41C4-BE1C-CD6396178AAA}" srcOrd="1" destOrd="0" presId="urn:microsoft.com/office/officeart/2018/2/layout/IconVerticalSolidList"/>
    <dgm:cxn modelId="{F02E7805-247B-44B2-AC13-B7A01B74519C}" type="presParOf" srcId="{CA306729-7343-4393-8BDD-68FB8A278535}" destId="{4B5AE8DC-3CDE-41CB-9E0A-1C18602A5D5B}" srcOrd="2" destOrd="0" presId="urn:microsoft.com/office/officeart/2018/2/layout/IconVerticalSolidList"/>
    <dgm:cxn modelId="{B633B598-01CB-42ED-8417-2FB94DCF0B0D}" type="presParOf" srcId="{CA306729-7343-4393-8BDD-68FB8A278535}" destId="{957F6348-4079-422F-B8E5-C0BEAF9B1549}" srcOrd="3" destOrd="0" presId="urn:microsoft.com/office/officeart/2018/2/layout/IconVerticalSolidList"/>
    <dgm:cxn modelId="{2E13E9DD-DA80-4850-A27B-70B161D934C1}" type="presParOf" srcId="{06DA5A23-3BBC-4FD4-ADF7-A9B87BDEC94D}" destId="{F7BE4682-A8E0-4E6B-87C9-47302D805834}" srcOrd="3" destOrd="0" presId="urn:microsoft.com/office/officeart/2018/2/layout/IconVerticalSolidList"/>
    <dgm:cxn modelId="{5362EAB5-7418-4979-B686-8118793C834C}" type="presParOf" srcId="{06DA5A23-3BBC-4FD4-ADF7-A9B87BDEC94D}" destId="{4B39EC0A-D236-45C6-87FF-BAC6918DB67A}" srcOrd="4" destOrd="0" presId="urn:microsoft.com/office/officeart/2018/2/layout/IconVerticalSolidList"/>
    <dgm:cxn modelId="{3DC0F6E4-AD92-4C42-B1CE-CB3CD5F9B99D}" type="presParOf" srcId="{4B39EC0A-D236-45C6-87FF-BAC6918DB67A}" destId="{94E604F5-3D9C-4E7C-8A2F-47E2DEF1E61F}" srcOrd="0" destOrd="0" presId="urn:microsoft.com/office/officeart/2018/2/layout/IconVerticalSolidList"/>
    <dgm:cxn modelId="{2A75AAEB-9CBA-478A-8875-95509FE193D9}" type="presParOf" srcId="{4B39EC0A-D236-45C6-87FF-BAC6918DB67A}" destId="{4881009C-E1D1-4856-B292-197F21244B03}" srcOrd="1" destOrd="0" presId="urn:microsoft.com/office/officeart/2018/2/layout/IconVerticalSolidList"/>
    <dgm:cxn modelId="{6725038E-2134-42AD-800F-45A7CE31AE75}" type="presParOf" srcId="{4B39EC0A-D236-45C6-87FF-BAC6918DB67A}" destId="{3A426131-EBC6-4153-8C26-CD5252D238EB}" srcOrd="2" destOrd="0" presId="urn:microsoft.com/office/officeart/2018/2/layout/IconVerticalSolidList"/>
    <dgm:cxn modelId="{BA3E6DB9-D703-4A61-BAE1-8354DCDDC922}" type="presParOf" srcId="{4B39EC0A-D236-45C6-87FF-BAC6918DB67A}" destId="{ED8BEC67-102F-4ED4-9F3B-E10D4F7D937B}" srcOrd="3" destOrd="0" presId="urn:microsoft.com/office/officeart/2018/2/layout/IconVerticalSolidList"/>
    <dgm:cxn modelId="{99E40AFB-9A5B-44CA-945D-540964B2A8CB}" type="presParOf" srcId="{06DA5A23-3BBC-4FD4-ADF7-A9B87BDEC94D}" destId="{2C32E1F5-3EC7-4C90-8F63-6660410D81C1}" srcOrd="5" destOrd="0" presId="urn:microsoft.com/office/officeart/2018/2/layout/IconVerticalSolidList"/>
    <dgm:cxn modelId="{A79A8E51-7055-4BC8-BEEE-44AEA94C4877}" type="presParOf" srcId="{06DA5A23-3BBC-4FD4-ADF7-A9B87BDEC94D}" destId="{EC583092-10B5-40C6-8C4F-2B0D7EA8BEE1}" srcOrd="6" destOrd="0" presId="urn:microsoft.com/office/officeart/2018/2/layout/IconVerticalSolidList"/>
    <dgm:cxn modelId="{821BEDD9-71D9-40E5-9473-1A21E80E666C}" type="presParOf" srcId="{EC583092-10B5-40C6-8C4F-2B0D7EA8BEE1}" destId="{563C8ED7-0372-43B9-BC47-988117BB7B8E}" srcOrd="0" destOrd="0" presId="urn:microsoft.com/office/officeart/2018/2/layout/IconVerticalSolidList"/>
    <dgm:cxn modelId="{FAAF0D97-2074-465B-8B6E-355C08B7CAFC}" type="presParOf" srcId="{EC583092-10B5-40C6-8C4F-2B0D7EA8BEE1}" destId="{486963C3-4D34-4598-B956-8BE7916A6315}" srcOrd="1" destOrd="0" presId="urn:microsoft.com/office/officeart/2018/2/layout/IconVerticalSolidList"/>
    <dgm:cxn modelId="{13F8A6C2-59CA-4AE5-B52C-7BFEEB615D35}" type="presParOf" srcId="{EC583092-10B5-40C6-8C4F-2B0D7EA8BEE1}" destId="{358F21CD-F1F3-454D-A62E-174CFA095E0B}" srcOrd="2" destOrd="0" presId="urn:microsoft.com/office/officeart/2018/2/layout/IconVerticalSolidList"/>
    <dgm:cxn modelId="{AEAE0B53-1437-4832-97FF-23AFA58697EE}" type="presParOf" srcId="{EC583092-10B5-40C6-8C4F-2B0D7EA8BEE1}" destId="{991B13D8-A7BF-4EF6-96B7-29809A45EF87}" srcOrd="3" destOrd="0" presId="urn:microsoft.com/office/officeart/2018/2/layout/IconVerticalSolidList"/>
    <dgm:cxn modelId="{9B03A3AE-DD3D-4F69-8DD6-D11082AD6927}" type="presParOf" srcId="{06DA5A23-3BBC-4FD4-ADF7-A9B87BDEC94D}" destId="{E07E6A53-7C62-4A29-A331-48415E4DFF47}" srcOrd="7" destOrd="0" presId="urn:microsoft.com/office/officeart/2018/2/layout/IconVerticalSolidList"/>
    <dgm:cxn modelId="{A2F5158D-2556-4B68-8B04-94810F361E69}" type="presParOf" srcId="{06DA5A23-3BBC-4FD4-ADF7-A9B87BDEC94D}" destId="{B2F7C4DF-D729-40F2-880A-2B6E8840C978}" srcOrd="8" destOrd="0" presId="urn:microsoft.com/office/officeart/2018/2/layout/IconVerticalSolidList"/>
    <dgm:cxn modelId="{07AAD082-825B-4B7B-BD79-3248D66B6855}" type="presParOf" srcId="{B2F7C4DF-D729-40F2-880A-2B6E8840C978}" destId="{FEEF52B2-4087-4D36-B808-69A33A030D01}" srcOrd="0" destOrd="0" presId="urn:microsoft.com/office/officeart/2018/2/layout/IconVerticalSolidList"/>
    <dgm:cxn modelId="{8914F99D-87B7-4A04-BCE2-A177D9BD1DBB}" type="presParOf" srcId="{B2F7C4DF-D729-40F2-880A-2B6E8840C978}" destId="{A59CF28D-E441-4ADC-9FFC-A59D1C26D6A2}" srcOrd="1" destOrd="0" presId="urn:microsoft.com/office/officeart/2018/2/layout/IconVerticalSolidList"/>
    <dgm:cxn modelId="{ECFC30BD-6EEC-4D7A-9DBD-4DA4C3B3C756}" type="presParOf" srcId="{B2F7C4DF-D729-40F2-880A-2B6E8840C978}" destId="{10DFF0D2-22C1-4828-940C-C0694212E1AD}" srcOrd="2" destOrd="0" presId="urn:microsoft.com/office/officeart/2018/2/layout/IconVerticalSolidList"/>
    <dgm:cxn modelId="{C3183BFD-34FB-49B9-BDB4-1E61EF70810D}" type="presParOf" srcId="{B2F7C4DF-D729-40F2-880A-2B6E8840C978}" destId="{E67DEDEB-03C0-4DD7-8825-166A7009C448}" srcOrd="3" destOrd="0" presId="urn:microsoft.com/office/officeart/2018/2/layout/IconVerticalSolidList"/>
    <dgm:cxn modelId="{19C4D922-CD81-494D-9AA9-0A7A1D921DD7}" type="presParOf" srcId="{06DA5A23-3BBC-4FD4-ADF7-A9B87BDEC94D}" destId="{BFD3179B-DC00-4991-BC60-8B0B3D762D55}" srcOrd="9" destOrd="0" presId="urn:microsoft.com/office/officeart/2018/2/layout/IconVerticalSolidList"/>
    <dgm:cxn modelId="{8E9ECE1E-BB87-44B0-8BA4-A9F80EC2DE45}" type="presParOf" srcId="{06DA5A23-3BBC-4FD4-ADF7-A9B87BDEC94D}" destId="{BE460068-D753-4E45-87AE-CF620D8F44FB}" srcOrd="10" destOrd="0" presId="urn:microsoft.com/office/officeart/2018/2/layout/IconVerticalSolidList"/>
    <dgm:cxn modelId="{C7D23A80-746D-4347-B62D-43326A4E195E}" type="presParOf" srcId="{BE460068-D753-4E45-87AE-CF620D8F44FB}" destId="{59BB1C89-45DC-42D2-9E82-E069621A4546}" srcOrd="0" destOrd="0" presId="urn:microsoft.com/office/officeart/2018/2/layout/IconVerticalSolidList"/>
    <dgm:cxn modelId="{509503B8-74BE-442E-BEBD-EBE62A6F3317}" type="presParOf" srcId="{BE460068-D753-4E45-87AE-CF620D8F44FB}" destId="{AE6C24E7-5558-498B-B1E2-DBA64E590AD5}" srcOrd="1" destOrd="0" presId="urn:microsoft.com/office/officeart/2018/2/layout/IconVerticalSolidList"/>
    <dgm:cxn modelId="{86D793A8-4B14-4EF6-8560-6EA331840D4D}" type="presParOf" srcId="{BE460068-D753-4E45-87AE-CF620D8F44FB}" destId="{DDBB01A2-6F6D-4449-AEF9-9456A422CC4E}" srcOrd="2" destOrd="0" presId="urn:microsoft.com/office/officeart/2018/2/layout/IconVerticalSolidList"/>
    <dgm:cxn modelId="{774A285E-CE77-4D20-B4CC-796E87143EDF}" type="presParOf" srcId="{BE460068-D753-4E45-87AE-CF620D8F44FB}" destId="{36689E0B-898B-4B4A-9B08-05801B469C0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1B3E00E-4112-4D9C-B009-DFB8F484475D}" type="doc">
      <dgm:prSet loTypeId="urn:microsoft.com/office/officeart/2018/2/layout/IconCircleList" loCatId="icon" qsTypeId="urn:microsoft.com/office/officeart/2005/8/quickstyle/simple1#43" qsCatId="simple" csTypeId="urn:microsoft.com/office/officeart/2005/8/colors/accent1_2#23" csCatId="accent1" phldr="1"/>
      <dgm:spPr/>
      <dgm:t>
        <a:bodyPr/>
        <a:lstStyle/>
        <a:p>
          <a:endParaRPr lang="en-US"/>
        </a:p>
      </dgm:t>
    </dgm:pt>
    <dgm:pt modelId="{7F5A1364-7715-4B01-AC45-86349B63FD8F}">
      <dgm:prSet/>
      <dgm:spPr/>
      <dgm:t>
        <a:bodyPr/>
        <a:lstStyle/>
        <a:p>
          <a:pPr>
            <a:lnSpc>
              <a:spcPct val="100000"/>
            </a:lnSpc>
          </a:pPr>
          <a:r>
            <a:rPr lang="en-IN"/>
            <a:t>OpenSearch also needs a way to protect data and continue serving searches when something goes wrong.</a:t>
          </a:r>
          <a:endParaRPr lang="en-US"/>
        </a:p>
      </dgm:t>
    </dgm:pt>
    <dgm:pt modelId="{E46DE3A0-802D-474A-A2B3-9EC643838AEC}" type="parTrans" cxnId="{6EE0746E-4CD3-43DD-82A5-353ED63D17E4}">
      <dgm:prSet/>
      <dgm:spPr/>
      <dgm:t>
        <a:bodyPr/>
        <a:lstStyle/>
        <a:p>
          <a:endParaRPr lang="en-US"/>
        </a:p>
      </dgm:t>
    </dgm:pt>
    <dgm:pt modelId="{75A54236-78C0-445E-AA76-ABBC52184A7F}" type="sibTrans" cxnId="{6EE0746E-4CD3-43DD-82A5-353ED63D17E4}">
      <dgm:prSet/>
      <dgm:spPr/>
      <dgm:t>
        <a:bodyPr/>
        <a:lstStyle/>
        <a:p>
          <a:pPr>
            <a:lnSpc>
              <a:spcPct val="100000"/>
            </a:lnSpc>
          </a:pPr>
          <a:endParaRPr lang="en-US"/>
        </a:p>
      </dgm:t>
    </dgm:pt>
    <dgm:pt modelId="{7B4EED7D-C504-45B8-9D84-7BBA77B5696E}">
      <dgm:prSet/>
      <dgm:spPr/>
      <dgm:t>
        <a:bodyPr/>
        <a:lstStyle/>
        <a:p>
          <a:pPr>
            <a:lnSpc>
              <a:spcPct val="100000"/>
            </a:lnSpc>
          </a:pPr>
          <a:r>
            <a:rPr lang="en-IN" b="1"/>
            <a:t>A primary shard is the main copy of a section of the index.</a:t>
          </a:r>
          <a:r>
            <a:rPr lang="en-IN"/>
            <a:t> When new information is written, the write request is first handled by the appropriate primary shard. </a:t>
          </a:r>
          <a:endParaRPr lang="en-US"/>
        </a:p>
      </dgm:t>
    </dgm:pt>
    <dgm:pt modelId="{1ED2908C-4944-4766-A252-5CFE0E384223}" type="parTrans" cxnId="{439A85BA-0926-4A01-95E3-CE2CF4D23587}">
      <dgm:prSet/>
      <dgm:spPr/>
      <dgm:t>
        <a:bodyPr/>
        <a:lstStyle/>
        <a:p>
          <a:endParaRPr lang="en-US"/>
        </a:p>
      </dgm:t>
    </dgm:pt>
    <dgm:pt modelId="{1F8170DB-CCE2-415D-93F8-085A00B7B880}" type="sibTrans" cxnId="{439A85BA-0926-4A01-95E3-CE2CF4D23587}">
      <dgm:prSet/>
      <dgm:spPr/>
      <dgm:t>
        <a:bodyPr/>
        <a:lstStyle/>
        <a:p>
          <a:pPr>
            <a:lnSpc>
              <a:spcPct val="100000"/>
            </a:lnSpc>
          </a:pPr>
          <a:endParaRPr lang="en-US"/>
        </a:p>
      </dgm:t>
    </dgm:pt>
    <dgm:pt modelId="{440CF20C-15E1-4859-8C6E-1F1D3305AD83}">
      <dgm:prSet/>
      <dgm:spPr/>
      <dgm:t>
        <a:bodyPr/>
        <a:lstStyle/>
        <a:p>
          <a:pPr>
            <a:lnSpc>
              <a:spcPct val="100000"/>
            </a:lnSpc>
          </a:pPr>
          <a:r>
            <a:rPr lang="en-IN" b="1"/>
            <a:t>A replica shard is another copy of that primary shard.</a:t>
          </a:r>
          <a:r>
            <a:rPr lang="en-IN"/>
            <a:t> After the primary receives the update, the information is copied to its replica. </a:t>
          </a:r>
          <a:endParaRPr lang="en-US"/>
        </a:p>
      </dgm:t>
    </dgm:pt>
    <dgm:pt modelId="{9C8CAA00-DCC6-43EA-923E-D0333D26EC3F}" type="parTrans" cxnId="{C004F10C-5285-470E-B4C2-11AE3F817D8B}">
      <dgm:prSet/>
      <dgm:spPr/>
      <dgm:t>
        <a:bodyPr/>
        <a:lstStyle/>
        <a:p>
          <a:endParaRPr lang="en-US"/>
        </a:p>
      </dgm:t>
    </dgm:pt>
    <dgm:pt modelId="{9EF51CE9-6A2E-418F-A8D2-3EE911378BDC}" type="sibTrans" cxnId="{C004F10C-5285-470E-B4C2-11AE3F817D8B}">
      <dgm:prSet/>
      <dgm:spPr/>
      <dgm:t>
        <a:bodyPr/>
        <a:lstStyle/>
        <a:p>
          <a:pPr>
            <a:lnSpc>
              <a:spcPct val="100000"/>
            </a:lnSpc>
          </a:pPr>
          <a:endParaRPr lang="en-US"/>
        </a:p>
      </dgm:t>
    </dgm:pt>
    <dgm:pt modelId="{3BF64142-A507-4B06-87FB-99E446B67757}">
      <dgm:prSet/>
      <dgm:spPr/>
      <dgm:t>
        <a:bodyPr/>
        <a:lstStyle/>
        <a:p>
          <a:pPr>
            <a:lnSpc>
              <a:spcPct val="100000"/>
            </a:lnSpc>
          </a:pPr>
          <a:r>
            <a:rPr lang="en-IN" b="1"/>
            <a:t>Read requests can be handled by either a primary or one of its replicas.</a:t>
          </a:r>
          <a:r>
            <a:rPr lang="en-IN"/>
            <a:t> This means replicas can help with availability and can also share some of the read workload. </a:t>
          </a:r>
          <a:endParaRPr lang="en-US"/>
        </a:p>
      </dgm:t>
    </dgm:pt>
    <dgm:pt modelId="{0AB93727-EE9B-44DD-BABE-EFF806E1F143}" type="parTrans" cxnId="{FCA5C01C-C5B1-4843-8370-3A5332882329}">
      <dgm:prSet/>
      <dgm:spPr/>
      <dgm:t>
        <a:bodyPr/>
        <a:lstStyle/>
        <a:p>
          <a:endParaRPr lang="en-US"/>
        </a:p>
      </dgm:t>
    </dgm:pt>
    <dgm:pt modelId="{07E12E07-AC41-4BF6-8ECD-5B8863EBE224}" type="sibTrans" cxnId="{FCA5C01C-C5B1-4843-8370-3A5332882329}">
      <dgm:prSet/>
      <dgm:spPr/>
      <dgm:t>
        <a:bodyPr/>
        <a:lstStyle/>
        <a:p>
          <a:pPr>
            <a:lnSpc>
              <a:spcPct val="100000"/>
            </a:lnSpc>
          </a:pPr>
          <a:endParaRPr lang="en-US"/>
        </a:p>
      </dgm:t>
    </dgm:pt>
    <dgm:pt modelId="{4C3B2094-BAA3-4322-AE28-3CEA409F3676}">
      <dgm:prSet/>
      <dgm:spPr/>
      <dgm:t>
        <a:bodyPr/>
        <a:lstStyle/>
        <a:p>
          <a:pPr>
            <a:lnSpc>
              <a:spcPct val="100000"/>
            </a:lnSpc>
          </a:pPr>
          <a:r>
            <a:rPr lang="en-IN"/>
            <a:t>If one node becomes unavailable, another node containing a replica can still hold a copy of that data. This is why replicas are important for building a more resilient search cluster. </a:t>
          </a:r>
          <a:endParaRPr lang="en-US"/>
        </a:p>
      </dgm:t>
    </dgm:pt>
    <dgm:pt modelId="{84955C2D-D041-456B-9D61-24785E159F25}" type="parTrans" cxnId="{520447E1-1EA9-4D1E-8F1C-F65E52E5737D}">
      <dgm:prSet/>
      <dgm:spPr/>
      <dgm:t>
        <a:bodyPr/>
        <a:lstStyle/>
        <a:p>
          <a:endParaRPr lang="en-US"/>
        </a:p>
      </dgm:t>
    </dgm:pt>
    <dgm:pt modelId="{92637549-17AF-4011-A2AF-E204749ABAFE}" type="sibTrans" cxnId="{520447E1-1EA9-4D1E-8F1C-F65E52E5737D}">
      <dgm:prSet/>
      <dgm:spPr/>
      <dgm:t>
        <a:bodyPr/>
        <a:lstStyle/>
        <a:p>
          <a:pPr>
            <a:lnSpc>
              <a:spcPct val="100000"/>
            </a:lnSpc>
          </a:pPr>
          <a:endParaRPr lang="en-US"/>
        </a:p>
      </dgm:t>
    </dgm:pt>
    <dgm:pt modelId="{7CB64F5A-86A8-4661-B828-2F2D7550125C}">
      <dgm:prSet/>
      <dgm:spPr/>
      <dgm:t>
        <a:bodyPr/>
        <a:lstStyle/>
        <a:p>
          <a:pPr>
            <a:lnSpc>
              <a:spcPct val="100000"/>
            </a:lnSpc>
          </a:pPr>
          <a:r>
            <a:rPr lang="en-IN"/>
            <a:t>The course example shows primary and replica shards distributed across several nodes rather than storing all copies together on one machine.</a:t>
          </a:r>
          <a:endParaRPr lang="en-US"/>
        </a:p>
      </dgm:t>
    </dgm:pt>
    <dgm:pt modelId="{423516F5-F6C4-4120-BA85-0893B6B7F306}" type="parTrans" cxnId="{5E25F0B7-C43D-41BD-B59C-DCDF976077ED}">
      <dgm:prSet/>
      <dgm:spPr/>
      <dgm:t>
        <a:bodyPr/>
        <a:lstStyle/>
        <a:p>
          <a:endParaRPr lang="en-US"/>
        </a:p>
      </dgm:t>
    </dgm:pt>
    <dgm:pt modelId="{814DC568-A270-43D3-B310-EB03278955C4}" type="sibTrans" cxnId="{5E25F0B7-C43D-41BD-B59C-DCDF976077ED}">
      <dgm:prSet/>
      <dgm:spPr/>
      <dgm:t>
        <a:bodyPr/>
        <a:lstStyle/>
        <a:p>
          <a:endParaRPr lang="en-US"/>
        </a:p>
      </dgm:t>
    </dgm:pt>
    <dgm:pt modelId="{BAF1E39D-C562-46B0-88CA-BC112D9B634A}" type="pres">
      <dgm:prSet presAssocID="{E1B3E00E-4112-4D9C-B009-DFB8F484475D}" presName="root" presStyleCnt="0">
        <dgm:presLayoutVars>
          <dgm:dir/>
          <dgm:resizeHandles val="exact"/>
        </dgm:presLayoutVars>
      </dgm:prSet>
      <dgm:spPr/>
    </dgm:pt>
    <dgm:pt modelId="{37D2B975-0BF8-41D2-A6E2-F6EE3867C199}" type="pres">
      <dgm:prSet presAssocID="{E1B3E00E-4112-4D9C-B009-DFB8F484475D}" presName="container" presStyleCnt="0">
        <dgm:presLayoutVars>
          <dgm:dir/>
          <dgm:resizeHandles val="exact"/>
        </dgm:presLayoutVars>
      </dgm:prSet>
      <dgm:spPr/>
    </dgm:pt>
    <dgm:pt modelId="{18CA0E2B-2EA3-4AAC-BD04-E0D70C83C0C1}" type="pres">
      <dgm:prSet presAssocID="{7F5A1364-7715-4B01-AC45-86349B63FD8F}" presName="compNode" presStyleCnt="0"/>
      <dgm:spPr/>
    </dgm:pt>
    <dgm:pt modelId="{2BDAC4F4-BD5E-44EB-978A-A65716740BC6}" type="pres">
      <dgm:prSet presAssocID="{7F5A1364-7715-4B01-AC45-86349B63FD8F}" presName="iconBgRect" presStyleLbl="bgShp" presStyleIdx="0" presStyleCnt="6"/>
      <dgm:spPr/>
    </dgm:pt>
    <dgm:pt modelId="{BC0CAF43-3714-4990-A3BC-F57BBBB9D48B}" type="pres">
      <dgm:prSet presAssocID="{7F5A1364-7715-4B01-AC45-86349B63FD8F}"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Magnifying glass"/>
        </a:ext>
      </dgm:extLst>
    </dgm:pt>
    <dgm:pt modelId="{18E6F469-4976-473A-9E13-CC7D57682EB1}" type="pres">
      <dgm:prSet presAssocID="{7F5A1364-7715-4B01-AC45-86349B63FD8F}" presName="spaceRect" presStyleCnt="0"/>
      <dgm:spPr/>
    </dgm:pt>
    <dgm:pt modelId="{42204E85-5E7A-4172-90AF-462D97C7A3AC}" type="pres">
      <dgm:prSet presAssocID="{7F5A1364-7715-4B01-AC45-86349B63FD8F}" presName="textRect" presStyleLbl="revTx" presStyleIdx="0" presStyleCnt="6">
        <dgm:presLayoutVars>
          <dgm:chMax val="1"/>
          <dgm:chPref val="1"/>
        </dgm:presLayoutVars>
      </dgm:prSet>
      <dgm:spPr/>
    </dgm:pt>
    <dgm:pt modelId="{845CE471-FF1C-4365-9880-CAFD77BAA0E5}" type="pres">
      <dgm:prSet presAssocID="{75A54236-78C0-445E-AA76-ABBC52184A7F}" presName="sibTrans" presStyleLbl="sibTrans2D1" presStyleIdx="0" presStyleCnt="0"/>
      <dgm:spPr/>
    </dgm:pt>
    <dgm:pt modelId="{DEAF07A8-21C8-49C3-82AD-506684313364}" type="pres">
      <dgm:prSet presAssocID="{7B4EED7D-C504-45B8-9D84-7BBA77B5696E}" presName="compNode" presStyleCnt="0"/>
      <dgm:spPr/>
    </dgm:pt>
    <dgm:pt modelId="{F716AEC3-FA67-4632-8E89-F258B30121DF}" type="pres">
      <dgm:prSet presAssocID="{7B4EED7D-C504-45B8-9D84-7BBA77B5696E}" presName="iconBgRect" presStyleLbl="bgShp" presStyleIdx="1" presStyleCnt="6"/>
      <dgm:spPr/>
    </dgm:pt>
    <dgm:pt modelId="{E1B71ADB-812D-403E-B13E-CB2C82D498B4}" type="pres">
      <dgm:prSet presAssocID="{7B4EED7D-C504-45B8-9D84-7BBA77B5696E}"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aper"/>
        </a:ext>
      </dgm:extLst>
    </dgm:pt>
    <dgm:pt modelId="{F308B5F3-EFAD-4F67-94B1-331432B8E6B7}" type="pres">
      <dgm:prSet presAssocID="{7B4EED7D-C504-45B8-9D84-7BBA77B5696E}" presName="spaceRect" presStyleCnt="0"/>
      <dgm:spPr/>
    </dgm:pt>
    <dgm:pt modelId="{954B3973-B8A4-4B5E-8273-CDA14E125EC3}" type="pres">
      <dgm:prSet presAssocID="{7B4EED7D-C504-45B8-9D84-7BBA77B5696E}" presName="textRect" presStyleLbl="revTx" presStyleIdx="1" presStyleCnt="6">
        <dgm:presLayoutVars>
          <dgm:chMax val="1"/>
          <dgm:chPref val="1"/>
        </dgm:presLayoutVars>
      </dgm:prSet>
      <dgm:spPr/>
    </dgm:pt>
    <dgm:pt modelId="{C526F94C-8CA2-4F86-AE76-CA60310E5995}" type="pres">
      <dgm:prSet presAssocID="{1F8170DB-CCE2-415D-93F8-085A00B7B880}" presName="sibTrans" presStyleLbl="sibTrans2D1" presStyleIdx="0" presStyleCnt="0"/>
      <dgm:spPr/>
    </dgm:pt>
    <dgm:pt modelId="{30EB8850-68FE-4460-9EBC-F130DE7CC825}" type="pres">
      <dgm:prSet presAssocID="{440CF20C-15E1-4859-8C6E-1F1D3305AD83}" presName="compNode" presStyleCnt="0"/>
      <dgm:spPr/>
    </dgm:pt>
    <dgm:pt modelId="{D6D1ECD3-8A4B-4EA8-8F47-83704A118114}" type="pres">
      <dgm:prSet presAssocID="{440CF20C-15E1-4859-8C6E-1F1D3305AD83}" presName="iconBgRect" presStyleLbl="bgShp" presStyleIdx="2" presStyleCnt="6"/>
      <dgm:spPr/>
    </dgm:pt>
    <dgm:pt modelId="{E1B7D192-C5AF-4349-8FA9-DB69F470DBD4}" type="pres">
      <dgm:prSet presAssocID="{440CF20C-15E1-4859-8C6E-1F1D3305AD83}"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hredder"/>
        </a:ext>
      </dgm:extLst>
    </dgm:pt>
    <dgm:pt modelId="{991A3F5B-E3EA-477F-A309-DDF57D1C3F03}" type="pres">
      <dgm:prSet presAssocID="{440CF20C-15E1-4859-8C6E-1F1D3305AD83}" presName="spaceRect" presStyleCnt="0"/>
      <dgm:spPr/>
    </dgm:pt>
    <dgm:pt modelId="{A973F2A3-AD7F-41DF-85D1-8CECB1C675E2}" type="pres">
      <dgm:prSet presAssocID="{440CF20C-15E1-4859-8C6E-1F1D3305AD83}" presName="textRect" presStyleLbl="revTx" presStyleIdx="2" presStyleCnt="6">
        <dgm:presLayoutVars>
          <dgm:chMax val="1"/>
          <dgm:chPref val="1"/>
        </dgm:presLayoutVars>
      </dgm:prSet>
      <dgm:spPr/>
    </dgm:pt>
    <dgm:pt modelId="{B34E3C3B-9102-4E23-8568-76FC29A6CDBA}" type="pres">
      <dgm:prSet presAssocID="{9EF51CE9-6A2E-418F-A8D2-3EE911378BDC}" presName="sibTrans" presStyleLbl="sibTrans2D1" presStyleIdx="0" presStyleCnt="0"/>
      <dgm:spPr/>
    </dgm:pt>
    <dgm:pt modelId="{E0C1F563-A19A-4FA9-B369-5506592217EF}" type="pres">
      <dgm:prSet presAssocID="{3BF64142-A507-4B06-87FB-99E446B67757}" presName="compNode" presStyleCnt="0"/>
      <dgm:spPr/>
    </dgm:pt>
    <dgm:pt modelId="{1229AFA7-9EBC-4AE1-A2BD-33D78309AA05}" type="pres">
      <dgm:prSet presAssocID="{3BF64142-A507-4B06-87FB-99E446B67757}" presName="iconBgRect" presStyleLbl="bgShp" presStyleIdx="3" presStyleCnt="6"/>
      <dgm:spPr/>
    </dgm:pt>
    <dgm:pt modelId="{E988F08D-50CE-4A66-BFA6-42ECA33A5DB8}" type="pres">
      <dgm:prSet presAssocID="{3BF64142-A507-4B06-87FB-99E446B67757}"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lowchart"/>
        </a:ext>
      </dgm:extLst>
    </dgm:pt>
    <dgm:pt modelId="{59E602FC-256E-4F07-9E4D-F289FE8C8FD9}" type="pres">
      <dgm:prSet presAssocID="{3BF64142-A507-4B06-87FB-99E446B67757}" presName="spaceRect" presStyleCnt="0"/>
      <dgm:spPr/>
    </dgm:pt>
    <dgm:pt modelId="{A80D7E0C-9EE2-411C-86EF-5775EE64242B}" type="pres">
      <dgm:prSet presAssocID="{3BF64142-A507-4B06-87FB-99E446B67757}" presName="textRect" presStyleLbl="revTx" presStyleIdx="3" presStyleCnt="6">
        <dgm:presLayoutVars>
          <dgm:chMax val="1"/>
          <dgm:chPref val="1"/>
        </dgm:presLayoutVars>
      </dgm:prSet>
      <dgm:spPr/>
    </dgm:pt>
    <dgm:pt modelId="{377F87D1-8A30-402B-8620-0EB1F84B8E46}" type="pres">
      <dgm:prSet presAssocID="{07E12E07-AC41-4BF6-8ECD-5B8863EBE224}" presName="sibTrans" presStyleLbl="sibTrans2D1" presStyleIdx="0" presStyleCnt="0"/>
      <dgm:spPr/>
    </dgm:pt>
    <dgm:pt modelId="{465F6DFD-FA1B-4D14-93B8-16C00B592DCF}" type="pres">
      <dgm:prSet presAssocID="{4C3B2094-BAA3-4322-AE28-3CEA409F3676}" presName="compNode" presStyleCnt="0"/>
      <dgm:spPr/>
    </dgm:pt>
    <dgm:pt modelId="{67B104B0-20EC-4022-8310-3020C0F0655D}" type="pres">
      <dgm:prSet presAssocID="{4C3B2094-BAA3-4322-AE28-3CEA409F3676}" presName="iconBgRect" presStyleLbl="bgShp" presStyleIdx="4" presStyleCnt="6"/>
      <dgm:spPr/>
    </dgm:pt>
    <dgm:pt modelId="{63CF6AD4-4CB0-41A8-B545-FD2283D91F58}" type="pres">
      <dgm:prSet presAssocID="{4C3B2094-BAA3-4322-AE28-3CEA409F3676}"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Database"/>
        </a:ext>
      </dgm:extLst>
    </dgm:pt>
    <dgm:pt modelId="{B6126248-1E5F-4C15-BA8E-284F9738DB9C}" type="pres">
      <dgm:prSet presAssocID="{4C3B2094-BAA3-4322-AE28-3CEA409F3676}" presName="spaceRect" presStyleCnt="0"/>
      <dgm:spPr/>
    </dgm:pt>
    <dgm:pt modelId="{4C28B2C1-C63A-4D74-915E-5B4EDCD3E2B4}" type="pres">
      <dgm:prSet presAssocID="{4C3B2094-BAA3-4322-AE28-3CEA409F3676}" presName="textRect" presStyleLbl="revTx" presStyleIdx="4" presStyleCnt="6">
        <dgm:presLayoutVars>
          <dgm:chMax val="1"/>
          <dgm:chPref val="1"/>
        </dgm:presLayoutVars>
      </dgm:prSet>
      <dgm:spPr/>
    </dgm:pt>
    <dgm:pt modelId="{239F5AE5-2C21-4751-BEC9-0C9B04586B61}" type="pres">
      <dgm:prSet presAssocID="{92637549-17AF-4011-A2AF-E204749ABAFE}" presName="sibTrans" presStyleLbl="sibTrans2D1" presStyleIdx="0" presStyleCnt="0"/>
      <dgm:spPr/>
    </dgm:pt>
    <dgm:pt modelId="{2F80E7B5-B9BE-4EAB-A963-728D7739D234}" type="pres">
      <dgm:prSet presAssocID="{7CB64F5A-86A8-4661-B828-2F2D7550125C}" presName="compNode" presStyleCnt="0"/>
      <dgm:spPr/>
    </dgm:pt>
    <dgm:pt modelId="{E4D73743-E62A-4BE2-A72C-69ED4FBA2444}" type="pres">
      <dgm:prSet presAssocID="{7CB64F5A-86A8-4661-B828-2F2D7550125C}" presName="iconBgRect" presStyleLbl="bgShp" presStyleIdx="5" presStyleCnt="6"/>
      <dgm:spPr/>
    </dgm:pt>
    <dgm:pt modelId="{7266D7D9-2F13-4A9A-B5A8-82B401097F70}" type="pres">
      <dgm:prSet presAssocID="{7CB64F5A-86A8-4661-B828-2F2D7550125C}"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ocessor"/>
        </a:ext>
      </dgm:extLst>
    </dgm:pt>
    <dgm:pt modelId="{48CF96B3-252E-4336-BEF3-D86A9FB3D2BC}" type="pres">
      <dgm:prSet presAssocID="{7CB64F5A-86A8-4661-B828-2F2D7550125C}" presName="spaceRect" presStyleCnt="0"/>
      <dgm:spPr/>
    </dgm:pt>
    <dgm:pt modelId="{959AF96C-20D5-46C1-98A3-EA2298C89007}" type="pres">
      <dgm:prSet presAssocID="{7CB64F5A-86A8-4661-B828-2F2D7550125C}" presName="textRect" presStyleLbl="revTx" presStyleIdx="5" presStyleCnt="6">
        <dgm:presLayoutVars>
          <dgm:chMax val="1"/>
          <dgm:chPref val="1"/>
        </dgm:presLayoutVars>
      </dgm:prSet>
      <dgm:spPr/>
    </dgm:pt>
  </dgm:ptLst>
  <dgm:cxnLst>
    <dgm:cxn modelId="{C004F10C-5285-470E-B4C2-11AE3F817D8B}" srcId="{E1B3E00E-4112-4D9C-B009-DFB8F484475D}" destId="{440CF20C-15E1-4859-8C6E-1F1D3305AD83}" srcOrd="2" destOrd="0" parTransId="{9C8CAA00-DCC6-43EA-923E-D0333D26EC3F}" sibTransId="{9EF51CE9-6A2E-418F-A8D2-3EE911378BDC}"/>
    <dgm:cxn modelId="{50050410-E409-4B34-BBAF-C519E76D466C}" type="presOf" srcId="{E1B3E00E-4112-4D9C-B009-DFB8F484475D}" destId="{BAF1E39D-C562-46B0-88CA-BC112D9B634A}" srcOrd="0" destOrd="0" presId="urn:microsoft.com/office/officeart/2018/2/layout/IconCircleList"/>
    <dgm:cxn modelId="{AFD33E1B-3629-4813-8EEC-93F69EA2A237}" type="presOf" srcId="{92637549-17AF-4011-A2AF-E204749ABAFE}" destId="{239F5AE5-2C21-4751-BEC9-0C9B04586B61}" srcOrd="0" destOrd="0" presId="urn:microsoft.com/office/officeart/2018/2/layout/IconCircleList"/>
    <dgm:cxn modelId="{1CC6531C-8B87-4678-9FC9-46F2241CB243}" type="presOf" srcId="{3BF64142-A507-4B06-87FB-99E446B67757}" destId="{A80D7E0C-9EE2-411C-86EF-5775EE64242B}" srcOrd="0" destOrd="0" presId="urn:microsoft.com/office/officeart/2018/2/layout/IconCircleList"/>
    <dgm:cxn modelId="{FCA5C01C-C5B1-4843-8370-3A5332882329}" srcId="{E1B3E00E-4112-4D9C-B009-DFB8F484475D}" destId="{3BF64142-A507-4B06-87FB-99E446B67757}" srcOrd="3" destOrd="0" parTransId="{0AB93727-EE9B-44DD-BABE-EFF806E1F143}" sibTransId="{07E12E07-AC41-4BF6-8ECD-5B8863EBE224}"/>
    <dgm:cxn modelId="{AFD9891E-C6C9-4D5C-935E-3F35C4E63074}" type="presOf" srcId="{1F8170DB-CCE2-415D-93F8-085A00B7B880}" destId="{C526F94C-8CA2-4F86-AE76-CA60310E5995}" srcOrd="0" destOrd="0" presId="urn:microsoft.com/office/officeart/2018/2/layout/IconCircleList"/>
    <dgm:cxn modelId="{3526A962-6261-43C7-A23F-492A8F1EEF0B}" type="presOf" srcId="{4C3B2094-BAA3-4322-AE28-3CEA409F3676}" destId="{4C28B2C1-C63A-4D74-915E-5B4EDCD3E2B4}" srcOrd="0" destOrd="0" presId="urn:microsoft.com/office/officeart/2018/2/layout/IconCircleList"/>
    <dgm:cxn modelId="{16BD5C4A-37F4-48ED-9C97-BA4361FE58B8}" type="presOf" srcId="{7F5A1364-7715-4B01-AC45-86349B63FD8F}" destId="{42204E85-5E7A-4172-90AF-462D97C7A3AC}" srcOrd="0" destOrd="0" presId="urn:microsoft.com/office/officeart/2018/2/layout/IconCircleList"/>
    <dgm:cxn modelId="{6EE0746E-4CD3-43DD-82A5-353ED63D17E4}" srcId="{E1B3E00E-4112-4D9C-B009-DFB8F484475D}" destId="{7F5A1364-7715-4B01-AC45-86349B63FD8F}" srcOrd="0" destOrd="0" parTransId="{E46DE3A0-802D-474A-A2B3-9EC643838AEC}" sibTransId="{75A54236-78C0-445E-AA76-ABBC52184A7F}"/>
    <dgm:cxn modelId="{E5C5CD57-C607-4851-BCE6-D9F2A17F1035}" type="presOf" srcId="{7CB64F5A-86A8-4661-B828-2F2D7550125C}" destId="{959AF96C-20D5-46C1-98A3-EA2298C89007}" srcOrd="0" destOrd="0" presId="urn:microsoft.com/office/officeart/2018/2/layout/IconCircleList"/>
    <dgm:cxn modelId="{E3EB6F7B-F070-48D9-8DFA-E3347E579069}" type="presOf" srcId="{7B4EED7D-C504-45B8-9D84-7BBA77B5696E}" destId="{954B3973-B8A4-4B5E-8273-CDA14E125EC3}" srcOrd="0" destOrd="0" presId="urn:microsoft.com/office/officeart/2018/2/layout/IconCircleList"/>
    <dgm:cxn modelId="{5E25F0B7-C43D-41BD-B59C-DCDF976077ED}" srcId="{E1B3E00E-4112-4D9C-B009-DFB8F484475D}" destId="{7CB64F5A-86A8-4661-B828-2F2D7550125C}" srcOrd="5" destOrd="0" parTransId="{423516F5-F6C4-4120-BA85-0893B6B7F306}" sibTransId="{814DC568-A270-43D3-B310-EB03278955C4}"/>
    <dgm:cxn modelId="{439A85BA-0926-4A01-95E3-CE2CF4D23587}" srcId="{E1B3E00E-4112-4D9C-B009-DFB8F484475D}" destId="{7B4EED7D-C504-45B8-9D84-7BBA77B5696E}" srcOrd="1" destOrd="0" parTransId="{1ED2908C-4944-4766-A252-5CFE0E384223}" sibTransId="{1F8170DB-CCE2-415D-93F8-085A00B7B880}"/>
    <dgm:cxn modelId="{4F72FFC4-BA17-460F-834E-D6328FBC2758}" type="presOf" srcId="{75A54236-78C0-445E-AA76-ABBC52184A7F}" destId="{845CE471-FF1C-4365-9880-CAFD77BAA0E5}" srcOrd="0" destOrd="0" presId="urn:microsoft.com/office/officeart/2018/2/layout/IconCircleList"/>
    <dgm:cxn modelId="{520447E1-1EA9-4D1E-8F1C-F65E52E5737D}" srcId="{E1B3E00E-4112-4D9C-B009-DFB8F484475D}" destId="{4C3B2094-BAA3-4322-AE28-3CEA409F3676}" srcOrd="4" destOrd="0" parTransId="{84955C2D-D041-456B-9D61-24785E159F25}" sibTransId="{92637549-17AF-4011-A2AF-E204749ABAFE}"/>
    <dgm:cxn modelId="{F98C16E2-00DA-49FE-8FF2-CD26F82E7191}" type="presOf" srcId="{9EF51CE9-6A2E-418F-A8D2-3EE911378BDC}" destId="{B34E3C3B-9102-4E23-8568-76FC29A6CDBA}" srcOrd="0" destOrd="0" presId="urn:microsoft.com/office/officeart/2018/2/layout/IconCircleList"/>
    <dgm:cxn modelId="{99A57CE3-1A2B-4021-9A10-6311240C8471}" type="presOf" srcId="{440CF20C-15E1-4859-8C6E-1F1D3305AD83}" destId="{A973F2A3-AD7F-41DF-85D1-8CECB1C675E2}" srcOrd="0" destOrd="0" presId="urn:microsoft.com/office/officeart/2018/2/layout/IconCircleList"/>
    <dgm:cxn modelId="{30E416EB-43C4-42CC-B4D3-AEECCCC5C864}" type="presOf" srcId="{07E12E07-AC41-4BF6-8ECD-5B8863EBE224}" destId="{377F87D1-8A30-402B-8620-0EB1F84B8E46}" srcOrd="0" destOrd="0" presId="urn:microsoft.com/office/officeart/2018/2/layout/IconCircleList"/>
    <dgm:cxn modelId="{019DCF6C-AC79-4ED0-927A-70A63C2BBEA5}" type="presParOf" srcId="{BAF1E39D-C562-46B0-88CA-BC112D9B634A}" destId="{37D2B975-0BF8-41D2-A6E2-F6EE3867C199}" srcOrd="0" destOrd="0" presId="urn:microsoft.com/office/officeart/2018/2/layout/IconCircleList"/>
    <dgm:cxn modelId="{B845F94C-AD27-4435-92F0-F8D03939152A}" type="presParOf" srcId="{37D2B975-0BF8-41D2-A6E2-F6EE3867C199}" destId="{18CA0E2B-2EA3-4AAC-BD04-E0D70C83C0C1}" srcOrd="0" destOrd="0" presId="urn:microsoft.com/office/officeart/2018/2/layout/IconCircleList"/>
    <dgm:cxn modelId="{C5ACB3C0-CFD4-43D9-A8A1-696D274C2458}" type="presParOf" srcId="{18CA0E2B-2EA3-4AAC-BD04-E0D70C83C0C1}" destId="{2BDAC4F4-BD5E-44EB-978A-A65716740BC6}" srcOrd="0" destOrd="0" presId="urn:microsoft.com/office/officeart/2018/2/layout/IconCircleList"/>
    <dgm:cxn modelId="{0FE01685-1B4F-4FCB-A88F-C78DE4463B60}" type="presParOf" srcId="{18CA0E2B-2EA3-4AAC-BD04-E0D70C83C0C1}" destId="{BC0CAF43-3714-4990-A3BC-F57BBBB9D48B}" srcOrd="1" destOrd="0" presId="urn:microsoft.com/office/officeart/2018/2/layout/IconCircleList"/>
    <dgm:cxn modelId="{24B05D06-B01E-4127-B92D-380F50FF2FC9}" type="presParOf" srcId="{18CA0E2B-2EA3-4AAC-BD04-E0D70C83C0C1}" destId="{18E6F469-4976-473A-9E13-CC7D57682EB1}" srcOrd="2" destOrd="0" presId="urn:microsoft.com/office/officeart/2018/2/layout/IconCircleList"/>
    <dgm:cxn modelId="{0B922290-0A6F-4B91-B5B5-0D13B2108B20}" type="presParOf" srcId="{18CA0E2B-2EA3-4AAC-BD04-E0D70C83C0C1}" destId="{42204E85-5E7A-4172-90AF-462D97C7A3AC}" srcOrd="3" destOrd="0" presId="urn:microsoft.com/office/officeart/2018/2/layout/IconCircleList"/>
    <dgm:cxn modelId="{7FA9626A-8996-4BD5-AB34-BDBCFDAD0177}" type="presParOf" srcId="{37D2B975-0BF8-41D2-A6E2-F6EE3867C199}" destId="{845CE471-FF1C-4365-9880-CAFD77BAA0E5}" srcOrd="1" destOrd="0" presId="urn:microsoft.com/office/officeart/2018/2/layout/IconCircleList"/>
    <dgm:cxn modelId="{3DA6BD0C-AB76-4CDD-905D-62A1BA4782A2}" type="presParOf" srcId="{37D2B975-0BF8-41D2-A6E2-F6EE3867C199}" destId="{DEAF07A8-21C8-49C3-82AD-506684313364}" srcOrd="2" destOrd="0" presId="urn:microsoft.com/office/officeart/2018/2/layout/IconCircleList"/>
    <dgm:cxn modelId="{6AE52441-85CF-4D02-8817-938E3E2EF433}" type="presParOf" srcId="{DEAF07A8-21C8-49C3-82AD-506684313364}" destId="{F716AEC3-FA67-4632-8E89-F258B30121DF}" srcOrd="0" destOrd="0" presId="urn:microsoft.com/office/officeart/2018/2/layout/IconCircleList"/>
    <dgm:cxn modelId="{A3C4E64C-51A1-4B30-8D8F-E50E98AD5A6F}" type="presParOf" srcId="{DEAF07A8-21C8-49C3-82AD-506684313364}" destId="{E1B71ADB-812D-403E-B13E-CB2C82D498B4}" srcOrd="1" destOrd="0" presId="urn:microsoft.com/office/officeart/2018/2/layout/IconCircleList"/>
    <dgm:cxn modelId="{E088A7A5-49D7-4576-B5D7-EE68D999EC03}" type="presParOf" srcId="{DEAF07A8-21C8-49C3-82AD-506684313364}" destId="{F308B5F3-EFAD-4F67-94B1-331432B8E6B7}" srcOrd="2" destOrd="0" presId="urn:microsoft.com/office/officeart/2018/2/layout/IconCircleList"/>
    <dgm:cxn modelId="{1741C468-8CFD-4054-810E-2D771712A5A8}" type="presParOf" srcId="{DEAF07A8-21C8-49C3-82AD-506684313364}" destId="{954B3973-B8A4-4B5E-8273-CDA14E125EC3}" srcOrd="3" destOrd="0" presId="urn:microsoft.com/office/officeart/2018/2/layout/IconCircleList"/>
    <dgm:cxn modelId="{496751EF-C533-460E-B5D6-BCAC8C67DF4E}" type="presParOf" srcId="{37D2B975-0BF8-41D2-A6E2-F6EE3867C199}" destId="{C526F94C-8CA2-4F86-AE76-CA60310E5995}" srcOrd="3" destOrd="0" presId="urn:microsoft.com/office/officeart/2018/2/layout/IconCircleList"/>
    <dgm:cxn modelId="{FEE80980-B22B-4339-A44A-91FF8DDF9144}" type="presParOf" srcId="{37D2B975-0BF8-41D2-A6E2-F6EE3867C199}" destId="{30EB8850-68FE-4460-9EBC-F130DE7CC825}" srcOrd="4" destOrd="0" presId="urn:microsoft.com/office/officeart/2018/2/layout/IconCircleList"/>
    <dgm:cxn modelId="{B4CF4CA9-3547-4FD6-9AE2-8E1A7B77909A}" type="presParOf" srcId="{30EB8850-68FE-4460-9EBC-F130DE7CC825}" destId="{D6D1ECD3-8A4B-4EA8-8F47-83704A118114}" srcOrd="0" destOrd="0" presId="urn:microsoft.com/office/officeart/2018/2/layout/IconCircleList"/>
    <dgm:cxn modelId="{CB569E67-0206-49A2-8300-8DF6298D8322}" type="presParOf" srcId="{30EB8850-68FE-4460-9EBC-F130DE7CC825}" destId="{E1B7D192-C5AF-4349-8FA9-DB69F470DBD4}" srcOrd="1" destOrd="0" presId="urn:microsoft.com/office/officeart/2018/2/layout/IconCircleList"/>
    <dgm:cxn modelId="{969E4996-C650-4DE8-B01C-ED254D4DF858}" type="presParOf" srcId="{30EB8850-68FE-4460-9EBC-F130DE7CC825}" destId="{991A3F5B-E3EA-477F-A309-DDF57D1C3F03}" srcOrd="2" destOrd="0" presId="urn:microsoft.com/office/officeart/2018/2/layout/IconCircleList"/>
    <dgm:cxn modelId="{A32EED5B-EA76-4254-A270-E8A73A0274B7}" type="presParOf" srcId="{30EB8850-68FE-4460-9EBC-F130DE7CC825}" destId="{A973F2A3-AD7F-41DF-85D1-8CECB1C675E2}" srcOrd="3" destOrd="0" presId="urn:microsoft.com/office/officeart/2018/2/layout/IconCircleList"/>
    <dgm:cxn modelId="{BB64688B-BD59-4AAA-8593-938D35E4CFCA}" type="presParOf" srcId="{37D2B975-0BF8-41D2-A6E2-F6EE3867C199}" destId="{B34E3C3B-9102-4E23-8568-76FC29A6CDBA}" srcOrd="5" destOrd="0" presId="urn:microsoft.com/office/officeart/2018/2/layout/IconCircleList"/>
    <dgm:cxn modelId="{EE39730B-84EB-4D6C-ACD9-11CD80A03F71}" type="presParOf" srcId="{37D2B975-0BF8-41D2-A6E2-F6EE3867C199}" destId="{E0C1F563-A19A-4FA9-B369-5506592217EF}" srcOrd="6" destOrd="0" presId="urn:microsoft.com/office/officeart/2018/2/layout/IconCircleList"/>
    <dgm:cxn modelId="{B4780D2C-0D18-4418-A9BC-B4C55451A347}" type="presParOf" srcId="{E0C1F563-A19A-4FA9-B369-5506592217EF}" destId="{1229AFA7-9EBC-4AE1-A2BD-33D78309AA05}" srcOrd="0" destOrd="0" presId="urn:microsoft.com/office/officeart/2018/2/layout/IconCircleList"/>
    <dgm:cxn modelId="{99144285-95ED-4CAF-BD58-E90E91728A21}" type="presParOf" srcId="{E0C1F563-A19A-4FA9-B369-5506592217EF}" destId="{E988F08D-50CE-4A66-BFA6-42ECA33A5DB8}" srcOrd="1" destOrd="0" presId="urn:microsoft.com/office/officeart/2018/2/layout/IconCircleList"/>
    <dgm:cxn modelId="{2D0E14C9-AD29-4B70-B8F1-83DE9E103CE4}" type="presParOf" srcId="{E0C1F563-A19A-4FA9-B369-5506592217EF}" destId="{59E602FC-256E-4F07-9E4D-F289FE8C8FD9}" srcOrd="2" destOrd="0" presId="urn:microsoft.com/office/officeart/2018/2/layout/IconCircleList"/>
    <dgm:cxn modelId="{45AB55AA-CA30-4A0C-AF89-D320C1B7A40A}" type="presParOf" srcId="{E0C1F563-A19A-4FA9-B369-5506592217EF}" destId="{A80D7E0C-9EE2-411C-86EF-5775EE64242B}" srcOrd="3" destOrd="0" presId="urn:microsoft.com/office/officeart/2018/2/layout/IconCircleList"/>
    <dgm:cxn modelId="{A06BA1E7-A5CB-460A-B6B8-741E01B60413}" type="presParOf" srcId="{37D2B975-0BF8-41D2-A6E2-F6EE3867C199}" destId="{377F87D1-8A30-402B-8620-0EB1F84B8E46}" srcOrd="7" destOrd="0" presId="urn:microsoft.com/office/officeart/2018/2/layout/IconCircleList"/>
    <dgm:cxn modelId="{6C932F50-45DD-40E1-947A-A7CCF76FD1AB}" type="presParOf" srcId="{37D2B975-0BF8-41D2-A6E2-F6EE3867C199}" destId="{465F6DFD-FA1B-4D14-93B8-16C00B592DCF}" srcOrd="8" destOrd="0" presId="urn:microsoft.com/office/officeart/2018/2/layout/IconCircleList"/>
    <dgm:cxn modelId="{B5967367-F2FD-41D9-9F95-D6E1751C2049}" type="presParOf" srcId="{465F6DFD-FA1B-4D14-93B8-16C00B592DCF}" destId="{67B104B0-20EC-4022-8310-3020C0F0655D}" srcOrd="0" destOrd="0" presId="urn:microsoft.com/office/officeart/2018/2/layout/IconCircleList"/>
    <dgm:cxn modelId="{9BBCCD49-9ECB-4D76-9FA6-734F6D96334A}" type="presParOf" srcId="{465F6DFD-FA1B-4D14-93B8-16C00B592DCF}" destId="{63CF6AD4-4CB0-41A8-B545-FD2283D91F58}" srcOrd="1" destOrd="0" presId="urn:microsoft.com/office/officeart/2018/2/layout/IconCircleList"/>
    <dgm:cxn modelId="{19E041FF-98A7-43A2-B3FF-601DDF0384C3}" type="presParOf" srcId="{465F6DFD-FA1B-4D14-93B8-16C00B592DCF}" destId="{B6126248-1E5F-4C15-BA8E-284F9738DB9C}" srcOrd="2" destOrd="0" presId="urn:microsoft.com/office/officeart/2018/2/layout/IconCircleList"/>
    <dgm:cxn modelId="{AFC09F2A-FCD1-450F-9F4C-296DC074E3E0}" type="presParOf" srcId="{465F6DFD-FA1B-4D14-93B8-16C00B592DCF}" destId="{4C28B2C1-C63A-4D74-915E-5B4EDCD3E2B4}" srcOrd="3" destOrd="0" presId="urn:microsoft.com/office/officeart/2018/2/layout/IconCircleList"/>
    <dgm:cxn modelId="{0AFDF77E-0D5B-4CEF-ADB2-989AF3695928}" type="presParOf" srcId="{37D2B975-0BF8-41D2-A6E2-F6EE3867C199}" destId="{239F5AE5-2C21-4751-BEC9-0C9B04586B61}" srcOrd="9" destOrd="0" presId="urn:microsoft.com/office/officeart/2018/2/layout/IconCircleList"/>
    <dgm:cxn modelId="{77890C53-2A53-428D-AEBA-9CAD15007BC5}" type="presParOf" srcId="{37D2B975-0BF8-41D2-A6E2-F6EE3867C199}" destId="{2F80E7B5-B9BE-4EAB-A963-728D7739D234}" srcOrd="10" destOrd="0" presId="urn:microsoft.com/office/officeart/2018/2/layout/IconCircleList"/>
    <dgm:cxn modelId="{2BD4C26F-AD58-46C5-836F-BCCA1CF44F70}" type="presParOf" srcId="{2F80E7B5-B9BE-4EAB-A963-728D7739D234}" destId="{E4D73743-E62A-4BE2-A72C-69ED4FBA2444}" srcOrd="0" destOrd="0" presId="urn:microsoft.com/office/officeart/2018/2/layout/IconCircleList"/>
    <dgm:cxn modelId="{52712867-3515-4886-B99F-6D3AE74B8902}" type="presParOf" srcId="{2F80E7B5-B9BE-4EAB-A963-728D7739D234}" destId="{7266D7D9-2F13-4A9A-B5A8-82B401097F70}" srcOrd="1" destOrd="0" presId="urn:microsoft.com/office/officeart/2018/2/layout/IconCircleList"/>
    <dgm:cxn modelId="{682AB700-DF4E-4936-9EB7-0AE7097644E9}" type="presParOf" srcId="{2F80E7B5-B9BE-4EAB-A963-728D7739D234}" destId="{48CF96B3-252E-4336-BEF3-D86A9FB3D2BC}" srcOrd="2" destOrd="0" presId="urn:microsoft.com/office/officeart/2018/2/layout/IconCircleList"/>
    <dgm:cxn modelId="{649C7A8B-3CCE-4A90-8D02-C99EB61FE4EA}" type="presParOf" srcId="{2F80E7B5-B9BE-4EAB-A963-728D7739D234}" destId="{959AF96C-20D5-46C1-98A3-EA2298C89007}"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CA05D54-E081-41C0-B11F-FFBE5B1C1C49}" type="doc">
      <dgm:prSet loTypeId="urn:microsoft.com/office/officeart/2018/2/layout/IconVerticalSolidList" loCatId="icon" qsTypeId="urn:microsoft.com/office/officeart/2005/8/quickstyle/simple1#49" qsCatId="simple" csTypeId="urn:microsoft.com/office/officeart/2005/8/colors/accent1_2#28" csCatId="accent1" phldr="1"/>
      <dgm:spPr/>
      <dgm:t>
        <a:bodyPr/>
        <a:lstStyle/>
        <a:p>
          <a:endParaRPr lang="en-US"/>
        </a:p>
      </dgm:t>
    </dgm:pt>
    <dgm:pt modelId="{59169FE7-082F-416B-AF4F-CDF8B71028B8}">
      <dgm:prSet/>
      <dgm:spPr/>
      <dgm:t>
        <a:bodyPr/>
        <a:lstStyle/>
        <a:p>
          <a:pPr>
            <a:lnSpc>
              <a:spcPct val="100000"/>
            </a:lnSpc>
          </a:pPr>
          <a:r>
            <a:rPr lang="en-IN" b="1"/>
            <a:t>Amazon OpenSearch Service is the AWS-managed version of OpenSearch.</a:t>
          </a:r>
          <a:r>
            <a:rPr lang="en-IN"/>
            <a:t> AWS handles much of the infrastructure work, while the user still chooses important settings such as capacity, storage, networking, and the overall domain configuration. </a:t>
          </a:r>
          <a:endParaRPr lang="en-US"/>
        </a:p>
      </dgm:t>
    </dgm:pt>
    <dgm:pt modelId="{012B8759-97BD-49FA-9796-4F78FDE8A153}" type="parTrans" cxnId="{D4DFA317-98F9-46A1-9993-48DCD786C667}">
      <dgm:prSet/>
      <dgm:spPr/>
      <dgm:t>
        <a:bodyPr/>
        <a:lstStyle/>
        <a:p>
          <a:endParaRPr lang="en-US"/>
        </a:p>
      </dgm:t>
    </dgm:pt>
    <dgm:pt modelId="{CED311E5-67D4-43C9-93DF-CA9064F2554B}" type="sibTrans" cxnId="{D4DFA317-98F9-46A1-9993-48DCD786C667}">
      <dgm:prSet/>
      <dgm:spPr/>
      <dgm:t>
        <a:bodyPr/>
        <a:lstStyle/>
        <a:p>
          <a:endParaRPr lang="en-US"/>
        </a:p>
      </dgm:t>
    </dgm:pt>
    <dgm:pt modelId="{C03DFB2F-0836-4210-A350-C449776412B4}">
      <dgm:prSet/>
      <dgm:spPr/>
      <dgm:t>
        <a:bodyPr/>
        <a:lstStyle/>
        <a:p>
          <a:pPr>
            <a:lnSpc>
              <a:spcPct val="100000"/>
            </a:lnSpc>
          </a:pPr>
          <a:r>
            <a:rPr lang="en-IN" b="1"/>
            <a:t>The managed service can be scaled up or down without downtime, but the course notes that this scaling is not automatically handled in the same way as the serverless option.</a:t>
          </a:r>
          <a:r>
            <a:rPr lang="en-IN"/>
            <a:t> The user still has responsibility for choosing an appropriate setup. </a:t>
          </a:r>
          <a:endParaRPr lang="en-US"/>
        </a:p>
      </dgm:t>
    </dgm:pt>
    <dgm:pt modelId="{62D6B4EC-70AB-4193-BDA9-79313C06AA69}" type="parTrans" cxnId="{7DD64C0C-0438-441D-B100-C025DB41E757}">
      <dgm:prSet/>
      <dgm:spPr/>
      <dgm:t>
        <a:bodyPr/>
        <a:lstStyle/>
        <a:p>
          <a:endParaRPr lang="en-US"/>
        </a:p>
      </dgm:t>
    </dgm:pt>
    <dgm:pt modelId="{A17CA655-15BF-4A49-9604-0C5B3E461ED5}" type="sibTrans" cxnId="{7DD64C0C-0438-441D-B100-C025DB41E757}">
      <dgm:prSet/>
      <dgm:spPr/>
      <dgm:t>
        <a:bodyPr/>
        <a:lstStyle/>
        <a:p>
          <a:endParaRPr lang="en-US"/>
        </a:p>
      </dgm:t>
    </dgm:pt>
    <dgm:pt modelId="{EFB1D937-130C-4020-8A15-CB41CB272A23}">
      <dgm:prSet/>
      <dgm:spPr/>
      <dgm:t>
        <a:bodyPr/>
        <a:lstStyle/>
        <a:p>
          <a:pPr>
            <a:lnSpc>
              <a:spcPct val="100000"/>
            </a:lnSpc>
          </a:pPr>
          <a:r>
            <a:rPr lang="en-IN"/>
            <a:t>Costs can come from </a:t>
          </a:r>
          <a:r>
            <a:rPr lang="en-IN" b="1"/>
            <a:t>instance hours, storage, and data transfer</a:t>
          </a:r>
          <a:r>
            <a:rPr lang="en-IN"/>
            <a:t>, so architecture decisions still matter even though AWS manages the underlying service. </a:t>
          </a:r>
          <a:endParaRPr lang="en-US"/>
        </a:p>
      </dgm:t>
    </dgm:pt>
    <dgm:pt modelId="{CAB8BE58-47CA-48DA-9781-BCEB17B51F5D}" type="parTrans" cxnId="{B2A82D7B-3362-4724-B147-26F3CEA4C6A9}">
      <dgm:prSet/>
      <dgm:spPr/>
      <dgm:t>
        <a:bodyPr/>
        <a:lstStyle/>
        <a:p>
          <a:endParaRPr lang="en-US"/>
        </a:p>
      </dgm:t>
    </dgm:pt>
    <dgm:pt modelId="{8A7B1390-5DD5-45F8-8D3B-F127B249374C}" type="sibTrans" cxnId="{B2A82D7B-3362-4724-B147-26F3CEA4C6A9}">
      <dgm:prSet/>
      <dgm:spPr/>
      <dgm:t>
        <a:bodyPr/>
        <a:lstStyle/>
        <a:p>
          <a:endParaRPr lang="en-US"/>
        </a:p>
      </dgm:t>
    </dgm:pt>
    <dgm:pt modelId="{CD440B77-76E5-4E66-831E-619A46CE1A93}">
      <dgm:prSet/>
      <dgm:spPr/>
      <dgm:t>
        <a:bodyPr/>
        <a:lstStyle/>
        <a:p>
          <a:pPr>
            <a:lnSpc>
              <a:spcPct val="100000"/>
            </a:lnSpc>
          </a:pPr>
          <a:r>
            <a:rPr lang="en-IN"/>
            <a:t>OpenSearch integrates with several AWS services. The course mentions connections with </a:t>
          </a:r>
          <a:r>
            <a:rPr lang="en-IN" b="1"/>
            <a:t>Amazon S3, Kinesis Data Streams, DynamoDB Streams, CloudWatch, and CloudTrail</a:t>
          </a:r>
          <a:r>
            <a:rPr lang="en-IN"/>
            <a:t>. </a:t>
          </a:r>
          <a:endParaRPr lang="en-US"/>
        </a:p>
      </dgm:t>
    </dgm:pt>
    <dgm:pt modelId="{307CDC25-22EE-4193-A8BF-2A4148B06C68}" type="parTrans" cxnId="{D4507FB5-3A18-4450-856E-EBF0F3B771CD}">
      <dgm:prSet/>
      <dgm:spPr/>
      <dgm:t>
        <a:bodyPr/>
        <a:lstStyle/>
        <a:p>
          <a:endParaRPr lang="en-US"/>
        </a:p>
      </dgm:t>
    </dgm:pt>
    <dgm:pt modelId="{2A177327-809A-4CBB-B5CB-849B5448B645}" type="sibTrans" cxnId="{D4507FB5-3A18-4450-856E-EBF0F3B771CD}">
      <dgm:prSet/>
      <dgm:spPr/>
      <dgm:t>
        <a:bodyPr/>
        <a:lstStyle/>
        <a:p>
          <a:endParaRPr lang="en-US"/>
        </a:p>
      </dgm:t>
    </dgm:pt>
    <dgm:pt modelId="{F4B5359A-585E-48AA-BDDE-9E8D2AC19B52}">
      <dgm:prSet/>
      <dgm:spPr/>
      <dgm:t>
        <a:bodyPr/>
        <a:lstStyle/>
        <a:p>
          <a:pPr>
            <a:lnSpc>
              <a:spcPct val="100000"/>
            </a:lnSpc>
          </a:pPr>
          <a:r>
            <a:rPr lang="en-IN" b="1"/>
            <a:t>Zone Awareness can distribute OpenSearch resources across Availability Zones.</a:t>
          </a:r>
          <a:r>
            <a:rPr lang="en-IN"/>
            <a:t> This helps reduce the risk of one infrastructure failure affecting the entire search workload.</a:t>
          </a:r>
          <a:endParaRPr lang="en-US"/>
        </a:p>
      </dgm:t>
    </dgm:pt>
    <dgm:pt modelId="{F408E141-3C1C-4886-A8D6-01C32B4299F5}" type="parTrans" cxnId="{95BD19BA-7BBE-4588-BED8-E3D98F57DC8A}">
      <dgm:prSet/>
      <dgm:spPr/>
      <dgm:t>
        <a:bodyPr/>
        <a:lstStyle/>
        <a:p>
          <a:endParaRPr lang="en-US"/>
        </a:p>
      </dgm:t>
    </dgm:pt>
    <dgm:pt modelId="{1AEF8600-B780-446B-B2B2-D86424335EF9}" type="sibTrans" cxnId="{95BD19BA-7BBE-4588-BED8-E3D98F57DC8A}">
      <dgm:prSet/>
      <dgm:spPr/>
      <dgm:t>
        <a:bodyPr/>
        <a:lstStyle/>
        <a:p>
          <a:endParaRPr lang="en-US"/>
        </a:p>
      </dgm:t>
    </dgm:pt>
    <dgm:pt modelId="{E40611E0-51A5-4CE4-8A86-AB759E191AC8}" type="pres">
      <dgm:prSet presAssocID="{BCA05D54-E081-41C0-B11F-FFBE5B1C1C49}" presName="root" presStyleCnt="0">
        <dgm:presLayoutVars>
          <dgm:dir/>
          <dgm:resizeHandles val="exact"/>
        </dgm:presLayoutVars>
      </dgm:prSet>
      <dgm:spPr/>
    </dgm:pt>
    <dgm:pt modelId="{3D7B20E7-86DA-4655-AA3D-9E0E62CA0BD7}" type="pres">
      <dgm:prSet presAssocID="{59169FE7-082F-416B-AF4F-CDF8B71028B8}" presName="compNode" presStyleCnt="0"/>
      <dgm:spPr/>
    </dgm:pt>
    <dgm:pt modelId="{004EC727-B99A-432B-8213-DFF9AA97E38F}" type="pres">
      <dgm:prSet presAssocID="{59169FE7-082F-416B-AF4F-CDF8B71028B8}" presName="bgRect" presStyleLbl="bgShp" presStyleIdx="0" presStyleCnt="5"/>
      <dgm:spPr/>
    </dgm:pt>
    <dgm:pt modelId="{D186B9C2-B0D0-4BD1-9F16-043384B7B8E1}" type="pres">
      <dgm:prSet presAssocID="{59169FE7-082F-416B-AF4F-CDF8B71028B8}"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Syncing Cloud"/>
        </a:ext>
      </dgm:extLst>
    </dgm:pt>
    <dgm:pt modelId="{82B0317D-71E8-4AF4-A08C-E57BECB9BAB5}" type="pres">
      <dgm:prSet presAssocID="{59169FE7-082F-416B-AF4F-CDF8B71028B8}" presName="spaceRect" presStyleCnt="0"/>
      <dgm:spPr/>
    </dgm:pt>
    <dgm:pt modelId="{284E3FA2-EEC8-4EAE-89D4-67CE9A99C4AF}" type="pres">
      <dgm:prSet presAssocID="{59169FE7-082F-416B-AF4F-CDF8B71028B8}" presName="parTx" presStyleLbl="revTx" presStyleIdx="0" presStyleCnt="5">
        <dgm:presLayoutVars>
          <dgm:chMax val="0"/>
          <dgm:chPref val="0"/>
        </dgm:presLayoutVars>
      </dgm:prSet>
      <dgm:spPr/>
    </dgm:pt>
    <dgm:pt modelId="{441CA2E2-1A5E-4365-AEBE-0B4C6F7A630D}" type="pres">
      <dgm:prSet presAssocID="{CED311E5-67D4-43C9-93DF-CA9064F2554B}" presName="sibTrans" presStyleCnt="0"/>
      <dgm:spPr/>
    </dgm:pt>
    <dgm:pt modelId="{3E02B390-EF2B-41C0-872C-7AFC4576E9A6}" type="pres">
      <dgm:prSet presAssocID="{C03DFB2F-0836-4210-A350-C449776412B4}" presName="compNode" presStyleCnt="0"/>
      <dgm:spPr/>
    </dgm:pt>
    <dgm:pt modelId="{5109DBF5-8FEB-4F01-8A7E-C7B316D1EE03}" type="pres">
      <dgm:prSet presAssocID="{C03DFB2F-0836-4210-A350-C449776412B4}" presName="bgRect" presStyleLbl="bgShp" presStyleIdx="1" presStyleCnt="5"/>
      <dgm:spPr/>
    </dgm:pt>
    <dgm:pt modelId="{1D9D49C8-DD88-48E9-9853-D54A9341C19E}" type="pres">
      <dgm:prSet presAssocID="{C03DFB2F-0836-4210-A350-C449776412B4}"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lowchart"/>
        </a:ext>
      </dgm:extLst>
    </dgm:pt>
    <dgm:pt modelId="{A351AE89-F3EC-4091-881A-3085AFA13627}" type="pres">
      <dgm:prSet presAssocID="{C03DFB2F-0836-4210-A350-C449776412B4}" presName="spaceRect" presStyleCnt="0"/>
      <dgm:spPr/>
    </dgm:pt>
    <dgm:pt modelId="{08A29D0F-7A1C-4BB3-B6EB-88744994FD94}" type="pres">
      <dgm:prSet presAssocID="{C03DFB2F-0836-4210-A350-C449776412B4}" presName="parTx" presStyleLbl="revTx" presStyleIdx="1" presStyleCnt="5">
        <dgm:presLayoutVars>
          <dgm:chMax val="0"/>
          <dgm:chPref val="0"/>
        </dgm:presLayoutVars>
      </dgm:prSet>
      <dgm:spPr/>
    </dgm:pt>
    <dgm:pt modelId="{AF08F035-5B34-4B8D-926E-3D6127E266BF}" type="pres">
      <dgm:prSet presAssocID="{A17CA655-15BF-4A49-9604-0C5B3E461ED5}" presName="sibTrans" presStyleCnt="0"/>
      <dgm:spPr/>
    </dgm:pt>
    <dgm:pt modelId="{51C50FAA-C058-41B1-8E43-16944EC438E1}" type="pres">
      <dgm:prSet presAssocID="{EFB1D937-130C-4020-8A15-CB41CB272A23}" presName="compNode" presStyleCnt="0"/>
      <dgm:spPr/>
    </dgm:pt>
    <dgm:pt modelId="{2ED400F9-9501-46DE-9067-8C194129A54D}" type="pres">
      <dgm:prSet presAssocID="{EFB1D937-130C-4020-8A15-CB41CB272A23}" presName="bgRect" presStyleLbl="bgShp" presStyleIdx="2" presStyleCnt="5"/>
      <dgm:spPr/>
    </dgm:pt>
    <dgm:pt modelId="{037871AE-DAF8-40B8-9525-183D148B9BCD}" type="pres">
      <dgm:prSet presAssocID="{EFB1D937-130C-4020-8A15-CB41CB272A23}"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erver"/>
        </a:ext>
      </dgm:extLst>
    </dgm:pt>
    <dgm:pt modelId="{CE04A061-B92E-4C68-AC51-2BBF64B6578F}" type="pres">
      <dgm:prSet presAssocID="{EFB1D937-130C-4020-8A15-CB41CB272A23}" presName="spaceRect" presStyleCnt="0"/>
      <dgm:spPr/>
    </dgm:pt>
    <dgm:pt modelId="{879F510D-3195-4DB3-BE41-E3EE0C9040B5}" type="pres">
      <dgm:prSet presAssocID="{EFB1D937-130C-4020-8A15-CB41CB272A23}" presName="parTx" presStyleLbl="revTx" presStyleIdx="2" presStyleCnt="5">
        <dgm:presLayoutVars>
          <dgm:chMax val="0"/>
          <dgm:chPref val="0"/>
        </dgm:presLayoutVars>
      </dgm:prSet>
      <dgm:spPr/>
    </dgm:pt>
    <dgm:pt modelId="{7A5CBF83-B297-466A-89CD-D9E0F517FABB}" type="pres">
      <dgm:prSet presAssocID="{8A7B1390-5DD5-45F8-8D3B-F127B249374C}" presName="sibTrans" presStyleCnt="0"/>
      <dgm:spPr/>
    </dgm:pt>
    <dgm:pt modelId="{1F7C81A0-4837-4D5D-BA3E-F35B61A4E593}" type="pres">
      <dgm:prSet presAssocID="{CD440B77-76E5-4E66-831E-619A46CE1A93}" presName="compNode" presStyleCnt="0"/>
      <dgm:spPr/>
    </dgm:pt>
    <dgm:pt modelId="{903DB399-43E8-4EA6-8B8B-99C1D3F9BD23}" type="pres">
      <dgm:prSet presAssocID="{CD440B77-76E5-4E66-831E-619A46CE1A93}" presName="bgRect" presStyleLbl="bgShp" presStyleIdx="3" presStyleCnt="5"/>
      <dgm:spPr/>
    </dgm:pt>
    <dgm:pt modelId="{9B17DAEA-D0B1-4C96-AABE-E4D30577F555}" type="pres">
      <dgm:prSet presAssocID="{CD440B77-76E5-4E66-831E-619A46CE1A93}"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odcast"/>
        </a:ext>
      </dgm:extLst>
    </dgm:pt>
    <dgm:pt modelId="{56E4B6BC-11D7-40D8-AC0B-E380A91CAC8F}" type="pres">
      <dgm:prSet presAssocID="{CD440B77-76E5-4E66-831E-619A46CE1A93}" presName="spaceRect" presStyleCnt="0"/>
      <dgm:spPr/>
    </dgm:pt>
    <dgm:pt modelId="{72321EAC-5841-43EF-A7DA-71E79345D1C3}" type="pres">
      <dgm:prSet presAssocID="{CD440B77-76E5-4E66-831E-619A46CE1A93}" presName="parTx" presStyleLbl="revTx" presStyleIdx="3" presStyleCnt="5">
        <dgm:presLayoutVars>
          <dgm:chMax val="0"/>
          <dgm:chPref val="0"/>
        </dgm:presLayoutVars>
      </dgm:prSet>
      <dgm:spPr/>
    </dgm:pt>
    <dgm:pt modelId="{1889326D-0BF0-4461-9E45-7156A3F30DFF}" type="pres">
      <dgm:prSet presAssocID="{2A177327-809A-4CBB-B5CB-849B5448B645}" presName="sibTrans" presStyleCnt="0"/>
      <dgm:spPr/>
    </dgm:pt>
    <dgm:pt modelId="{F1BF2AEF-9C1F-486B-97D6-5E8C60811D0E}" type="pres">
      <dgm:prSet presAssocID="{F4B5359A-585E-48AA-BDDE-9E8D2AC19B52}" presName="compNode" presStyleCnt="0"/>
      <dgm:spPr/>
    </dgm:pt>
    <dgm:pt modelId="{8613C1E1-DBD1-4F11-8E3B-72BF037C608D}" type="pres">
      <dgm:prSet presAssocID="{F4B5359A-585E-48AA-BDDE-9E8D2AC19B52}" presName="bgRect" presStyleLbl="bgShp" presStyleIdx="4" presStyleCnt="5"/>
      <dgm:spPr/>
    </dgm:pt>
    <dgm:pt modelId="{A232CCF6-2B6A-4C97-AA7B-C313163B8C76}" type="pres">
      <dgm:prSet presAssocID="{F4B5359A-585E-48AA-BDDE-9E8D2AC19B52}"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Magnifying glass"/>
        </a:ext>
      </dgm:extLst>
    </dgm:pt>
    <dgm:pt modelId="{0C703A95-EEDD-4CBE-9205-D41B886C72EC}" type="pres">
      <dgm:prSet presAssocID="{F4B5359A-585E-48AA-BDDE-9E8D2AC19B52}" presName="spaceRect" presStyleCnt="0"/>
      <dgm:spPr/>
    </dgm:pt>
    <dgm:pt modelId="{21BA37B8-9F64-4853-B4FB-CB9E916C892E}" type="pres">
      <dgm:prSet presAssocID="{F4B5359A-585E-48AA-BDDE-9E8D2AC19B52}" presName="parTx" presStyleLbl="revTx" presStyleIdx="4" presStyleCnt="5">
        <dgm:presLayoutVars>
          <dgm:chMax val="0"/>
          <dgm:chPref val="0"/>
        </dgm:presLayoutVars>
      </dgm:prSet>
      <dgm:spPr/>
    </dgm:pt>
  </dgm:ptLst>
  <dgm:cxnLst>
    <dgm:cxn modelId="{7DD64C0C-0438-441D-B100-C025DB41E757}" srcId="{BCA05D54-E081-41C0-B11F-FFBE5B1C1C49}" destId="{C03DFB2F-0836-4210-A350-C449776412B4}" srcOrd="1" destOrd="0" parTransId="{62D6B4EC-70AB-4193-BDA9-79313C06AA69}" sibTransId="{A17CA655-15BF-4A49-9604-0C5B3E461ED5}"/>
    <dgm:cxn modelId="{D4DFA317-98F9-46A1-9993-48DCD786C667}" srcId="{BCA05D54-E081-41C0-B11F-FFBE5B1C1C49}" destId="{59169FE7-082F-416B-AF4F-CDF8B71028B8}" srcOrd="0" destOrd="0" parTransId="{012B8759-97BD-49FA-9796-4F78FDE8A153}" sibTransId="{CED311E5-67D4-43C9-93DF-CA9064F2554B}"/>
    <dgm:cxn modelId="{B90B1920-F145-4223-9CC2-EDE93EDF4C32}" type="presOf" srcId="{C03DFB2F-0836-4210-A350-C449776412B4}" destId="{08A29D0F-7A1C-4BB3-B6EB-88744994FD94}" srcOrd="0" destOrd="0" presId="urn:microsoft.com/office/officeart/2018/2/layout/IconVerticalSolidList"/>
    <dgm:cxn modelId="{1B46762F-9EEF-4EE3-A500-715153EE7AEC}" type="presOf" srcId="{F4B5359A-585E-48AA-BDDE-9E8D2AC19B52}" destId="{21BA37B8-9F64-4853-B4FB-CB9E916C892E}" srcOrd="0" destOrd="0" presId="urn:microsoft.com/office/officeart/2018/2/layout/IconVerticalSolidList"/>
    <dgm:cxn modelId="{21A22A50-0918-40BA-A837-218425B16E48}" type="presOf" srcId="{EFB1D937-130C-4020-8A15-CB41CB272A23}" destId="{879F510D-3195-4DB3-BE41-E3EE0C9040B5}" srcOrd="0" destOrd="0" presId="urn:microsoft.com/office/officeart/2018/2/layout/IconVerticalSolidList"/>
    <dgm:cxn modelId="{B2A82D7B-3362-4724-B147-26F3CEA4C6A9}" srcId="{BCA05D54-E081-41C0-B11F-FFBE5B1C1C49}" destId="{EFB1D937-130C-4020-8A15-CB41CB272A23}" srcOrd="2" destOrd="0" parTransId="{CAB8BE58-47CA-48DA-9781-BCEB17B51F5D}" sibTransId="{8A7B1390-5DD5-45F8-8D3B-F127B249374C}"/>
    <dgm:cxn modelId="{E4E65281-FB20-40CA-8394-D12536949CAB}" type="presOf" srcId="{59169FE7-082F-416B-AF4F-CDF8B71028B8}" destId="{284E3FA2-EEC8-4EAE-89D4-67CE9A99C4AF}" srcOrd="0" destOrd="0" presId="urn:microsoft.com/office/officeart/2018/2/layout/IconVerticalSolidList"/>
    <dgm:cxn modelId="{EFBBCFA5-BFD1-468D-B4AE-933A30B1CAA6}" type="presOf" srcId="{BCA05D54-E081-41C0-B11F-FFBE5B1C1C49}" destId="{E40611E0-51A5-4CE4-8A86-AB759E191AC8}" srcOrd="0" destOrd="0" presId="urn:microsoft.com/office/officeart/2018/2/layout/IconVerticalSolidList"/>
    <dgm:cxn modelId="{643A44AA-A17C-417A-9FAB-774BD6021605}" type="presOf" srcId="{CD440B77-76E5-4E66-831E-619A46CE1A93}" destId="{72321EAC-5841-43EF-A7DA-71E79345D1C3}" srcOrd="0" destOrd="0" presId="urn:microsoft.com/office/officeart/2018/2/layout/IconVerticalSolidList"/>
    <dgm:cxn modelId="{D4507FB5-3A18-4450-856E-EBF0F3B771CD}" srcId="{BCA05D54-E081-41C0-B11F-FFBE5B1C1C49}" destId="{CD440B77-76E5-4E66-831E-619A46CE1A93}" srcOrd="3" destOrd="0" parTransId="{307CDC25-22EE-4193-A8BF-2A4148B06C68}" sibTransId="{2A177327-809A-4CBB-B5CB-849B5448B645}"/>
    <dgm:cxn modelId="{95BD19BA-7BBE-4588-BED8-E3D98F57DC8A}" srcId="{BCA05D54-E081-41C0-B11F-FFBE5B1C1C49}" destId="{F4B5359A-585E-48AA-BDDE-9E8D2AC19B52}" srcOrd="4" destOrd="0" parTransId="{F408E141-3C1C-4886-A8D6-01C32B4299F5}" sibTransId="{1AEF8600-B780-446B-B2B2-D86424335EF9}"/>
    <dgm:cxn modelId="{7C00DF5A-A1C3-48A3-B158-9D0A4C8A3F8A}" type="presParOf" srcId="{E40611E0-51A5-4CE4-8A86-AB759E191AC8}" destId="{3D7B20E7-86DA-4655-AA3D-9E0E62CA0BD7}" srcOrd="0" destOrd="0" presId="urn:microsoft.com/office/officeart/2018/2/layout/IconVerticalSolidList"/>
    <dgm:cxn modelId="{1624F6A8-0D0C-4859-B501-53DFEDE9E5E6}" type="presParOf" srcId="{3D7B20E7-86DA-4655-AA3D-9E0E62CA0BD7}" destId="{004EC727-B99A-432B-8213-DFF9AA97E38F}" srcOrd="0" destOrd="0" presId="urn:microsoft.com/office/officeart/2018/2/layout/IconVerticalSolidList"/>
    <dgm:cxn modelId="{AC434BEF-5917-4604-8347-22D7850AA2E9}" type="presParOf" srcId="{3D7B20E7-86DA-4655-AA3D-9E0E62CA0BD7}" destId="{D186B9C2-B0D0-4BD1-9F16-043384B7B8E1}" srcOrd="1" destOrd="0" presId="urn:microsoft.com/office/officeart/2018/2/layout/IconVerticalSolidList"/>
    <dgm:cxn modelId="{13958E86-0D45-4465-8761-7FAC933D568A}" type="presParOf" srcId="{3D7B20E7-86DA-4655-AA3D-9E0E62CA0BD7}" destId="{82B0317D-71E8-4AF4-A08C-E57BECB9BAB5}" srcOrd="2" destOrd="0" presId="urn:microsoft.com/office/officeart/2018/2/layout/IconVerticalSolidList"/>
    <dgm:cxn modelId="{0E128C73-270E-4CA3-86E1-CF8B410B5D71}" type="presParOf" srcId="{3D7B20E7-86DA-4655-AA3D-9E0E62CA0BD7}" destId="{284E3FA2-EEC8-4EAE-89D4-67CE9A99C4AF}" srcOrd="3" destOrd="0" presId="urn:microsoft.com/office/officeart/2018/2/layout/IconVerticalSolidList"/>
    <dgm:cxn modelId="{864B0C15-CDA8-438B-B459-755E41757A3C}" type="presParOf" srcId="{E40611E0-51A5-4CE4-8A86-AB759E191AC8}" destId="{441CA2E2-1A5E-4365-AEBE-0B4C6F7A630D}" srcOrd="1" destOrd="0" presId="urn:microsoft.com/office/officeart/2018/2/layout/IconVerticalSolidList"/>
    <dgm:cxn modelId="{EC8C11DD-0DDC-4461-8019-FDEEA13447B7}" type="presParOf" srcId="{E40611E0-51A5-4CE4-8A86-AB759E191AC8}" destId="{3E02B390-EF2B-41C0-872C-7AFC4576E9A6}" srcOrd="2" destOrd="0" presId="urn:microsoft.com/office/officeart/2018/2/layout/IconVerticalSolidList"/>
    <dgm:cxn modelId="{45BBCB71-6782-403C-B653-806B426E6F12}" type="presParOf" srcId="{3E02B390-EF2B-41C0-872C-7AFC4576E9A6}" destId="{5109DBF5-8FEB-4F01-8A7E-C7B316D1EE03}" srcOrd="0" destOrd="0" presId="urn:microsoft.com/office/officeart/2018/2/layout/IconVerticalSolidList"/>
    <dgm:cxn modelId="{15FF807B-A741-4253-9299-B92A9F3EC49C}" type="presParOf" srcId="{3E02B390-EF2B-41C0-872C-7AFC4576E9A6}" destId="{1D9D49C8-DD88-48E9-9853-D54A9341C19E}" srcOrd="1" destOrd="0" presId="urn:microsoft.com/office/officeart/2018/2/layout/IconVerticalSolidList"/>
    <dgm:cxn modelId="{A4FD2F01-7AD4-4C4F-80B2-451780B4A98E}" type="presParOf" srcId="{3E02B390-EF2B-41C0-872C-7AFC4576E9A6}" destId="{A351AE89-F3EC-4091-881A-3085AFA13627}" srcOrd="2" destOrd="0" presId="urn:microsoft.com/office/officeart/2018/2/layout/IconVerticalSolidList"/>
    <dgm:cxn modelId="{947A7B24-2627-4C7A-9A55-71B8EEACE0D5}" type="presParOf" srcId="{3E02B390-EF2B-41C0-872C-7AFC4576E9A6}" destId="{08A29D0F-7A1C-4BB3-B6EB-88744994FD94}" srcOrd="3" destOrd="0" presId="urn:microsoft.com/office/officeart/2018/2/layout/IconVerticalSolidList"/>
    <dgm:cxn modelId="{B8BA91AE-F125-4A45-A3D7-315BFD61BDB7}" type="presParOf" srcId="{E40611E0-51A5-4CE4-8A86-AB759E191AC8}" destId="{AF08F035-5B34-4B8D-926E-3D6127E266BF}" srcOrd="3" destOrd="0" presId="urn:microsoft.com/office/officeart/2018/2/layout/IconVerticalSolidList"/>
    <dgm:cxn modelId="{3D4FFD89-9417-4D3C-982C-090E36FD0C1C}" type="presParOf" srcId="{E40611E0-51A5-4CE4-8A86-AB759E191AC8}" destId="{51C50FAA-C058-41B1-8E43-16944EC438E1}" srcOrd="4" destOrd="0" presId="urn:microsoft.com/office/officeart/2018/2/layout/IconVerticalSolidList"/>
    <dgm:cxn modelId="{0B4C5CE5-9CC0-428E-83D7-1F9B810C4015}" type="presParOf" srcId="{51C50FAA-C058-41B1-8E43-16944EC438E1}" destId="{2ED400F9-9501-46DE-9067-8C194129A54D}" srcOrd="0" destOrd="0" presId="urn:microsoft.com/office/officeart/2018/2/layout/IconVerticalSolidList"/>
    <dgm:cxn modelId="{824C995A-543F-46DD-B898-0A269848D8F5}" type="presParOf" srcId="{51C50FAA-C058-41B1-8E43-16944EC438E1}" destId="{037871AE-DAF8-40B8-9525-183D148B9BCD}" srcOrd="1" destOrd="0" presId="urn:microsoft.com/office/officeart/2018/2/layout/IconVerticalSolidList"/>
    <dgm:cxn modelId="{609D1844-80EF-4772-B05D-B101AF0A3FCC}" type="presParOf" srcId="{51C50FAA-C058-41B1-8E43-16944EC438E1}" destId="{CE04A061-B92E-4C68-AC51-2BBF64B6578F}" srcOrd="2" destOrd="0" presId="urn:microsoft.com/office/officeart/2018/2/layout/IconVerticalSolidList"/>
    <dgm:cxn modelId="{267A950B-ED68-4259-B9AA-977864F04F81}" type="presParOf" srcId="{51C50FAA-C058-41B1-8E43-16944EC438E1}" destId="{879F510D-3195-4DB3-BE41-E3EE0C9040B5}" srcOrd="3" destOrd="0" presId="urn:microsoft.com/office/officeart/2018/2/layout/IconVerticalSolidList"/>
    <dgm:cxn modelId="{B1CA859F-07FB-47C9-95FE-D70435FB5444}" type="presParOf" srcId="{E40611E0-51A5-4CE4-8A86-AB759E191AC8}" destId="{7A5CBF83-B297-466A-89CD-D9E0F517FABB}" srcOrd="5" destOrd="0" presId="urn:microsoft.com/office/officeart/2018/2/layout/IconVerticalSolidList"/>
    <dgm:cxn modelId="{802FDE64-E664-466C-82BB-03ED836B4443}" type="presParOf" srcId="{E40611E0-51A5-4CE4-8A86-AB759E191AC8}" destId="{1F7C81A0-4837-4D5D-BA3E-F35B61A4E593}" srcOrd="6" destOrd="0" presId="urn:microsoft.com/office/officeart/2018/2/layout/IconVerticalSolidList"/>
    <dgm:cxn modelId="{29725773-8E7E-4454-B40C-76098977D56C}" type="presParOf" srcId="{1F7C81A0-4837-4D5D-BA3E-F35B61A4E593}" destId="{903DB399-43E8-4EA6-8B8B-99C1D3F9BD23}" srcOrd="0" destOrd="0" presId="urn:microsoft.com/office/officeart/2018/2/layout/IconVerticalSolidList"/>
    <dgm:cxn modelId="{845F91D8-F6ED-47E3-866E-DD28613AF071}" type="presParOf" srcId="{1F7C81A0-4837-4D5D-BA3E-F35B61A4E593}" destId="{9B17DAEA-D0B1-4C96-AABE-E4D30577F555}" srcOrd="1" destOrd="0" presId="urn:microsoft.com/office/officeart/2018/2/layout/IconVerticalSolidList"/>
    <dgm:cxn modelId="{D57AD1C0-7006-434C-8D04-514F1BD7F110}" type="presParOf" srcId="{1F7C81A0-4837-4D5D-BA3E-F35B61A4E593}" destId="{56E4B6BC-11D7-40D8-AC0B-E380A91CAC8F}" srcOrd="2" destOrd="0" presId="urn:microsoft.com/office/officeart/2018/2/layout/IconVerticalSolidList"/>
    <dgm:cxn modelId="{8269CB63-411A-483B-B622-D0356CDFD470}" type="presParOf" srcId="{1F7C81A0-4837-4D5D-BA3E-F35B61A4E593}" destId="{72321EAC-5841-43EF-A7DA-71E79345D1C3}" srcOrd="3" destOrd="0" presId="urn:microsoft.com/office/officeart/2018/2/layout/IconVerticalSolidList"/>
    <dgm:cxn modelId="{52FA371C-9FD9-4154-8AE4-7FF367DEDB0F}" type="presParOf" srcId="{E40611E0-51A5-4CE4-8A86-AB759E191AC8}" destId="{1889326D-0BF0-4461-9E45-7156A3F30DFF}" srcOrd="7" destOrd="0" presId="urn:microsoft.com/office/officeart/2018/2/layout/IconVerticalSolidList"/>
    <dgm:cxn modelId="{BB3BCBE3-CE49-43B8-998F-2952AE883DDC}" type="presParOf" srcId="{E40611E0-51A5-4CE4-8A86-AB759E191AC8}" destId="{F1BF2AEF-9C1F-486B-97D6-5E8C60811D0E}" srcOrd="8" destOrd="0" presId="urn:microsoft.com/office/officeart/2018/2/layout/IconVerticalSolidList"/>
    <dgm:cxn modelId="{C3622782-044E-41F2-B2A6-716490F99B5D}" type="presParOf" srcId="{F1BF2AEF-9C1F-486B-97D6-5E8C60811D0E}" destId="{8613C1E1-DBD1-4F11-8E3B-72BF037C608D}" srcOrd="0" destOrd="0" presId="urn:microsoft.com/office/officeart/2018/2/layout/IconVerticalSolidList"/>
    <dgm:cxn modelId="{829F94D8-10F0-4965-8356-731DBB4EA54F}" type="presParOf" srcId="{F1BF2AEF-9C1F-486B-97D6-5E8C60811D0E}" destId="{A232CCF6-2B6A-4C97-AA7B-C313163B8C76}" srcOrd="1" destOrd="0" presId="urn:microsoft.com/office/officeart/2018/2/layout/IconVerticalSolidList"/>
    <dgm:cxn modelId="{2BB3363F-BC06-4668-86AE-DB98D7137CEF}" type="presParOf" srcId="{F1BF2AEF-9C1F-486B-97D6-5E8C60811D0E}" destId="{0C703A95-EEDD-4CBE-9205-D41B886C72EC}" srcOrd="2" destOrd="0" presId="urn:microsoft.com/office/officeart/2018/2/layout/IconVerticalSolidList"/>
    <dgm:cxn modelId="{23399942-DAD2-43AB-971B-ABD6B4B24918}" type="presParOf" srcId="{F1BF2AEF-9C1F-486B-97D6-5E8C60811D0E}" destId="{21BA37B8-9F64-4853-B4FB-CB9E916C892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595ABA5-997E-4965-9580-7FDFCD661F2C}" type="doc">
      <dgm:prSet loTypeId="urn:microsoft.com/office/officeart/2005/8/layout/vList2" loCatId="list" qsTypeId="urn:microsoft.com/office/officeart/2005/8/quickstyle/simple1#64" qsCatId="simple" csTypeId="urn:microsoft.com/office/officeart/2005/8/colors/accent1_2#43" csCatId="accent1"/>
      <dgm:spPr/>
      <dgm:t>
        <a:bodyPr/>
        <a:lstStyle/>
        <a:p>
          <a:endParaRPr lang="en-US"/>
        </a:p>
      </dgm:t>
    </dgm:pt>
    <dgm:pt modelId="{EE4F4526-6C23-4351-970F-2F7C2818E135}">
      <dgm:prSet/>
      <dgm:spPr/>
      <dgm:t>
        <a:bodyPr/>
        <a:lstStyle/>
        <a:p>
          <a:r>
            <a:rPr lang="en-IN"/>
            <a:t>OpenSearch is powerful, but it is not the correct solution for every data problem.</a:t>
          </a:r>
          <a:endParaRPr lang="en-US"/>
        </a:p>
      </dgm:t>
    </dgm:pt>
    <dgm:pt modelId="{98941E9F-A1F4-4122-9176-038B663351FD}" type="parTrans" cxnId="{271EB9F7-80A7-4DC6-926C-933DC70FE52A}">
      <dgm:prSet/>
      <dgm:spPr/>
      <dgm:t>
        <a:bodyPr/>
        <a:lstStyle/>
        <a:p>
          <a:endParaRPr lang="en-US"/>
        </a:p>
      </dgm:t>
    </dgm:pt>
    <dgm:pt modelId="{C81A2AD0-C968-4147-9C6E-51C6F1568ADD}" type="sibTrans" cxnId="{271EB9F7-80A7-4DC6-926C-933DC70FE52A}">
      <dgm:prSet/>
      <dgm:spPr/>
      <dgm:t>
        <a:bodyPr/>
        <a:lstStyle/>
        <a:p>
          <a:endParaRPr lang="en-US"/>
        </a:p>
      </dgm:t>
    </dgm:pt>
    <dgm:pt modelId="{DA3BC5F2-056D-45DE-941A-B7A16F47691F}">
      <dgm:prSet/>
      <dgm:spPr/>
      <dgm:t>
        <a:bodyPr/>
        <a:lstStyle/>
        <a:p>
          <a:r>
            <a:rPr lang="en-IN" b="1"/>
            <a:t>Performance Issues</a:t>
          </a:r>
          <a:endParaRPr lang="en-US"/>
        </a:p>
      </dgm:t>
    </dgm:pt>
    <dgm:pt modelId="{0E06AAF5-85F6-44BA-9267-16BA4411D358}" type="parTrans" cxnId="{BDA80FE9-F38C-4027-A6A1-9DF806F79279}">
      <dgm:prSet/>
      <dgm:spPr/>
      <dgm:t>
        <a:bodyPr/>
        <a:lstStyle/>
        <a:p>
          <a:endParaRPr lang="en-US"/>
        </a:p>
      </dgm:t>
    </dgm:pt>
    <dgm:pt modelId="{07368167-F071-4C64-9EF1-657E2C77D2D1}" type="sibTrans" cxnId="{BDA80FE9-F38C-4027-A6A1-9DF806F79279}">
      <dgm:prSet/>
      <dgm:spPr/>
      <dgm:t>
        <a:bodyPr/>
        <a:lstStyle/>
        <a:p>
          <a:endParaRPr lang="en-US"/>
        </a:p>
      </dgm:t>
    </dgm:pt>
    <dgm:pt modelId="{51AD4056-7025-4384-817F-70CEF668321A}">
      <dgm:prSet/>
      <dgm:spPr/>
      <dgm:t>
        <a:bodyPr/>
        <a:lstStyle/>
        <a:p>
          <a:r>
            <a:rPr lang="en-IN" b="1"/>
            <a:t>Too many shards can create JVM memory pressure.</a:t>
          </a:r>
          <a:r>
            <a:rPr lang="en-IN"/>
            <a:t> Each shard requires resources, so creating a very large number of small shards can make the cluster harder to manage instead of improving performance. </a:t>
          </a:r>
          <a:endParaRPr lang="en-US"/>
        </a:p>
      </dgm:t>
    </dgm:pt>
    <dgm:pt modelId="{4A9D07B9-084E-4CAF-B0BE-5E1BCDD49B89}" type="parTrans" cxnId="{DAF4285E-0E01-40E7-9A73-10FD5A235F9F}">
      <dgm:prSet/>
      <dgm:spPr/>
      <dgm:t>
        <a:bodyPr/>
        <a:lstStyle/>
        <a:p>
          <a:endParaRPr lang="en-US"/>
        </a:p>
      </dgm:t>
    </dgm:pt>
    <dgm:pt modelId="{86029086-949E-481F-ACF1-6BA5B3080B50}" type="sibTrans" cxnId="{DAF4285E-0E01-40E7-9A73-10FD5A235F9F}">
      <dgm:prSet/>
      <dgm:spPr/>
      <dgm:t>
        <a:bodyPr/>
        <a:lstStyle/>
        <a:p>
          <a:endParaRPr lang="en-US"/>
        </a:p>
      </dgm:t>
    </dgm:pt>
    <dgm:pt modelId="{3C050AAD-7D1F-4E25-93BC-1A7FEC203E9B}">
      <dgm:prSet/>
      <dgm:spPr/>
      <dgm:t>
        <a:bodyPr/>
        <a:lstStyle/>
        <a:p>
          <a:r>
            <a:rPr lang="en-IN" b="1"/>
            <a:t>Unbalanced shard placement can also create problems.</a:t>
          </a:r>
          <a:r>
            <a:rPr lang="en-IN"/>
            <a:t> If one node receives much more work than others, that node may become overloaded even though the rest of the cluster still has available capacity. </a:t>
          </a:r>
          <a:endParaRPr lang="en-US"/>
        </a:p>
      </dgm:t>
    </dgm:pt>
    <dgm:pt modelId="{7D6C89A8-30A6-403B-A5B4-51A9930E8E37}" type="parTrans" cxnId="{123B94F3-33F7-4FE0-84CA-AB99D70240DF}">
      <dgm:prSet/>
      <dgm:spPr/>
      <dgm:t>
        <a:bodyPr/>
        <a:lstStyle/>
        <a:p>
          <a:endParaRPr lang="en-US"/>
        </a:p>
      </dgm:t>
    </dgm:pt>
    <dgm:pt modelId="{4C1AD0B3-638A-4CC5-80C1-1FB6D3B586AF}" type="sibTrans" cxnId="{123B94F3-33F7-4FE0-84CA-AB99D70240DF}">
      <dgm:prSet/>
      <dgm:spPr/>
      <dgm:t>
        <a:bodyPr/>
        <a:lstStyle/>
        <a:p>
          <a:endParaRPr lang="en-US"/>
        </a:p>
      </dgm:t>
    </dgm:pt>
    <dgm:pt modelId="{F1000859-E255-4E38-89D8-D894B5C8BFF1}">
      <dgm:prSet/>
      <dgm:spPr/>
      <dgm:t>
        <a:bodyPr/>
        <a:lstStyle/>
        <a:p>
          <a:r>
            <a:rPr lang="en-IN"/>
            <a:t>Removing old or unused indices can help reduce unnecessary storage and memory pressure. </a:t>
          </a:r>
          <a:endParaRPr lang="en-US"/>
        </a:p>
      </dgm:t>
    </dgm:pt>
    <dgm:pt modelId="{47BAF123-4F44-4D3F-B0DB-2E14F9CF1A04}" type="parTrans" cxnId="{4D313D70-AB14-4AB4-B9BF-ABB99DDCC741}">
      <dgm:prSet/>
      <dgm:spPr/>
      <dgm:t>
        <a:bodyPr/>
        <a:lstStyle/>
        <a:p>
          <a:endParaRPr lang="en-US"/>
        </a:p>
      </dgm:t>
    </dgm:pt>
    <dgm:pt modelId="{2A8599CA-41B4-4C43-9228-2A4053E26D00}" type="sibTrans" cxnId="{4D313D70-AB14-4AB4-B9BF-ABB99DDCC741}">
      <dgm:prSet/>
      <dgm:spPr/>
      <dgm:t>
        <a:bodyPr/>
        <a:lstStyle/>
        <a:p>
          <a:endParaRPr lang="en-US"/>
        </a:p>
      </dgm:t>
    </dgm:pt>
    <dgm:pt modelId="{AB5FDA13-8783-437C-9060-CD679DFE5181}">
      <dgm:prSet/>
      <dgm:spPr/>
      <dgm:t>
        <a:bodyPr/>
        <a:lstStyle/>
        <a:p>
          <a:r>
            <a:rPr lang="en-IN" b="1"/>
            <a:t>When OpenSearch Is Not the Right Tool</a:t>
          </a:r>
          <a:endParaRPr lang="en-US"/>
        </a:p>
      </dgm:t>
    </dgm:pt>
    <dgm:pt modelId="{2240A6CA-00E1-4C4C-A718-C148CB232898}" type="parTrans" cxnId="{359325B4-337C-4CF6-9F90-B83F1E7CAE70}">
      <dgm:prSet/>
      <dgm:spPr/>
      <dgm:t>
        <a:bodyPr/>
        <a:lstStyle/>
        <a:p>
          <a:endParaRPr lang="en-US"/>
        </a:p>
      </dgm:t>
    </dgm:pt>
    <dgm:pt modelId="{B4C0BFE5-1F95-4CF8-BCF9-3DFD5CB0A74B}" type="sibTrans" cxnId="{359325B4-337C-4CF6-9F90-B83F1E7CAE70}">
      <dgm:prSet/>
      <dgm:spPr/>
      <dgm:t>
        <a:bodyPr/>
        <a:lstStyle/>
        <a:p>
          <a:endParaRPr lang="en-US"/>
        </a:p>
      </dgm:t>
    </dgm:pt>
    <dgm:pt modelId="{4B2AA13B-20E5-4D55-8935-CBD9AA371309}">
      <dgm:prSet/>
      <dgm:spPr/>
      <dgm:t>
        <a:bodyPr/>
        <a:lstStyle/>
        <a:p>
          <a:r>
            <a:rPr lang="en-IN"/>
            <a:t>The course specifically says OpenSearch is </a:t>
          </a:r>
          <a:r>
            <a:rPr lang="en-IN" b="1"/>
            <a:t>not designed for OLTP-style transactional workloads</a:t>
          </a:r>
          <a:r>
            <a:rPr lang="en-IN"/>
            <a:t>. When an application needs transactions, RDS or DynamoDB may be a better fit. </a:t>
          </a:r>
          <a:endParaRPr lang="en-US"/>
        </a:p>
      </dgm:t>
    </dgm:pt>
    <dgm:pt modelId="{59F6BAE9-F29E-4884-8B25-A772567BD86C}" type="parTrans" cxnId="{054659A4-8F0F-4054-9907-6E2926241BDF}">
      <dgm:prSet/>
      <dgm:spPr/>
      <dgm:t>
        <a:bodyPr/>
        <a:lstStyle/>
        <a:p>
          <a:endParaRPr lang="en-US"/>
        </a:p>
      </dgm:t>
    </dgm:pt>
    <dgm:pt modelId="{2BC26C64-962F-4DDC-8304-0D8E8FD07349}" type="sibTrans" cxnId="{054659A4-8F0F-4054-9907-6E2926241BDF}">
      <dgm:prSet/>
      <dgm:spPr/>
      <dgm:t>
        <a:bodyPr/>
        <a:lstStyle/>
        <a:p>
          <a:endParaRPr lang="en-US"/>
        </a:p>
      </dgm:t>
    </dgm:pt>
    <dgm:pt modelId="{6C6DA7A2-9C0E-400D-9D1A-0F6A758CFAD1}">
      <dgm:prSet/>
      <dgm:spPr/>
      <dgm:t>
        <a:bodyPr/>
        <a:lstStyle/>
        <a:p>
          <a:r>
            <a:rPr lang="en-IN"/>
            <a:t>For general ad-hoc querying of data, the course points toward </a:t>
          </a:r>
          <a:r>
            <a:rPr lang="en-IN" b="1"/>
            <a:t>Athena</a:t>
          </a:r>
          <a:r>
            <a:rPr lang="en-IN"/>
            <a:t> instead. </a:t>
          </a:r>
          <a:endParaRPr lang="en-US"/>
        </a:p>
      </dgm:t>
    </dgm:pt>
    <dgm:pt modelId="{3CA2AC39-A225-4155-9913-6C33ECF4DCB6}" type="parTrans" cxnId="{5824B988-C375-4867-9B83-E061C55338F1}">
      <dgm:prSet/>
      <dgm:spPr/>
      <dgm:t>
        <a:bodyPr/>
        <a:lstStyle/>
        <a:p>
          <a:endParaRPr lang="en-US"/>
        </a:p>
      </dgm:t>
    </dgm:pt>
    <dgm:pt modelId="{CC1C531B-ED85-4CF7-89DE-B4CF8F53D8BD}" type="sibTrans" cxnId="{5824B988-C375-4867-9B83-E061C55338F1}">
      <dgm:prSet/>
      <dgm:spPr/>
      <dgm:t>
        <a:bodyPr/>
        <a:lstStyle/>
        <a:p>
          <a:endParaRPr lang="en-US"/>
        </a:p>
      </dgm:t>
    </dgm:pt>
    <dgm:pt modelId="{5ED68936-4008-4962-B7A5-E9CBA1466A50}">
      <dgm:prSet/>
      <dgm:spPr/>
      <dgm:t>
        <a:bodyPr/>
        <a:lstStyle/>
        <a:p>
          <a:r>
            <a:rPr lang="en-IN" b="1"/>
            <a:t>Main lesson:</a:t>
          </a:r>
          <a:r>
            <a:rPr lang="en-IN"/>
            <a:t> OpenSearch is mainly designed for </a:t>
          </a:r>
          <a:r>
            <a:rPr lang="en-IN" b="1"/>
            <a:t>search and analytics</a:t>
          </a:r>
          <a:r>
            <a:rPr lang="en-IN"/>
            <a:t>, so it should be selected because the workload actually needs those capabilities.</a:t>
          </a:r>
          <a:endParaRPr lang="en-US"/>
        </a:p>
      </dgm:t>
    </dgm:pt>
    <dgm:pt modelId="{3ACB8083-F420-4E25-9BD9-554322A44F6F}" type="parTrans" cxnId="{C61DCFA4-4542-40CD-8B32-61FA25A0CD01}">
      <dgm:prSet/>
      <dgm:spPr/>
      <dgm:t>
        <a:bodyPr/>
        <a:lstStyle/>
        <a:p>
          <a:endParaRPr lang="en-US"/>
        </a:p>
      </dgm:t>
    </dgm:pt>
    <dgm:pt modelId="{C0510221-A15E-4DC3-88FB-F3EBD2DC9214}" type="sibTrans" cxnId="{C61DCFA4-4542-40CD-8B32-61FA25A0CD01}">
      <dgm:prSet/>
      <dgm:spPr/>
      <dgm:t>
        <a:bodyPr/>
        <a:lstStyle/>
        <a:p>
          <a:endParaRPr lang="en-US"/>
        </a:p>
      </dgm:t>
    </dgm:pt>
    <dgm:pt modelId="{E1C70650-5BE6-4B55-952D-15BCC2B53043}" type="pres">
      <dgm:prSet presAssocID="{2595ABA5-997E-4965-9580-7FDFCD661F2C}" presName="linear" presStyleCnt="0">
        <dgm:presLayoutVars>
          <dgm:animLvl val="lvl"/>
          <dgm:resizeHandles val="exact"/>
        </dgm:presLayoutVars>
      </dgm:prSet>
      <dgm:spPr/>
    </dgm:pt>
    <dgm:pt modelId="{F5237C1D-763E-42D3-8F31-5D4A2849B57B}" type="pres">
      <dgm:prSet presAssocID="{EE4F4526-6C23-4351-970F-2F7C2818E135}" presName="parentText" presStyleLbl="node1" presStyleIdx="0" presStyleCnt="9">
        <dgm:presLayoutVars>
          <dgm:chMax val="0"/>
          <dgm:bulletEnabled val="1"/>
        </dgm:presLayoutVars>
      </dgm:prSet>
      <dgm:spPr/>
    </dgm:pt>
    <dgm:pt modelId="{BEA7005F-B48A-4AD9-B992-D0AEA2350C5E}" type="pres">
      <dgm:prSet presAssocID="{C81A2AD0-C968-4147-9C6E-51C6F1568ADD}" presName="spacer" presStyleCnt="0"/>
      <dgm:spPr/>
    </dgm:pt>
    <dgm:pt modelId="{25F349BA-F515-485A-B1EC-011C4EB9D31C}" type="pres">
      <dgm:prSet presAssocID="{DA3BC5F2-056D-45DE-941A-B7A16F47691F}" presName="parentText" presStyleLbl="node1" presStyleIdx="1" presStyleCnt="9">
        <dgm:presLayoutVars>
          <dgm:chMax val="0"/>
          <dgm:bulletEnabled val="1"/>
        </dgm:presLayoutVars>
      </dgm:prSet>
      <dgm:spPr/>
    </dgm:pt>
    <dgm:pt modelId="{7AD9DD89-375B-4847-B924-B2FB5B6F0052}" type="pres">
      <dgm:prSet presAssocID="{07368167-F071-4C64-9EF1-657E2C77D2D1}" presName="spacer" presStyleCnt="0"/>
      <dgm:spPr/>
    </dgm:pt>
    <dgm:pt modelId="{EF9C94E6-25A9-4231-AA84-473E0C4C9768}" type="pres">
      <dgm:prSet presAssocID="{51AD4056-7025-4384-817F-70CEF668321A}" presName="parentText" presStyleLbl="node1" presStyleIdx="2" presStyleCnt="9">
        <dgm:presLayoutVars>
          <dgm:chMax val="0"/>
          <dgm:bulletEnabled val="1"/>
        </dgm:presLayoutVars>
      </dgm:prSet>
      <dgm:spPr/>
    </dgm:pt>
    <dgm:pt modelId="{7076373E-D637-4A14-BFC5-0F707C9BF154}" type="pres">
      <dgm:prSet presAssocID="{86029086-949E-481F-ACF1-6BA5B3080B50}" presName="spacer" presStyleCnt="0"/>
      <dgm:spPr/>
    </dgm:pt>
    <dgm:pt modelId="{D7D91447-5095-4B5C-8A7E-5957C9E39E43}" type="pres">
      <dgm:prSet presAssocID="{3C050AAD-7D1F-4E25-93BC-1A7FEC203E9B}" presName="parentText" presStyleLbl="node1" presStyleIdx="3" presStyleCnt="9">
        <dgm:presLayoutVars>
          <dgm:chMax val="0"/>
          <dgm:bulletEnabled val="1"/>
        </dgm:presLayoutVars>
      </dgm:prSet>
      <dgm:spPr/>
    </dgm:pt>
    <dgm:pt modelId="{CA5073DE-9D46-4D3F-8E18-1330F0C95401}" type="pres">
      <dgm:prSet presAssocID="{4C1AD0B3-638A-4CC5-80C1-1FB6D3B586AF}" presName="spacer" presStyleCnt="0"/>
      <dgm:spPr/>
    </dgm:pt>
    <dgm:pt modelId="{CFB7F17E-3F70-4B93-A1A4-D2131493ED22}" type="pres">
      <dgm:prSet presAssocID="{F1000859-E255-4E38-89D8-D894B5C8BFF1}" presName="parentText" presStyleLbl="node1" presStyleIdx="4" presStyleCnt="9">
        <dgm:presLayoutVars>
          <dgm:chMax val="0"/>
          <dgm:bulletEnabled val="1"/>
        </dgm:presLayoutVars>
      </dgm:prSet>
      <dgm:spPr/>
    </dgm:pt>
    <dgm:pt modelId="{7276B68E-47B9-499B-AF2D-8EC6843E2743}" type="pres">
      <dgm:prSet presAssocID="{2A8599CA-41B4-4C43-9228-2A4053E26D00}" presName="spacer" presStyleCnt="0"/>
      <dgm:spPr/>
    </dgm:pt>
    <dgm:pt modelId="{00B3BF71-794A-4D31-B8F8-043BC726DD61}" type="pres">
      <dgm:prSet presAssocID="{AB5FDA13-8783-437C-9060-CD679DFE5181}" presName="parentText" presStyleLbl="node1" presStyleIdx="5" presStyleCnt="9">
        <dgm:presLayoutVars>
          <dgm:chMax val="0"/>
          <dgm:bulletEnabled val="1"/>
        </dgm:presLayoutVars>
      </dgm:prSet>
      <dgm:spPr/>
    </dgm:pt>
    <dgm:pt modelId="{6B490F27-B2D3-46AC-BBA7-1DAEB8966BEE}" type="pres">
      <dgm:prSet presAssocID="{B4C0BFE5-1F95-4CF8-BCF9-3DFD5CB0A74B}" presName="spacer" presStyleCnt="0"/>
      <dgm:spPr/>
    </dgm:pt>
    <dgm:pt modelId="{B87BA6D4-D0D9-443D-ACB6-51DB7041F666}" type="pres">
      <dgm:prSet presAssocID="{4B2AA13B-20E5-4D55-8935-CBD9AA371309}" presName="parentText" presStyleLbl="node1" presStyleIdx="6" presStyleCnt="9">
        <dgm:presLayoutVars>
          <dgm:chMax val="0"/>
          <dgm:bulletEnabled val="1"/>
        </dgm:presLayoutVars>
      </dgm:prSet>
      <dgm:spPr/>
    </dgm:pt>
    <dgm:pt modelId="{77964BBB-D694-4300-BAD9-B18E5A000691}" type="pres">
      <dgm:prSet presAssocID="{2BC26C64-962F-4DDC-8304-0D8E8FD07349}" presName="spacer" presStyleCnt="0"/>
      <dgm:spPr/>
    </dgm:pt>
    <dgm:pt modelId="{311DE00A-D0F4-4D5E-B7D2-E47FF587BF43}" type="pres">
      <dgm:prSet presAssocID="{6C6DA7A2-9C0E-400D-9D1A-0F6A758CFAD1}" presName="parentText" presStyleLbl="node1" presStyleIdx="7" presStyleCnt="9">
        <dgm:presLayoutVars>
          <dgm:chMax val="0"/>
          <dgm:bulletEnabled val="1"/>
        </dgm:presLayoutVars>
      </dgm:prSet>
      <dgm:spPr/>
    </dgm:pt>
    <dgm:pt modelId="{7D4B5D3F-FC79-480F-B42A-EED0FC40B6C0}" type="pres">
      <dgm:prSet presAssocID="{CC1C531B-ED85-4CF7-89DE-B4CF8F53D8BD}" presName="spacer" presStyleCnt="0"/>
      <dgm:spPr/>
    </dgm:pt>
    <dgm:pt modelId="{25387353-0063-4A2A-9D4F-7B447E308D11}" type="pres">
      <dgm:prSet presAssocID="{5ED68936-4008-4962-B7A5-E9CBA1466A50}" presName="parentText" presStyleLbl="node1" presStyleIdx="8" presStyleCnt="9">
        <dgm:presLayoutVars>
          <dgm:chMax val="0"/>
          <dgm:bulletEnabled val="1"/>
        </dgm:presLayoutVars>
      </dgm:prSet>
      <dgm:spPr/>
    </dgm:pt>
  </dgm:ptLst>
  <dgm:cxnLst>
    <dgm:cxn modelId="{37F11A1A-420B-4E02-8401-3CDA84AA9FBF}" type="presOf" srcId="{AB5FDA13-8783-437C-9060-CD679DFE5181}" destId="{00B3BF71-794A-4D31-B8F8-043BC726DD61}" srcOrd="0" destOrd="0" presId="urn:microsoft.com/office/officeart/2005/8/layout/vList2"/>
    <dgm:cxn modelId="{DAF4285E-0E01-40E7-9A73-10FD5A235F9F}" srcId="{2595ABA5-997E-4965-9580-7FDFCD661F2C}" destId="{51AD4056-7025-4384-817F-70CEF668321A}" srcOrd="2" destOrd="0" parTransId="{4A9D07B9-084E-4CAF-B0BE-5E1BCDD49B89}" sibTransId="{86029086-949E-481F-ACF1-6BA5B3080B50}"/>
    <dgm:cxn modelId="{67C8AF45-E6CF-404C-B115-7687EC2B2580}" type="presOf" srcId="{EE4F4526-6C23-4351-970F-2F7C2818E135}" destId="{F5237C1D-763E-42D3-8F31-5D4A2849B57B}" srcOrd="0" destOrd="0" presId="urn:microsoft.com/office/officeart/2005/8/layout/vList2"/>
    <dgm:cxn modelId="{8AD8AF67-2EAE-4387-925B-78863ACCA2B9}" type="presOf" srcId="{F1000859-E255-4E38-89D8-D894B5C8BFF1}" destId="{CFB7F17E-3F70-4B93-A1A4-D2131493ED22}" srcOrd="0" destOrd="0" presId="urn:microsoft.com/office/officeart/2005/8/layout/vList2"/>
    <dgm:cxn modelId="{9C18BE48-E92C-4497-909B-31C8B4399123}" type="presOf" srcId="{DA3BC5F2-056D-45DE-941A-B7A16F47691F}" destId="{25F349BA-F515-485A-B1EC-011C4EB9D31C}" srcOrd="0" destOrd="0" presId="urn:microsoft.com/office/officeart/2005/8/layout/vList2"/>
    <dgm:cxn modelId="{4D313D70-AB14-4AB4-B9BF-ABB99DDCC741}" srcId="{2595ABA5-997E-4965-9580-7FDFCD661F2C}" destId="{F1000859-E255-4E38-89D8-D894B5C8BFF1}" srcOrd="4" destOrd="0" parTransId="{47BAF123-4F44-4D3F-B0DB-2E14F9CF1A04}" sibTransId="{2A8599CA-41B4-4C43-9228-2A4053E26D00}"/>
    <dgm:cxn modelId="{B1B70B58-00EC-42B3-9AB8-016319CCF613}" type="presOf" srcId="{6C6DA7A2-9C0E-400D-9D1A-0F6A758CFAD1}" destId="{311DE00A-D0F4-4D5E-B7D2-E47FF587BF43}" srcOrd="0" destOrd="0" presId="urn:microsoft.com/office/officeart/2005/8/layout/vList2"/>
    <dgm:cxn modelId="{5824B988-C375-4867-9B83-E061C55338F1}" srcId="{2595ABA5-997E-4965-9580-7FDFCD661F2C}" destId="{6C6DA7A2-9C0E-400D-9D1A-0F6A758CFAD1}" srcOrd="7" destOrd="0" parTransId="{3CA2AC39-A225-4155-9913-6C33ECF4DCB6}" sibTransId="{CC1C531B-ED85-4CF7-89DE-B4CF8F53D8BD}"/>
    <dgm:cxn modelId="{2C02919D-4588-4D31-B206-791F22907838}" type="presOf" srcId="{51AD4056-7025-4384-817F-70CEF668321A}" destId="{EF9C94E6-25A9-4231-AA84-473E0C4C9768}" srcOrd="0" destOrd="0" presId="urn:microsoft.com/office/officeart/2005/8/layout/vList2"/>
    <dgm:cxn modelId="{054659A4-8F0F-4054-9907-6E2926241BDF}" srcId="{2595ABA5-997E-4965-9580-7FDFCD661F2C}" destId="{4B2AA13B-20E5-4D55-8935-CBD9AA371309}" srcOrd="6" destOrd="0" parTransId="{59F6BAE9-F29E-4884-8B25-A772567BD86C}" sibTransId="{2BC26C64-962F-4DDC-8304-0D8E8FD07349}"/>
    <dgm:cxn modelId="{C61DCFA4-4542-40CD-8B32-61FA25A0CD01}" srcId="{2595ABA5-997E-4965-9580-7FDFCD661F2C}" destId="{5ED68936-4008-4962-B7A5-E9CBA1466A50}" srcOrd="8" destOrd="0" parTransId="{3ACB8083-F420-4E25-9BD9-554322A44F6F}" sibTransId="{C0510221-A15E-4DC3-88FB-F3EBD2DC9214}"/>
    <dgm:cxn modelId="{359325B4-337C-4CF6-9F90-B83F1E7CAE70}" srcId="{2595ABA5-997E-4965-9580-7FDFCD661F2C}" destId="{AB5FDA13-8783-437C-9060-CD679DFE5181}" srcOrd="5" destOrd="0" parTransId="{2240A6CA-00E1-4C4C-A718-C148CB232898}" sibTransId="{B4C0BFE5-1F95-4CF8-BCF9-3DFD5CB0A74B}"/>
    <dgm:cxn modelId="{979A69D4-354F-4F67-A702-D1146889A515}" type="presOf" srcId="{3C050AAD-7D1F-4E25-93BC-1A7FEC203E9B}" destId="{D7D91447-5095-4B5C-8A7E-5957C9E39E43}" srcOrd="0" destOrd="0" presId="urn:microsoft.com/office/officeart/2005/8/layout/vList2"/>
    <dgm:cxn modelId="{05D4A8D4-955C-4193-AED0-24754B3CF7C9}" type="presOf" srcId="{2595ABA5-997E-4965-9580-7FDFCD661F2C}" destId="{E1C70650-5BE6-4B55-952D-15BCC2B53043}" srcOrd="0" destOrd="0" presId="urn:microsoft.com/office/officeart/2005/8/layout/vList2"/>
    <dgm:cxn modelId="{93B397E0-D269-4A57-B4C3-E79390CA1897}" type="presOf" srcId="{4B2AA13B-20E5-4D55-8935-CBD9AA371309}" destId="{B87BA6D4-D0D9-443D-ACB6-51DB7041F666}" srcOrd="0" destOrd="0" presId="urn:microsoft.com/office/officeart/2005/8/layout/vList2"/>
    <dgm:cxn modelId="{BDA80FE9-F38C-4027-A6A1-9DF806F79279}" srcId="{2595ABA5-997E-4965-9580-7FDFCD661F2C}" destId="{DA3BC5F2-056D-45DE-941A-B7A16F47691F}" srcOrd="1" destOrd="0" parTransId="{0E06AAF5-85F6-44BA-9267-16BA4411D358}" sibTransId="{07368167-F071-4C64-9EF1-657E2C77D2D1}"/>
    <dgm:cxn modelId="{123B94F3-33F7-4FE0-84CA-AB99D70240DF}" srcId="{2595ABA5-997E-4965-9580-7FDFCD661F2C}" destId="{3C050AAD-7D1F-4E25-93BC-1A7FEC203E9B}" srcOrd="3" destOrd="0" parTransId="{7D6C89A8-30A6-403B-A5B4-51A9930E8E37}" sibTransId="{4C1AD0B3-638A-4CC5-80C1-1FB6D3B586AF}"/>
    <dgm:cxn modelId="{271EB9F7-80A7-4DC6-926C-933DC70FE52A}" srcId="{2595ABA5-997E-4965-9580-7FDFCD661F2C}" destId="{EE4F4526-6C23-4351-970F-2F7C2818E135}" srcOrd="0" destOrd="0" parTransId="{98941E9F-A1F4-4122-9176-038B663351FD}" sibTransId="{C81A2AD0-C968-4147-9C6E-51C6F1568ADD}"/>
    <dgm:cxn modelId="{1E0D01FD-C9FB-4DD7-8F38-F60ED4FECB54}" type="presOf" srcId="{5ED68936-4008-4962-B7A5-E9CBA1466A50}" destId="{25387353-0063-4A2A-9D4F-7B447E308D11}" srcOrd="0" destOrd="0" presId="urn:microsoft.com/office/officeart/2005/8/layout/vList2"/>
    <dgm:cxn modelId="{59FBF17F-EE01-4457-97E5-C3D447A67DA1}" type="presParOf" srcId="{E1C70650-5BE6-4B55-952D-15BCC2B53043}" destId="{F5237C1D-763E-42D3-8F31-5D4A2849B57B}" srcOrd="0" destOrd="0" presId="urn:microsoft.com/office/officeart/2005/8/layout/vList2"/>
    <dgm:cxn modelId="{0D28E9BD-6A2B-4D59-AF15-236EF3F0BF8B}" type="presParOf" srcId="{E1C70650-5BE6-4B55-952D-15BCC2B53043}" destId="{BEA7005F-B48A-4AD9-B992-D0AEA2350C5E}" srcOrd="1" destOrd="0" presId="urn:microsoft.com/office/officeart/2005/8/layout/vList2"/>
    <dgm:cxn modelId="{BBB6027E-BA7A-4C77-86DD-B4D7A4555EE9}" type="presParOf" srcId="{E1C70650-5BE6-4B55-952D-15BCC2B53043}" destId="{25F349BA-F515-485A-B1EC-011C4EB9D31C}" srcOrd="2" destOrd="0" presId="urn:microsoft.com/office/officeart/2005/8/layout/vList2"/>
    <dgm:cxn modelId="{E5CE292D-A626-4FD8-8FFA-A34BEA12B0AA}" type="presParOf" srcId="{E1C70650-5BE6-4B55-952D-15BCC2B53043}" destId="{7AD9DD89-375B-4847-B924-B2FB5B6F0052}" srcOrd="3" destOrd="0" presId="urn:microsoft.com/office/officeart/2005/8/layout/vList2"/>
    <dgm:cxn modelId="{0B42550F-777E-4C71-88F7-237D15317EA0}" type="presParOf" srcId="{E1C70650-5BE6-4B55-952D-15BCC2B53043}" destId="{EF9C94E6-25A9-4231-AA84-473E0C4C9768}" srcOrd="4" destOrd="0" presId="urn:microsoft.com/office/officeart/2005/8/layout/vList2"/>
    <dgm:cxn modelId="{9C92E609-9A83-4E79-AD56-A8549CD686C0}" type="presParOf" srcId="{E1C70650-5BE6-4B55-952D-15BCC2B53043}" destId="{7076373E-D637-4A14-BFC5-0F707C9BF154}" srcOrd="5" destOrd="0" presId="urn:microsoft.com/office/officeart/2005/8/layout/vList2"/>
    <dgm:cxn modelId="{44EAF999-72E1-4965-B905-C42E4DFA08A7}" type="presParOf" srcId="{E1C70650-5BE6-4B55-952D-15BCC2B53043}" destId="{D7D91447-5095-4B5C-8A7E-5957C9E39E43}" srcOrd="6" destOrd="0" presId="urn:microsoft.com/office/officeart/2005/8/layout/vList2"/>
    <dgm:cxn modelId="{603F4B21-BC28-4C4A-9097-E0248E850020}" type="presParOf" srcId="{E1C70650-5BE6-4B55-952D-15BCC2B53043}" destId="{CA5073DE-9D46-4D3F-8E18-1330F0C95401}" srcOrd="7" destOrd="0" presId="urn:microsoft.com/office/officeart/2005/8/layout/vList2"/>
    <dgm:cxn modelId="{C6740356-9628-4E2A-9336-3592521C2747}" type="presParOf" srcId="{E1C70650-5BE6-4B55-952D-15BCC2B53043}" destId="{CFB7F17E-3F70-4B93-A1A4-D2131493ED22}" srcOrd="8" destOrd="0" presId="urn:microsoft.com/office/officeart/2005/8/layout/vList2"/>
    <dgm:cxn modelId="{3CA6D173-7B64-4724-A6F7-4947AAC50BD3}" type="presParOf" srcId="{E1C70650-5BE6-4B55-952D-15BCC2B53043}" destId="{7276B68E-47B9-499B-AF2D-8EC6843E2743}" srcOrd="9" destOrd="0" presId="urn:microsoft.com/office/officeart/2005/8/layout/vList2"/>
    <dgm:cxn modelId="{EE799C6A-6BD2-4EC4-ACD0-241110A4D293}" type="presParOf" srcId="{E1C70650-5BE6-4B55-952D-15BCC2B53043}" destId="{00B3BF71-794A-4D31-B8F8-043BC726DD61}" srcOrd="10" destOrd="0" presId="urn:microsoft.com/office/officeart/2005/8/layout/vList2"/>
    <dgm:cxn modelId="{562BCF82-7D2C-4029-8DC1-DDC89AB46B08}" type="presParOf" srcId="{E1C70650-5BE6-4B55-952D-15BCC2B53043}" destId="{6B490F27-B2D3-46AC-BBA7-1DAEB8966BEE}" srcOrd="11" destOrd="0" presId="urn:microsoft.com/office/officeart/2005/8/layout/vList2"/>
    <dgm:cxn modelId="{D4D154A7-18BB-41EB-9B60-ECC236BE6492}" type="presParOf" srcId="{E1C70650-5BE6-4B55-952D-15BCC2B53043}" destId="{B87BA6D4-D0D9-443D-ACB6-51DB7041F666}" srcOrd="12" destOrd="0" presId="urn:microsoft.com/office/officeart/2005/8/layout/vList2"/>
    <dgm:cxn modelId="{009277D1-5832-4558-BCC8-02A88C339D4C}" type="presParOf" srcId="{E1C70650-5BE6-4B55-952D-15BCC2B53043}" destId="{77964BBB-D694-4300-BAD9-B18E5A000691}" srcOrd="13" destOrd="0" presId="urn:microsoft.com/office/officeart/2005/8/layout/vList2"/>
    <dgm:cxn modelId="{1697F93F-7682-4631-AD0E-60D40E48A05E}" type="presParOf" srcId="{E1C70650-5BE6-4B55-952D-15BCC2B53043}" destId="{311DE00A-D0F4-4D5E-B7D2-E47FF587BF43}" srcOrd="14" destOrd="0" presId="urn:microsoft.com/office/officeart/2005/8/layout/vList2"/>
    <dgm:cxn modelId="{3045AF44-4EAB-46B3-AEDF-1480183C405E}" type="presParOf" srcId="{E1C70650-5BE6-4B55-952D-15BCC2B53043}" destId="{7D4B5D3F-FC79-480F-B42A-EED0FC40B6C0}" srcOrd="15" destOrd="0" presId="urn:microsoft.com/office/officeart/2005/8/layout/vList2"/>
    <dgm:cxn modelId="{43F0AD84-E6CC-43C2-9FF5-20B5B9D6631D}" type="presParOf" srcId="{E1C70650-5BE6-4B55-952D-15BCC2B53043}" destId="{25387353-0063-4A2A-9D4F-7B447E308D11}" srcOrd="1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CFCF7EB-43E6-4B40-939A-1B644E917F7E}" type="doc">
      <dgm:prSet loTypeId="urn:microsoft.com/office/officeart/2018/2/layout/IconVerticalSolidList" loCatId="icon" qsTypeId="urn:microsoft.com/office/officeart/2005/8/quickstyle/simple1#78" qsCatId="simple" csTypeId="urn:microsoft.com/office/officeart/2005/8/colors/accent1_2#49" csCatId="accent1" phldr="1"/>
      <dgm:spPr/>
      <dgm:t>
        <a:bodyPr/>
        <a:lstStyle/>
        <a:p>
          <a:endParaRPr lang="en-US"/>
        </a:p>
      </dgm:t>
    </dgm:pt>
    <dgm:pt modelId="{7FB3BC1B-B108-4929-A8D3-1B81FF647EFC}">
      <dgm:prSet/>
      <dgm:spPr/>
      <dgm:t>
        <a:bodyPr/>
        <a:lstStyle/>
        <a:p>
          <a:pPr>
            <a:lnSpc>
              <a:spcPct val="100000"/>
            </a:lnSpc>
          </a:pPr>
          <a:r>
            <a:rPr lang="en-IN"/>
            <a:t>Searching every stored vector one by one would become slow when the vector database contains millions of items.</a:t>
          </a:r>
          <a:endParaRPr lang="en-US"/>
        </a:p>
      </dgm:t>
    </dgm:pt>
    <dgm:pt modelId="{A2F6C690-F397-4957-8B2C-0A28C1ACC82B}" type="parTrans" cxnId="{6F69C101-4FD8-4F2C-91F3-006E0D6EF502}">
      <dgm:prSet/>
      <dgm:spPr/>
      <dgm:t>
        <a:bodyPr/>
        <a:lstStyle/>
        <a:p>
          <a:endParaRPr lang="en-US"/>
        </a:p>
      </dgm:t>
    </dgm:pt>
    <dgm:pt modelId="{1648F4C8-D2F7-4D77-AAB8-4E8B56B28496}" type="sibTrans" cxnId="{6F69C101-4FD8-4F2C-91F3-006E0D6EF502}">
      <dgm:prSet/>
      <dgm:spPr/>
      <dgm:t>
        <a:bodyPr/>
        <a:lstStyle/>
        <a:p>
          <a:endParaRPr lang="en-US"/>
        </a:p>
      </dgm:t>
    </dgm:pt>
    <dgm:pt modelId="{50035BF5-93EC-417B-9012-653F9BFEE568}">
      <dgm:prSet/>
      <dgm:spPr/>
      <dgm:t>
        <a:bodyPr/>
        <a:lstStyle/>
        <a:p>
          <a:pPr>
            <a:lnSpc>
              <a:spcPct val="100000"/>
            </a:lnSpc>
          </a:pPr>
          <a:r>
            <a:rPr lang="en-IN" b="1"/>
            <a:t>Exact Nearest Neighbor search compares very thoroughly, but the course notes that it can be slow.</a:t>
          </a:r>
          <a:r>
            <a:rPr lang="en-IN"/>
            <a:t> Because of this, large vector systems often use Approximate Nearest Neighbor, or ANN, methods. </a:t>
          </a:r>
          <a:endParaRPr lang="en-US"/>
        </a:p>
      </dgm:t>
    </dgm:pt>
    <dgm:pt modelId="{9FF7F8BD-46BE-4F31-9D03-F6638BCED473}" type="parTrans" cxnId="{E902943A-A9FB-47B0-B00E-A2CA4E85CBE8}">
      <dgm:prSet/>
      <dgm:spPr/>
      <dgm:t>
        <a:bodyPr/>
        <a:lstStyle/>
        <a:p>
          <a:endParaRPr lang="en-US"/>
        </a:p>
      </dgm:t>
    </dgm:pt>
    <dgm:pt modelId="{01890A99-0B72-4700-84EA-4C97F301D866}" type="sibTrans" cxnId="{E902943A-A9FB-47B0-B00E-A2CA4E85CBE8}">
      <dgm:prSet/>
      <dgm:spPr/>
      <dgm:t>
        <a:bodyPr/>
        <a:lstStyle/>
        <a:p>
          <a:endParaRPr lang="en-US"/>
        </a:p>
      </dgm:t>
    </dgm:pt>
    <dgm:pt modelId="{8689E327-2513-4FE0-9B1C-C6E9CDDE6E97}">
      <dgm:prSet/>
      <dgm:spPr/>
      <dgm:t>
        <a:bodyPr/>
        <a:lstStyle/>
        <a:p>
          <a:pPr>
            <a:lnSpc>
              <a:spcPct val="100000"/>
            </a:lnSpc>
          </a:pPr>
          <a:r>
            <a:rPr lang="en-IN"/>
            <a:t>OpenSearch supports vector-search engines such as </a:t>
          </a:r>
          <a:r>
            <a:rPr lang="en-IN" b="1"/>
            <a:t>FAISS, NMSLib, and Apache Lucene</a:t>
          </a:r>
          <a:r>
            <a:rPr lang="en-IN"/>
            <a:t>. </a:t>
          </a:r>
          <a:endParaRPr lang="en-US"/>
        </a:p>
      </dgm:t>
    </dgm:pt>
    <dgm:pt modelId="{C5476C34-5AFC-479B-8F41-3B2EBD033283}" type="parTrans" cxnId="{A4D2E9F1-5B16-4F1E-A775-4F93ADC9060B}">
      <dgm:prSet/>
      <dgm:spPr/>
      <dgm:t>
        <a:bodyPr/>
        <a:lstStyle/>
        <a:p>
          <a:endParaRPr lang="en-US"/>
        </a:p>
      </dgm:t>
    </dgm:pt>
    <dgm:pt modelId="{0928092A-B586-4C66-BD9A-09D79B4249EF}" type="sibTrans" cxnId="{A4D2E9F1-5B16-4F1E-A775-4F93ADC9060B}">
      <dgm:prSet/>
      <dgm:spPr/>
      <dgm:t>
        <a:bodyPr/>
        <a:lstStyle/>
        <a:p>
          <a:endParaRPr lang="en-US"/>
        </a:p>
      </dgm:t>
    </dgm:pt>
    <dgm:pt modelId="{49AFBFFC-7C7B-4778-AF90-076E8A1A8651}">
      <dgm:prSet/>
      <dgm:spPr/>
      <dgm:t>
        <a:bodyPr/>
        <a:lstStyle/>
        <a:p>
          <a:pPr>
            <a:lnSpc>
              <a:spcPct val="100000"/>
            </a:lnSpc>
          </a:pPr>
          <a:r>
            <a:rPr lang="en-IN" b="1"/>
            <a:t>HNSW, or Hierarchical Navigable Small World, builds a graph that helps the system move quickly toward nearby vectors.</a:t>
          </a:r>
          <a:r>
            <a:rPr lang="en-IN"/>
            <a:t> It can provide high-quality search results, but it may require significant memory. </a:t>
          </a:r>
          <a:endParaRPr lang="en-US"/>
        </a:p>
      </dgm:t>
    </dgm:pt>
    <dgm:pt modelId="{7751951C-8F3B-40C5-952C-0053A0EB9B09}" type="parTrans" cxnId="{446AEC03-0628-4CF0-9E7C-2DA04426A211}">
      <dgm:prSet/>
      <dgm:spPr/>
      <dgm:t>
        <a:bodyPr/>
        <a:lstStyle/>
        <a:p>
          <a:endParaRPr lang="en-US"/>
        </a:p>
      </dgm:t>
    </dgm:pt>
    <dgm:pt modelId="{DC2F1AE8-7D55-4FDD-BA07-1BBF4A397D6A}" type="sibTrans" cxnId="{446AEC03-0628-4CF0-9E7C-2DA04426A211}">
      <dgm:prSet/>
      <dgm:spPr/>
      <dgm:t>
        <a:bodyPr/>
        <a:lstStyle/>
        <a:p>
          <a:endParaRPr lang="en-US"/>
        </a:p>
      </dgm:t>
    </dgm:pt>
    <dgm:pt modelId="{72DD5203-85C9-480B-8629-D34E1A01D99C}">
      <dgm:prSet/>
      <dgm:spPr/>
      <dgm:t>
        <a:bodyPr/>
        <a:lstStyle/>
        <a:p>
          <a:pPr>
            <a:lnSpc>
              <a:spcPct val="100000"/>
            </a:lnSpc>
          </a:pPr>
          <a:r>
            <a:rPr lang="en-IN" b="1"/>
            <a:t>IVF, or Inverted File, groups vectors into areas before searching.</a:t>
          </a:r>
          <a:r>
            <a:rPr lang="en-IN"/>
            <a:t> This can work better with very large datasets because the system searches selected groups instead of examining every vector. </a:t>
          </a:r>
          <a:endParaRPr lang="en-US"/>
        </a:p>
      </dgm:t>
    </dgm:pt>
    <dgm:pt modelId="{D9054691-4B53-461E-BF15-F539D9F108BC}" type="parTrans" cxnId="{6987916A-1DE7-4931-8D88-D57D2598DB52}">
      <dgm:prSet/>
      <dgm:spPr/>
      <dgm:t>
        <a:bodyPr/>
        <a:lstStyle/>
        <a:p>
          <a:endParaRPr lang="en-US"/>
        </a:p>
      </dgm:t>
    </dgm:pt>
    <dgm:pt modelId="{D0E6B98F-A2B8-4389-BA12-680B47EE216F}" type="sibTrans" cxnId="{6987916A-1DE7-4931-8D88-D57D2598DB52}">
      <dgm:prSet/>
      <dgm:spPr/>
      <dgm:t>
        <a:bodyPr/>
        <a:lstStyle/>
        <a:p>
          <a:endParaRPr lang="en-US"/>
        </a:p>
      </dgm:t>
    </dgm:pt>
    <dgm:pt modelId="{C80621DC-38F9-4481-94DE-7E4704766F96}">
      <dgm:prSet/>
      <dgm:spPr/>
      <dgm:t>
        <a:bodyPr/>
        <a:lstStyle/>
        <a:p>
          <a:pPr>
            <a:lnSpc>
              <a:spcPct val="100000"/>
            </a:lnSpc>
          </a:pPr>
          <a:r>
            <a:rPr lang="en-IN"/>
            <a:t>These methods involve trade-offs. Increasing search depth may improve recall, but it can also require more memory or make queries slower. </a:t>
          </a:r>
          <a:endParaRPr lang="en-US"/>
        </a:p>
      </dgm:t>
    </dgm:pt>
    <dgm:pt modelId="{FD4EEF63-9D81-4489-97D4-94A97020CD1C}" type="parTrans" cxnId="{35F4AD9F-BD8E-4C8C-84C7-2DAAB306DCA4}">
      <dgm:prSet/>
      <dgm:spPr/>
      <dgm:t>
        <a:bodyPr/>
        <a:lstStyle/>
        <a:p>
          <a:endParaRPr lang="en-US"/>
        </a:p>
      </dgm:t>
    </dgm:pt>
    <dgm:pt modelId="{36AFEAC4-9C6B-4E77-BE66-07C3D20ADA46}" type="sibTrans" cxnId="{35F4AD9F-BD8E-4C8C-84C7-2DAAB306DCA4}">
      <dgm:prSet/>
      <dgm:spPr/>
      <dgm:t>
        <a:bodyPr/>
        <a:lstStyle/>
        <a:p>
          <a:endParaRPr lang="en-US"/>
        </a:p>
      </dgm:t>
    </dgm:pt>
    <dgm:pt modelId="{926BE1CC-B168-4111-B942-2B1B6EE415D3}">
      <dgm:prSet/>
      <dgm:spPr/>
      <dgm:t>
        <a:bodyPr/>
        <a:lstStyle/>
        <a:p>
          <a:pPr>
            <a:lnSpc>
              <a:spcPct val="100000"/>
            </a:lnSpc>
          </a:pPr>
          <a:r>
            <a:rPr lang="en-IN"/>
            <a:t>The important beginner idea is not to memorize every tuning value. It is to understand that ANN methods try to find </a:t>
          </a:r>
          <a:r>
            <a:rPr lang="en-IN" b="1"/>
            <a:t>very similar results quickly without checking every possible vector</a:t>
          </a:r>
          <a:r>
            <a:rPr lang="en-IN"/>
            <a:t>. </a:t>
          </a:r>
          <a:endParaRPr lang="en-US"/>
        </a:p>
      </dgm:t>
    </dgm:pt>
    <dgm:pt modelId="{405092B0-2D9A-4E9E-86A1-F10E2B0EBAD8}" type="parTrans" cxnId="{524691C8-680B-4573-8895-97FCEB4BC175}">
      <dgm:prSet/>
      <dgm:spPr/>
      <dgm:t>
        <a:bodyPr/>
        <a:lstStyle/>
        <a:p>
          <a:endParaRPr lang="en-US"/>
        </a:p>
      </dgm:t>
    </dgm:pt>
    <dgm:pt modelId="{FCD00C10-8920-40F9-BB58-849DC735DB56}" type="sibTrans" cxnId="{524691C8-680B-4573-8895-97FCEB4BC175}">
      <dgm:prSet/>
      <dgm:spPr/>
      <dgm:t>
        <a:bodyPr/>
        <a:lstStyle/>
        <a:p>
          <a:endParaRPr lang="en-US"/>
        </a:p>
      </dgm:t>
    </dgm:pt>
    <dgm:pt modelId="{56098F6B-74E3-4325-BB2C-F761BDA362B0}" type="pres">
      <dgm:prSet presAssocID="{5CFCF7EB-43E6-4B40-939A-1B644E917F7E}" presName="root" presStyleCnt="0">
        <dgm:presLayoutVars>
          <dgm:dir/>
          <dgm:resizeHandles val="exact"/>
        </dgm:presLayoutVars>
      </dgm:prSet>
      <dgm:spPr/>
    </dgm:pt>
    <dgm:pt modelId="{50DB5830-0D0D-4DA7-9F4A-6CCF9CF299DD}" type="pres">
      <dgm:prSet presAssocID="{7FB3BC1B-B108-4929-A8D3-1B81FF647EFC}" presName="compNode" presStyleCnt="0"/>
      <dgm:spPr/>
    </dgm:pt>
    <dgm:pt modelId="{DE887C5A-195A-466D-B189-E535B848F8EB}" type="pres">
      <dgm:prSet presAssocID="{7FB3BC1B-B108-4929-A8D3-1B81FF647EFC}" presName="bgRect" presStyleLbl="bgShp" presStyleIdx="0" presStyleCnt="7"/>
      <dgm:spPr/>
    </dgm:pt>
    <dgm:pt modelId="{CD2E78E8-43D6-4CBA-99FD-5D2EBC3EC2AD}" type="pres">
      <dgm:prSet presAssocID="{7FB3BC1B-B108-4929-A8D3-1B81FF647EFC}"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Bug"/>
        </a:ext>
      </dgm:extLst>
    </dgm:pt>
    <dgm:pt modelId="{24FC9C86-481A-451E-886F-BABB13BCDE4E}" type="pres">
      <dgm:prSet presAssocID="{7FB3BC1B-B108-4929-A8D3-1B81FF647EFC}" presName="spaceRect" presStyleCnt="0"/>
      <dgm:spPr/>
    </dgm:pt>
    <dgm:pt modelId="{9961E8C8-A5F2-459F-907B-E6FF373C9372}" type="pres">
      <dgm:prSet presAssocID="{7FB3BC1B-B108-4929-A8D3-1B81FF647EFC}" presName="parTx" presStyleLbl="revTx" presStyleIdx="0" presStyleCnt="7">
        <dgm:presLayoutVars>
          <dgm:chMax val="0"/>
          <dgm:chPref val="0"/>
        </dgm:presLayoutVars>
      </dgm:prSet>
      <dgm:spPr/>
    </dgm:pt>
    <dgm:pt modelId="{95F21BA1-6A1A-469B-882A-AAE4372C569F}" type="pres">
      <dgm:prSet presAssocID="{1648F4C8-D2F7-4D77-AAB8-4E8B56B28496}" presName="sibTrans" presStyleCnt="0"/>
      <dgm:spPr/>
    </dgm:pt>
    <dgm:pt modelId="{A758E119-D3B4-4518-B2D7-CFCC5CDEF50E}" type="pres">
      <dgm:prSet presAssocID="{50035BF5-93EC-417B-9012-653F9BFEE568}" presName="compNode" presStyleCnt="0"/>
      <dgm:spPr/>
    </dgm:pt>
    <dgm:pt modelId="{C8DAC702-BD09-4FAC-AD14-413D22207BBE}" type="pres">
      <dgm:prSet presAssocID="{50035BF5-93EC-417B-9012-653F9BFEE568}" presName="bgRect" presStyleLbl="bgShp" presStyleIdx="1" presStyleCnt="7"/>
      <dgm:spPr/>
    </dgm:pt>
    <dgm:pt modelId="{E2A68E49-F138-4172-AF62-1E8924AF8EE3}" type="pres">
      <dgm:prSet presAssocID="{50035BF5-93EC-417B-9012-653F9BFEE568}"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gnifying glass"/>
        </a:ext>
      </dgm:extLst>
    </dgm:pt>
    <dgm:pt modelId="{26271E29-49F5-45E4-91EB-4F84EA8D4C27}" type="pres">
      <dgm:prSet presAssocID="{50035BF5-93EC-417B-9012-653F9BFEE568}" presName="spaceRect" presStyleCnt="0"/>
      <dgm:spPr/>
    </dgm:pt>
    <dgm:pt modelId="{D45772F2-883D-4E06-8482-C0A6CD98F7E4}" type="pres">
      <dgm:prSet presAssocID="{50035BF5-93EC-417B-9012-653F9BFEE568}" presName="parTx" presStyleLbl="revTx" presStyleIdx="1" presStyleCnt="7">
        <dgm:presLayoutVars>
          <dgm:chMax val="0"/>
          <dgm:chPref val="0"/>
        </dgm:presLayoutVars>
      </dgm:prSet>
      <dgm:spPr/>
    </dgm:pt>
    <dgm:pt modelId="{AC9C5EC5-6B33-4DC0-A100-DAFD1838A17C}" type="pres">
      <dgm:prSet presAssocID="{01890A99-0B72-4700-84EA-4C97F301D866}" presName="sibTrans" presStyleCnt="0"/>
      <dgm:spPr/>
    </dgm:pt>
    <dgm:pt modelId="{82FE758B-9836-4AEA-BB4C-8FFB42738B7F}" type="pres">
      <dgm:prSet presAssocID="{8689E327-2513-4FE0-9B1C-C6E9CDDE6E97}" presName="compNode" presStyleCnt="0"/>
      <dgm:spPr/>
    </dgm:pt>
    <dgm:pt modelId="{4EADD49A-02B1-44C0-ABDF-B267C8541C5F}" type="pres">
      <dgm:prSet presAssocID="{8689E327-2513-4FE0-9B1C-C6E9CDDE6E97}" presName="bgRect" presStyleLbl="bgShp" presStyleIdx="2" presStyleCnt="7"/>
      <dgm:spPr/>
    </dgm:pt>
    <dgm:pt modelId="{C7A6A078-F908-41A4-8D76-F88BB457C0EA}" type="pres">
      <dgm:prSet presAssocID="{8689E327-2513-4FE0-9B1C-C6E9CDDE6E97}"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Filter"/>
        </a:ext>
      </dgm:extLst>
    </dgm:pt>
    <dgm:pt modelId="{D6B4D10B-883D-468C-B51F-664A575DCD25}" type="pres">
      <dgm:prSet presAssocID="{8689E327-2513-4FE0-9B1C-C6E9CDDE6E97}" presName="spaceRect" presStyleCnt="0"/>
      <dgm:spPr/>
    </dgm:pt>
    <dgm:pt modelId="{BE48E603-C12A-415D-899E-963324187433}" type="pres">
      <dgm:prSet presAssocID="{8689E327-2513-4FE0-9B1C-C6E9CDDE6E97}" presName="parTx" presStyleLbl="revTx" presStyleIdx="2" presStyleCnt="7">
        <dgm:presLayoutVars>
          <dgm:chMax val="0"/>
          <dgm:chPref val="0"/>
        </dgm:presLayoutVars>
      </dgm:prSet>
      <dgm:spPr/>
    </dgm:pt>
    <dgm:pt modelId="{7A220033-732E-4201-BEDE-75F5497C5C29}" type="pres">
      <dgm:prSet presAssocID="{0928092A-B586-4C66-BD9A-09D79B4249EF}" presName="sibTrans" presStyleCnt="0"/>
      <dgm:spPr/>
    </dgm:pt>
    <dgm:pt modelId="{508F44B5-9D21-4F14-BB08-D411DA0AD993}" type="pres">
      <dgm:prSet presAssocID="{49AFBFFC-7C7B-4778-AF90-076E8A1A8651}" presName="compNode" presStyleCnt="0"/>
      <dgm:spPr/>
    </dgm:pt>
    <dgm:pt modelId="{BF0CDA93-5B82-4618-834E-D10D09F55BC7}" type="pres">
      <dgm:prSet presAssocID="{49AFBFFC-7C7B-4778-AF90-076E8A1A8651}" presName="bgRect" presStyleLbl="bgShp" presStyleIdx="3" presStyleCnt="7"/>
      <dgm:spPr/>
    </dgm:pt>
    <dgm:pt modelId="{86A29AC2-B480-4962-B4A1-CDD314B306FB}" type="pres">
      <dgm:prSet presAssocID="{49AFBFFC-7C7B-4778-AF90-076E8A1A8651}"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ridge scene"/>
        </a:ext>
      </dgm:extLst>
    </dgm:pt>
    <dgm:pt modelId="{715ECCEC-DB68-4579-ABE7-2E569CAE6F16}" type="pres">
      <dgm:prSet presAssocID="{49AFBFFC-7C7B-4778-AF90-076E8A1A8651}" presName="spaceRect" presStyleCnt="0"/>
      <dgm:spPr/>
    </dgm:pt>
    <dgm:pt modelId="{9753CE6C-1A97-43C5-B5DA-C1059BDF9230}" type="pres">
      <dgm:prSet presAssocID="{49AFBFFC-7C7B-4778-AF90-076E8A1A8651}" presName="parTx" presStyleLbl="revTx" presStyleIdx="3" presStyleCnt="7">
        <dgm:presLayoutVars>
          <dgm:chMax val="0"/>
          <dgm:chPref val="0"/>
        </dgm:presLayoutVars>
      </dgm:prSet>
      <dgm:spPr/>
    </dgm:pt>
    <dgm:pt modelId="{7D3EE04C-15CC-4FA3-A40F-5887A06ECC22}" type="pres">
      <dgm:prSet presAssocID="{DC2F1AE8-7D55-4FDD-BA07-1BBF4A397D6A}" presName="sibTrans" presStyleCnt="0"/>
      <dgm:spPr/>
    </dgm:pt>
    <dgm:pt modelId="{D8C2486D-4B21-4731-ADCF-3C80D51765F0}" type="pres">
      <dgm:prSet presAssocID="{72DD5203-85C9-480B-8629-D34E1A01D99C}" presName="compNode" presStyleCnt="0"/>
      <dgm:spPr/>
    </dgm:pt>
    <dgm:pt modelId="{8AE36F03-1FAC-4A52-A0FE-0A76358C5208}" type="pres">
      <dgm:prSet presAssocID="{72DD5203-85C9-480B-8629-D34E1A01D99C}" presName="bgRect" presStyleLbl="bgShp" presStyleIdx="4" presStyleCnt="7"/>
      <dgm:spPr/>
    </dgm:pt>
    <dgm:pt modelId="{B5FF189A-B6D1-450B-A19D-AE8B8C298BC5}" type="pres">
      <dgm:prSet presAssocID="{72DD5203-85C9-480B-8629-D34E1A01D99C}"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Database"/>
        </a:ext>
      </dgm:extLst>
    </dgm:pt>
    <dgm:pt modelId="{CBC35BD4-CFBF-4CB3-BEE9-29032AD02D31}" type="pres">
      <dgm:prSet presAssocID="{72DD5203-85C9-480B-8629-D34E1A01D99C}" presName="spaceRect" presStyleCnt="0"/>
      <dgm:spPr/>
    </dgm:pt>
    <dgm:pt modelId="{B8FF44B0-DFD2-4BA5-80C5-44EBCF1F7D3F}" type="pres">
      <dgm:prSet presAssocID="{72DD5203-85C9-480B-8629-D34E1A01D99C}" presName="parTx" presStyleLbl="revTx" presStyleIdx="4" presStyleCnt="7">
        <dgm:presLayoutVars>
          <dgm:chMax val="0"/>
          <dgm:chPref val="0"/>
        </dgm:presLayoutVars>
      </dgm:prSet>
      <dgm:spPr/>
    </dgm:pt>
    <dgm:pt modelId="{65940E24-5055-4CB0-8E4C-FCBEB1505532}" type="pres">
      <dgm:prSet presAssocID="{D0E6B98F-A2B8-4389-BA12-680B47EE216F}" presName="sibTrans" presStyleCnt="0"/>
      <dgm:spPr/>
    </dgm:pt>
    <dgm:pt modelId="{F4052625-CE8D-45FD-8DA1-6C8601FC0E31}" type="pres">
      <dgm:prSet presAssocID="{C80621DC-38F9-4481-94DE-7E4704766F96}" presName="compNode" presStyleCnt="0"/>
      <dgm:spPr/>
    </dgm:pt>
    <dgm:pt modelId="{95B34D4C-79A7-44AC-B83E-3CCAA50D38E8}" type="pres">
      <dgm:prSet presAssocID="{C80621DC-38F9-4481-94DE-7E4704766F96}" presName="bgRect" presStyleLbl="bgShp" presStyleIdx="5" presStyleCnt="7"/>
      <dgm:spPr/>
    </dgm:pt>
    <dgm:pt modelId="{831F8415-7666-4B24-AF05-2D60E40022DA}" type="pres">
      <dgm:prSet presAssocID="{C80621DC-38F9-4481-94DE-7E4704766F96}"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ocessor"/>
        </a:ext>
      </dgm:extLst>
    </dgm:pt>
    <dgm:pt modelId="{7ED38B15-18C4-4D4B-865D-7AC74F21DAC7}" type="pres">
      <dgm:prSet presAssocID="{C80621DC-38F9-4481-94DE-7E4704766F96}" presName="spaceRect" presStyleCnt="0"/>
      <dgm:spPr/>
    </dgm:pt>
    <dgm:pt modelId="{0FBD29E2-E043-45E0-945F-1B3B6296D3AC}" type="pres">
      <dgm:prSet presAssocID="{C80621DC-38F9-4481-94DE-7E4704766F96}" presName="parTx" presStyleLbl="revTx" presStyleIdx="5" presStyleCnt="7">
        <dgm:presLayoutVars>
          <dgm:chMax val="0"/>
          <dgm:chPref val="0"/>
        </dgm:presLayoutVars>
      </dgm:prSet>
      <dgm:spPr/>
    </dgm:pt>
    <dgm:pt modelId="{3D351E7A-D05E-4A69-A679-2A6CE3D5EE73}" type="pres">
      <dgm:prSet presAssocID="{36AFEAC4-9C6B-4E77-BE66-07C3D20ADA46}" presName="sibTrans" presStyleCnt="0"/>
      <dgm:spPr/>
    </dgm:pt>
    <dgm:pt modelId="{AEBEC4B1-439B-4BAD-9B73-CF7F7F8EBE9D}" type="pres">
      <dgm:prSet presAssocID="{926BE1CC-B168-4111-B942-2B1B6EE415D3}" presName="compNode" presStyleCnt="0"/>
      <dgm:spPr/>
    </dgm:pt>
    <dgm:pt modelId="{E051EB68-0A61-4182-BF1F-47B38602A333}" type="pres">
      <dgm:prSet presAssocID="{926BE1CC-B168-4111-B942-2B1B6EE415D3}" presName="bgRect" presStyleLbl="bgShp" presStyleIdx="6" presStyleCnt="7"/>
      <dgm:spPr/>
    </dgm:pt>
    <dgm:pt modelId="{08961DE6-F584-4148-84AD-3B4CE5BA7CD0}" type="pres">
      <dgm:prSet presAssocID="{926BE1CC-B168-4111-B942-2B1B6EE415D3}"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Light Bulb and Gear"/>
        </a:ext>
      </dgm:extLst>
    </dgm:pt>
    <dgm:pt modelId="{E9405FDF-A709-41AE-9DC4-E5F3206EC2D1}" type="pres">
      <dgm:prSet presAssocID="{926BE1CC-B168-4111-B942-2B1B6EE415D3}" presName="spaceRect" presStyleCnt="0"/>
      <dgm:spPr/>
    </dgm:pt>
    <dgm:pt modelId="{741265D3-B860-4D4E-BEDE-CD55ED4FF9FE}" type="pres">
      <dgm:prSet presAssocID="{926BE1CC-B168-4111-B942-2B1B6EE415D3}" presName="parTx" presStyleLbl="revTx" presStyleIdx="6" presStyleCnt="7">
        <dgm:presLayoutVars>
          <dgm:chMax val="0"/>
          <dgm:chPref val="0"/>
        </dgm:presLayoutVars>
      </dgm:prSet>
      <dgm:spPr/>
    </dgm:pt>
  </dgm:ptLst>
  <dgm:cxnLst>
    <dgm:cxn modelId="{6F69C101-4FD8-4F2C-91F3-006E0D6EF502}" srcId="{5CFCF7EB-43E6-4B40-939A-1B644E917F7E}" destId="{7FB3BC1B-B108-4929-A8D3-1B81FF647EFC}" srcOrd="0" destOrd="0" parTransId="{A2F6C690-F397-4957-8B2C-0A28C1ACC82B}" sibTransId="{1648F4C8-D2F7-4D77-AAB8-4E8B56B28496}"/>
    <dgm:cxn modelId="{446AEC03-0628-4CF0-9E7C-2DA04426A211}" srcId="{5CFCF7EB-43E6-4B40-939A-1B644E917F7E}" destId="{49AFBFFC-7C7B-4778-AF90-076E8A1A8651}" srcOrd="3" destOrd="0" parTransId="{7751951C-8F3B-40C5-952C-0053A0EB9B09}" sibTransId="{DC2F1AE8-7D55-4FDD-BA07-1BBF4A397D6A}"/>
    <dgm:cxn modelId="{BAA37D09-4DC9-43C9-B61F-46313F81121B}" type="presOf" srcId="{5CFCF7EB-43E6-4B40-939A-1B644E917F7E}" destId="{56098F6B-74E3-4325-BB2C-F761BDA362B0}" srcOrd="0" destOrd="0" presId="urn:microsoft.com/office/officeart/2018/2/layout/IconVerticalSolidList"/>
    <dgm:cxn modelId="{34EEC61B-68A9-4295-B2AF-CD02B1AAE1F5}" type="presOf" srcId="{50035BF5-93EC-417B-9012-653F9BFEE568}" destId="{D45772F2-883D-4E06-8482-C0A6CD98F7E4}" srcOrd="0" destOrd="0" presId="urn:microsoft.com/office/officeart/2018/2/layout/IconVerticalSolidList"/>
    <dgm:cxn modelId="{C40DED2E-BBF8-4D4E-B8A9-68B44BBAF7A6}" type="presOf" srcId="{72DD5203-85C9-480B-8629-D34E1A01D99C}" destId="{B8FF44B0-DFD2-4BA5-80C5-44EBCF1F7D3F}" srcOrd="0" destOrd="0" presId="urn:microsoft.com/office/officeart/2018/2/layout/IconVerticalSolidList"/>
    <dgm:cxn modelId="{618A833A-155C-4702-B466-5E53F5974658}" type="presOf" srcId="{49AFBFFC-7C7B-4778-AF90-076E8A1A8651}" destId="{9753CE6C-1A97-43C5-B5DA-C1059BDF9230}" srcOrd="0" destOrd="0" presId="urn:microsoft.com/office/officeart/2018/2/layout/IconVerticalSolidList"/>
    <dgm:cxn modelId="{E902943A-A9FB-47B0-B00E-A2CA4E85CBE8}" srcId="{5CFCF7EB-43E6-4B40-939A-1B644E917F7E}" destId="{50035BF5-93EC-417B-9012-653F9BFEE568}" srcOrd="1" destOrd="0" parTransId="{9FF7F8BD-46BE-4F31-9D03-F6638BCED473}" sibTransId="{01890A99-0B72-4700-84EA-4C97F301D866}"/>
    <dgm:cxn modelId="{6987916A-1DE7-4931-8D88-D57D2598DB52}" srcId="{5CFCF7EB-43E6-4B40-939A-1B644E917F7E}" destId="{72DD5203-85C9-480B-8629-D34E1A01D99C}" srcOrd="4" destOrd="0" parTransId="{D9054691-4B53-461E-BF15-F539D9F108BC}" sibTransId="{D0E6B98F-A2B8-4389-BA12-680B47EE216F}"/>
    <dgm:cxn modelId="{35F4AD9F-BD8E-4C8C-84C7-2DAAB306DCA4}" srcId="{5CFCF7EB-43E6-4B40-939A-1B644E917F7E}" destId="{C80621DC-38F9-4481-94DE-7E4704766F96}" srcOrd="5" destOrd="0" parTransId="{FD4EEF63-9D81-4489-97D4-94A97020CD1C}" sibTransId="{36AFEAC4-9C6B-4E77-BE66-07C3D20ADA46}"/>
    <dgm:cxn modelId="{DC3A3CA6-A603-4A17-803D-04A7FC2B0649}" type="presOf" srcId="{8689E327-2513-4FE0-9B1C-C6E9CDDE6E97}" destId="{BE48E603-C12A-415D-899E-963324187433}" srcOrd="0" destOrd="0" presId="urn:microsoft.com/office/officeart/2018/2/layout/IconVerticalSolidList"/>
    <dgm:cxn modelId="{3E6BB9A6-AFB7-4DE1-8710-A119A3C9EEAD}" type="presOf" srcId="{C80621DC-38F9-4481-94DE-7E4704766F96}" destId="{0FBD29E2-E043-45E0-945F-1B3B6296D3AC}" srcOrd="0" destOrd="0" presId="urn:microsoft.com/office/officeart/2018/2/layout/IconVerticalSolidList"/>
    <dgm:cxn modelId="{05A545B2-7E48-4CB7-A3DE-71CDC1C0BD03}" type="presOf" srcId="{926BE1CC-B168-4111-B942-2B1B6EE415D3}" destId="{741265D3-B860-4D4E-BEDE-CD55ED4FF9FE}" srcOrd="0" destOrd="0" presId="urn:microsoft.com/office/officeart/2018/2/layout/IconVerticalSolidList"/>
    <dgm:cxn modelId="{524691C8-680B-4573-8895-97FCEB4BC175}" srcId="{5CFCF7EB-43E6-4B40-939A-1B644E917F7E}" destId="{926BE1CC-B168-4111-B942-2B1B6EE415D3}" srcOrd="6" destOrd="0" parTransId="{405092B0-2D9A-4E9E-86A1-F10E2B0EBAD8}" sibTransId="{FCD00C10-8920-40F9-BB58-849DC735DB56}"/>
    <dgm:cxn modelId="{F88946CF-D2D0-4738-BC44-FF5CF54ECAE7}" type="presOf" srcId="{7FB3BC1B-B108-4929-A8D3-1B81FF647EFC}" destId="{9961E8C8-A5F2-459F-907B-E6FF373C9372}" srcOrd="0" destOrd="0" presId="urn:microsoft.com/office/officeart/2018/2/layout/IconVerticalSolidList"/>
    <dgm:cxn modelId="{A4D2E9F1-5B16-4F1E-A775-4F93ADC9060B}" srcId="{5CFCF7EB-43E6-4B40-939A-1B644E917F7E}" destId="{8689E327-2513-4FE0-9B1C-C6E9CDDE6E97}" srcOrd="2" destOrd="0" parTransId="{C5476C34-5AFC-479B-8F41-3B2EBD033283}" sibTransId="{0928092A-B586-4C66-BD9A-09D79B4249EF}"/>
    <dgm:cxn modelId="{516D572E-6526-4657-8405-488D83D83BC5}" type="presParOf" srcId="{56098F6B-74E3-4325-BB2C-F761BDA362B0}" destId="{50DB5830-0D0D-4DA7-9F4A-6CCF9CF299DD}" srcOrd="0" destOrd="0" presId="urn:microsoft.com/office/officeart/2018/2/layout/IconVerticalSolidList"/>
    <dgm:cxn modelId="{0F5F8347-2507-4461-AF87-ECC32BA9506A}" type="presParOf" srcId="{50DB5830-0D0D-4DA7-9F4A-6CCF9CF299DD}" destId="{DE887C5A-195A-466D-B189-E535B848F8EB}" srcOrd="0" destOrd="0" presId="urn:microsoft.com/office/officeart/2018/2/layout/IconVerticalSolidList"/>
    <dgm:cxn modelId="{911515A2-8FDB-40AA-BEC5-758281F2F60D}" type="presParOf" srcId="{50DB5830-0D0D-4DA7-9F4A-6CCF9CF299DD}" destId="{CD2E78E8-43D6-4CBA-99FD-5D2EBC3EC2AD}" srcOrd="1" destOrd="0" presId="urn:microsoft.com/office/officeart/2018/2/layout/IconVerticalSolidList"/>
    <dgm:cxn modelId="{878BAA17-9352-4A76-979F-A724E0461C84}" type="presParOf" srcId="{50DB5830-0D0D-4DA7-9F4A-6CCF9CF299DD}" destId="{24FC9C86-481A-451E-886F-BABB13BCDE4E}" srcOrd="2" destOrd="0" presId="urn:microsoft.com/office/officeart/2018/2/layout/IconVerticalSolidList"/>
    <dgm:cxn modelId="{084C34CD-A8D7-42BA-8A74-3AFB913BFFFD}" type="presParOf" srcId="{50DB5830-0D0D-4DA7-9F4A-6CCF9CF299DD}" destId="{9961E8C8-A5F2-459F-907B-E6FF373C9372}" srcOrd="3" destOrd="0" presId="urn:microsoft.com/office/officeart/2018/2/layout/IconVerticalSolidList"/>
    <dgm:cxn modelId="{41E21542-30CA-4853-B45F-989376F68A17}" type="presParOf" srcId="{56098F6B-74E3-4325-BB2C-F761BDA362B0}" destId="{95F21BA1-6A1A-469B-882A-AAE4372C569F}" srcOrd="1" destOrd="0" presId="urn:microsoft.com/office/officeart/2018/2/layout/IconVerticalSolidList"/>
    <dgm:cxn modelId="{4474D399-D13C-46EE-9C18-3DA8B0F7F96F}" type="presParOf" srcId="{56098F6B-74E3-4325-BB2C-F761BDA362B0}" destId="{A758E119-D3B4-4518-B2D7-CFCC5CDEF50E}" srcOrd="2" destOrd="0" presId="urn:microsoft.com/office/officeart/2018/2/layout/IconVerticalSolidList"/>
    <dgm:cxn modelId="{6E15D9DF-44B4-4823-8486-15CDEB7881E0}" type="presParOf" srcId="{A758E119-D3B4-4518-B2D7-CFCC5CDEF50E}" destId="{C8DAC702-BD09-4FAC-AD14-413D22207BBE}" srcOrd="0" destOrd="0" presId="urn:microsoft.com/office/officeart/2018/2/layout/IconVerticalSolidList"/>
    <dgm:cxn modelId="{8ABB5F2A-9329-4734-8CED-CF9D83071DF1}" type="presParOf" srcId="{A758E119-D3B4-4518-B2D7-CFCC5CDEF50E}" destId="{E2A68E49-F138-4172-AF62-1E8924AF8EE3}" srcOrd="1" destOrd="0" presId="urn:microsoft.com/office/officeart/2018/2/layout/IconVerticalSolidList"/>
    <dgm:cxn modelId="{D5CFCD0A-BAF8-4414-9E05-3F251CC43632}" type="presParOf" srcId="{A758E119-D3B4-4518-B2D7-CFCC5CDEF50E}" destId="{26271E29-49F5-45E4-91EB-4F84EA8D4C27}" srcOrd="2" destOrd="0" presId="urn:microsoft.com/office/officeart/2018/2/layout/IconVerticalSolidList"/>
    <dgm:cxn modelId="{31563830-3F0D-420C-9DEC-7EA2DE00A1EB}" type="presParOf" srcId="{A758E119-D3B4-4518-B2D7-CFCC5CDEF50E}" destId="{D45772F2-883D-4E06-8482-C0A6CD98F7E4}" srcOrd="3" destOrd="0" presId="urn:microsoft.com/office/officeart/2018/2/layout/IconVerticalSolidList"/>
    <dgm:cxn modelId="{FB2701EA-C58F-4CED-BFC8-5CC1D869E3C0}" type="presParOf" srcId="{56098F6B-74E3-4325-BB2C-F761BDA362B0}" destId="{AC9C5EC5-6B33-4DC0-A100-DAFD1838A17C}" srcOrd="3" destOrd="0" presId="urn:microsoft.com/office/officeart/2018/2/layout/IconVerticalSolidList"/>
    <dgm:cxn modelId="{6DDEF72C-F924-42D8-A101-D464BA1A9F84}" type="presParOf" srcId="{56098F6B-74E3-4325-BB2C-F761BDA362B0}" destId="{82FE758B-9836-4AEA-BB4C-8FFB42738B7F}" srcOrd="4" destOrd="0" presId="urn:microsoft.com/office/officeart/2018/2/layout/IconVerticalSolidList"/>
    <dgm:cxn modelId="{7EC58B14-7361-40F2-A57F-EB5F1B9C3E9A}" type="presParOf" srcId="{82FE758B-9836-4AEA-BB4C-8FFB42738B7F}" destId="{4EADD49A-02B1-44C0-ABDF-B267C8541C5F}" srcOrd="0" destOrd="0" presId="urn:microsoft.com/office/officeart/2018/2/layout/IconVerticalSolidList"/>
    <dgm:cxn modelId="{7BEBF76F-53EF-46BA-ADDC-4A0604E6116B}" type="presParOf" srcId="{82FE758B-9836-4AEA-BB4C-8FFB42738B7F}" destId="{C7A6A078-F908-41A4-8D76-F88BB457C0EA}" srcOrd="1" destOrd="0" presId="urn:microsoft.com/office/officeart/2018/2/layout/IconVerticalSolidList"/>
    <dgm:cxn modelId="{F70B310B-C4E0-4C53-9EB9-EF22304EB909}" type="presParOf" srcId="{82FE758B-9836-4AEA-BB4C-8FFB42738B7F}" destId="{D6B4D10B-883D-468C-B51F-664A575DCD25}" srcOrd="2" destOrd="0" presId="urn:microsoft.com/office/officeart/2018/2/layout/IconVerticalSolidList"/>
    <dgm:cxn modelId="{73AAAF25-62CF-42DF-8D63-F30ED86A1136}" type="presParOf" srcId="{82FE758B-9836-4AEA-BB4C-8FFB42738B7F}" destId="{BE48E603-C12A-415D-899E-963324187433}" srcOrd="3" destOrd="0" presId="urn:microsoft.com/office/officeart/2018/2/layout/IconVerticalSolidList"/>
    <dgm:cxn modelId="{6B46A4D9-D38C-4243-8D73-5BC10EE2D034}" type="presParOf" srcId="{56098F6B-74E3-4325-BB2C-F761BDA362B0}" destId="{7A220033-732E-4201-BEDE-75F5497C5C29}" srcOrd="5" destOrd="0" presId="urn:microsoft.com/office/officeart/2018/2/layout/IconVerticalSolidList"/>
    <dgm:cxn modelId="{D90605A4-A77F-4CB4-A3B7-1F46822623D4}" type="presParOf" srcId="{56098F6B-74E3-4325-BB2C-F761BDA362B0}" destId="{508F44B5-9D21-4F14-BB08-D411DA0AD993}" srcOrd="6" destOrd="0" presId="urn:microsoft.com/office/officeart/2018/2/layout/IconVerticalSolidList"/>
    <dgm:cxn modelId="{090DCF38-CE98-4B98-B6D9-11E182CF47C0}" type="presParOf" srcId="{508F44B5-9D21-4F14-BB08-D411DA0AD993}" destId="{BF0CDA93-5B82-4618-834E-D10D09F55BC7}" srcOrd="0" destOrd="0" presId="urn:microsoft.com/office/officeart/2018/2/layout/IconVerticalSolidList"/>
    <dgm:cxn modelId="{4EDCFA12-B66E-45EA-985D-EF4C05443E76}" type="presParOf" srcId="{508F44B5-9D21-4F14-BB08-D411DA0AD993}" destId="{86A29AC2-B480-4962-B4A1-CDD314B306FB}" srcOrd="1" destOrd="0" presId="urn:microsoft.com/office/officeart/2018/2/layout/IconVerticalSolidList"/>
    <dgm:cxn modelId="{A5D1B52B-4419-4B30-A0E1-B8298CCB0F87}" type="presParOf" srcId="{508F44B5-9D21-4F14-BB08-D411DA0AD993}" destId="{715ECCEC-DB68-4579-ABE7-2E569CAE6F16}" srcOrd="2" destOrd="0" presId="urn:microsoft.com/office/officeart/2018/2/layout/IconVerticalSolidList"/>
    <dgm:cxn modelId="{C44C1F29-8843-4F42-B9AF-FBBDA53FEA17}" type="presParOf" srcId="{508F44B5-9D21-4F14-BB08-D411DA0AD993}" destId="{9753CE6C-1A97-43C5-B5DA-C1059BDF9230}" srcOrd="3" destOrd="0" presId="urn:microsoft.com/office/officeart/2018/2/layout/IconVerticalSolidList"/>
    <dgm:cxn modelId="{1DC73E9C-2B46-416D-948E-446D5A44148B}" type="presParOf" srcId="{56098F6B-74E3-4325-BB2C-F761BDA362B0}" destId="{7D3EE04C-15CC-4FA3-A40F-5887A06ECC22}" srcOrd="7" destOrd="0" presId="urn:microsoft.com/office/officeart/2018/2/layout/IconVerticalSolidList"/>
    <dgm:cxn modelId="{E11B1987-B9A5-46D5-AED2-F28024EA7F52}" type="presParOf" srcId="{56098F6B-74E3-4325-BB2C-F761BDA362B0}" destId="{D8C2486D-4B21-4731-ADCF-3C80D51765F0}" srcOrd="8" destOrd="0" presId="urn:microsoft.com/office/officeart/2018/2/layout/IconVerticalSolidList"/>
    <dgm:cxn modelId="{93C26229-0F05-4D62-9B71-5B5E02F6CF45}" type="presParOf" srcId="{D8C2486D-4B21-4731-ADCF-3C80D51765F0}" destId="{8AE36F03-1FAC-4A52-A0FE-0A76358C5208}" srcOrd="0" destOrd="0" presId="urn:microsoft.com/office/officeart/2018/2/layout/IconVerticalSolidList"/>
    <dgm:cxn modelId="{84C14D32-501C-4D45-9511-337F7C72D8E9}" type="presParOf" srcId="{D8C2486D-4B21-4731-ADCF-3C80D51765F0}" destId="{B5FF189A-B6D1-450B-A19D-AE8B8C298BC5}" srcOrd="1" destOrd="0" presId="urn:microsoft.com/office/officeart/2018/2/layout/IconVerticalSolidList"/>
    <dgm:cxn modelId="{8B483F57-4603-4A97-97BC-5125EFFBFBAC}" type="presParOf" srcId="{D8C2486D-4B21-4731-ADCF-3C80D51765F0}" destId="{CBC35BD4-CFBF-4CB3-BEE9-29032AD02D31}" srcOrd="2" destOrd="0" presId="urn:microsoft.com/office/officeart/2018/2/layout/IconVerticalSolidList"/>
    <dgm:cxn modelId="{482AF0C4-2688-486B-927B-6BE7E39F0B91}" type="presParOf" srcId="{D8C2486D-4B21-4731-ADCF-3C80D51765F0}" destId="{B8FF44B0-DFD2-4BA5-80C5-44EBCF1F7D3F}" srcOrd="3" destOrd="0" presId="urn:microsoft.com/office/officeart/2018/2/layout/IconVerticalSolidList"/>
    <dgm:cxn modelId="{DE26C2A8-4950-46C3-8A42-C985965AB8D2}" type="presParOf" srcId="{56098F6B-74E3-4325-BB2C-F761BDA362B0}" destId="{65940E24-5055-4CB0-8E4C-FCBEB1505532}" srcOrd="9" destOrd="0" presId="urn:microsoft.com/office/officeart/2018/2/layout/IconVerticalSolidList"/>
    <dgm:cxn modelId="{B3240A60-39A8-4C71-B51D-1552B41CE58C}" type="presParOf" srcId="{56098F6B-74E3-4325-BB2C-F761BDA362B0}" destId="{F4052625-CE8D-45FD-8DA1-6C8601FC0E31}" srcOrd="10" destOrd="0" presId="urn:microsoft.com/office/officeart/2018/2/layout/IconVerticalSolidList"/>
    <dgm:cxn modelId="{EB44FB41-35CE-48EB-AA8D-6B5F9E48ABBE}" type="presParOf" srcId="{F4052625-CE8D-45FD-8DA1-6C8601FC0E31}" destId="{95B34D4C-79A7-44AC-B83E-3CCAA50D38E8}" srcOrd="0" destOrd="0" presId="urn:microsoft.com/office/officeart/2018/2/layout/IconVerticalSolidList"/>
    <dgm:cxn modelId="{1437F757-E590-44B3-90F1-8A0C8D324C39}" type="presParOf" srcId="{F4052625-CE8D-45FD-8DA1-6C8601FC0E31}" destId="{831F8415-7666-4B24-AF05-2D60E40022DA}" srcOrd="1" destOrd="0" presId="urn:microsoft.com/office/officeart/2018/2/layout/IconVerticalSolidList"/>
    <dgm:cxn modelId="{D97C1832-B682-4C15-8F23-0074EE5DEE56}" type="presParOf" srcId="{F4052625-CE8D-45FD-8DA1-6C8601FC0E31}" destId="{7ED38B15-18C4-4D4B-865D-7AC74F21DAC7}" srcOrd="2" destOrd="0" presId="urn:microsoft.com/office/officeart/2018/2/layout/IconVerticalSolidList"/>
    <dgm:cxn modelId="{DE76385D-8E8B-487D-8D5F-17CB44FEDB96}" type="presParOf" srcId="{F4052625-CE8D-45FD-8DA1-6C8601FC0E31}" destId="{0FBD29E2-E043-45E0-945F-1B3B6296D3AC}" srcOrd="3" destOrd="0" presId="urn:microsoft.com/office/officeart/2018/2/layout/IconVerticalSolidList"/>
    <dgm:cxn modelId="{75F76203-06DB-465A-B29A-0DF6ABB3B321}" type="presParOf" srcId="{56098F6B-74E3-4325-BB2C-F761BDA362B0}" destId="{3D351E7A-D05E-4A69-A679-2A6CE3D5EE73}" srcOrd="11" destOrd="0" presId="urn:microsoft.com/office/officeart/2018/2/layout/IconVerticalSolidList"/>
    <dgm:cxn modelId="{ECCE614A-74C3-4EB3-B412-39E15F2E6098}" type="presParOf" srcId="{56098F6B-74E3-4325-BB2C-F761BDA362B0}" destId="{AEBEC4B1-439B-4BAD-9B73-CF7F7F8EBE9D}" srcOrd="12" destOrd="0" presId="urn:microsoft.com/office/officeart/2018/2/layout/IconVerticalSolidList"/>
    <dgm:cxn modelId="{E0FC560A-B916-4DE0-8D01-23D27443D3F9}" type="presParOf" srcId="{AEBEC4B1-439B-4BAD-9B73-CF7F7F8EBE9D}" destId="{E051EB68-0A61-4182-BF1F-47B38602A333}" srcOrd="0" destOrd="0" presId="urn:microsoft.com/office/officeart/2018/2/layout/IconVerticalSolidList"/>
    <dgm:cxn modelId="{9ADBD154-BFEF-46AE-84A7-A6BE87623271}" type="presParOf" srcId="{AEBEC4B1-439B-4BAD-9B73-CF7F7F8EBE9D}" destId="{08961DE6-F584-4148-84AD-3B4CE5BA7CD0}" srcOrd="1" destOrd="0" presId="urn:microsoft.com/office/officeart/2018/2/layout/IconVerticalSolidList"/>
    <dgm:cxn modelId="{E1FEBBBA-2CE3-439C-BB5F-DDFE338D4EC5}" type="presParOf" srcId="{AEBEC4B1-439B-4BAD-9B73-CF7F7F8EBE9D}" destId="{E9405FDF-A709-41AE-9DC4-E5F3206EC2D1}" srcOrd="2" destOrd="0" presId="urn:microsoft.com/office/officeart/2018/2/layout/IconVerticalSolidList"/>
    <dgm:cxn modelId="{DCBFE23F-9E87-4039-8E6E-3A305AD9DEFC}" type="presParOf" srcId="{AEBEC4B1-439B-4BAD-9B73-CF7F7F8EBE9D}" destId="{741265D3-B860-4D4E-BEDE-CD55ED4FF9F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BC1710-CE93-45B3-87D0-D82E46D67461}">
      <dsp:nvSpPr>
        <dsp:cNvPr id="0" name=""/>
        <dsp:cNvSpPr/>
      </dsp:nvSpPr>
      <dsp:spPr>
        <a:xfrm>
          <a:off x="0" y="1903"/>
          <a:ext cx="10515600" cy="96481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73537E-344A-4F1A-9C65-2BE4916DC9D0}">
      <dsp:nvSpPr>
        <dsp:cNvPr id="0" name=""/>
        <dsp:cNvSpPr/>
      </dsp:nvSpPr>
      <dsp:spPr>
        <a:xfrm>
          <a:off x="291856" y="218986"/>
          <a:ext cx="530648" cy="5306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E4F57A-DE21-44FD-990B-DB8DF9DBBA92}">
      <dsp:nvSpPr>
        <dsp:cNvPr id="0" name=""/>
        <dsp:cNvSpPr/>
      </dsp:nvSpPr>
      <dsp:spPr>
        <a:xfrm>
          <a:off x="1114360" y="1903"/>
          <a:ext cx="9401239" cy="9648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110" tIns="102110" rIns="102110" bIns="102110" numCol="1" spcCol="1270" anchor="ctr" anchorCtr="0">
          <a:noAutofit/>
        </a:bodyPr>
        <a:lstStyle/>
        <a:p>
          <a:pPr marL="0" lvl="0" indent="0" algn="l" defTabSz="711200">
            <a:lnSpc>
              <a:spcPct val="100000"/>
            </a:lnSpc>
            <a:spcBef>
              <a:spcPct val="0"/>
            </a:spcBef>
            <a:spcAft>
              <a:spcPct val="35000"/>
            </a:spcAft>
            <a:buNone/>
          </a:pPr>
          <a:r>
            <a:rPr lang="en-IN" sz="1600" b="1" kern="1200"/>
            <a:t>In the previous weeks, I studied how data is prepared before it is used by Generative AI.</a:t>
          </a:r>
          <a:r>
            <a:rPr lang="en-IN" sz="1600" kern="1200"/>
            <a:t> Now the next question is how an application can search large amounts of prepared information quickly and return only the most useful results. </a:t>
          </a:r>
          <a:endParaRPr lang="en-US" sz="1600" kern="1200"/>
        </a:p>
      </dsp:txBody>
      <dsp:txXfrm>
        <a:off x="1114360" y="1903"/>
        <a:ext cx="9401239" cy="964814"/>
      </dsp:txXfrm>
    </dsp:sp>
    <dsp:sp modelId="{ECE6F800-DF81-4E02-819C-E45B482FC1A2}">
      <dsp:nvSpPr>
        <dsp:cNvPr id="0" name=""/>
        <dsp:cNvSpPr/>
      </dsp:nvSpPr>
      <dsp:spPr>
        <a:xfrm>
          <a:off x="0" y="1207921"/>
          <a:ext cx="10515600" cy="96481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7BC967-134B-444B-8485-5207EEF84B3B}">
      <dsp:nvSpPr>
        <dsp:cNvPr id="0" name=""/>
        <dsp:cNvSpPr/>
      </dsp:nvSpPr>
      <dsp:spPr>
        <a:xfrm>
          <a:off x="291856" y="1425005"/>
          <a:ext cx="530648" cy="5306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A3055E-096E-494E-9775-32891E349474}">
      <dsp:nvSpPr>
        <dsp:cNvPr id="0" name=""/>
        <dsp:cNvSpPr/>
      </dsp:nvSpPr>
      <dsp:spPr>
        <a:xfrm>
          <a:off x="1114360" y="1207921"/>
          <a:ext cx="9401239" cy="9648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110" tIns="102110" rIns="102110" bIns="102110" numCol="1" spcCol="1270" anchor="ctr" anchorCtr="0">
          <a:noAutofit/>
        </a:bodyPr>
        <a:lstStyle/>
        <a:p>
          <a:pPr marL="0" lvl="0" indent="0" algn="l" defTabSz="711200">
            <a:lnSpc>
              <a:spcPct val="100000"/>
            </a:lnSpc>
            <a:spcBef>
              <a:spcPct val="0"/>
            </a:spcBef>
            <a:spcAft>
              <a:spcPct val="35000"/>
            </a:spcAft>
            <a:buNone/>
          </a:pPr>
          <a:r>
            <a:rPr lang="en-IN" sz="1600" b="1" kern="1200"/>
            <a:t>Amazon OpenSearch Service is important because it is built for search and analytics.</a:t>
          </a:r>
          <a:r>
            <a:rPr lang="en-IN" sz="1600" kern="1200"/>
            <a:t> It can search normal text and structured information, but it can also work with vector embeddings, which makes it useful in modern RAG and Generative AI applications. </a:t>
          </a:r>
          <a:endParaRPr lang="en-US" sz="1600" kern="1200"/>
        </a:p>
      </dsp:txBody>
      <dsp:txXfrm>
        <a:off x="1114360" y="1207921"/>
        <a:ext cx="9401239" cy="964814"/>
      </dsp:txXfrm>
    </dsp:sp>
    <dsp:sp modelId="{92321439-C000-4787-9EE7-BDAE2670AC68}">
      <dsp:nvSpPr>
        <dsp:cNvPr id="0" name=""/>
        <dsp:cNvSpPr/>
      </dsp:nvSpPr>
      <dsp:spPr>
        <a:xfrm>
          <a:off x="0" y="2413940"/>
          <a:ext cx="10515600" cy="96481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05DF91-31F8-4A98-91FF-306E2C89E88D}">
      <dsp:nvSpPr>
        <dsp:cNvPr id="0" name=""/>
        <dsp:cNvSpPr/>
      </dsp:nvSpPr>
      <dsp:spPr>
        <a:xfrm>
          <a:off x="291856" y="2631023"/>
          <a:ext cx="530648" cy="5306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2642DC-2F8E-4525-BC35-8EEF79004701}">
      <dsp:nvSpPr>
        <dsp:cNvPr id="0" name=""/>
        <dsp:cNvSpPr/>
      </dsp:nvSpPr>
      <dsp:spPr>
        <a:xfrm>
          <a:off x="1114360" y="2413940"/>
          <a:ext cx="9401239" cy="9648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110" tIns="102110" rIns="102110" bIns="102110" numCol="1" spcCol="1270" anchor="ctr" anchorCtr="0">
          <a:noAutofit/>
        </a:bodyPr>
        <a:lstStyle/>
        <a:p>
          <a:pPr marL="0" lvl="0" indent="0" algn="l" defTabSz="711200">
            <a:lnSpc>
              <a:spcPct val="100000"/>
            </a:lnSpc>
            <a:spcBef>
              <a:spcPct val="0"/>
            </a:spcBef>
            <a:spcAft>
              <a:spcPct val="35000"/>
            </a:spcAft>
            <a:buNone/>
          </a:pPr>
          <a:r>
            <a:rPr lang="en-IN" sz="1600" b="1" kern="1200"/>
            <a:t>This video starts with normal OpenSearch concepts before moving into vector search.</a:t>
          </a:r>
          <a:r>
            <a:rPr lang="en-IN" sz="1600" kern="1200"/>
            <a:t> I will first explain documents, indices, shards, replicas, storage, security, and serverless operation. After that, I will connect those ideas with semantic search, hybrid search, and Amazon Bedrock. </a:t>
          </a:r>
          <a:endParaRPr lang="en-US" sz="1600" kern="1200"/>
        </a:p>
      </dsp:txBody>
      <dsp:txXfrm>
        <a:off x="1114360" y="2413940"/>
        <a:ext cx="9401239" cy="964814"/>
      </dsp:txXfrm>
    </dsp:sp>
    <dsp:sp modelId="{0111F8B1-2E61-42EB-B630-0858B8279FB9}">
      <dsp:nvSpPr>
        <dsp:cNvPr id="0" name=""/>
        <dsp:cNvSpPr/>
      </dsp:nvSpPr>
      <dsp:spPr>
        <a:xfrm>
          <a:off x="0" y="3619958"/>
          <a:ext cx="10515600" cy="96481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752313-180F-4BBB-8901-47E6150ABDA6}">
      <dsp:nvSpPr>
        <dsp:cNvPr id="0" name=""/>
        <dsp:cNvSpPr/>
      </dsp:nvSpPr>
      <dsp:spPr>
        <a:xfrm>
          <a:off x="291856" y="3837041"/>
          <a:ext cx="530648" cy="5306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62974C-016A-43A1-8943-6BFAADC92530}">
      <dsp:nvSpPr>
        <dsp:cNvPr id="0" name=""/>
        <dsp:cNvSpPr/>
      </dsp:nvSpPr>
      <dsp:spPr>
        <a:xfrm>
          <a:off x="1114360" y="3619958"/>
          <a:ext cx="9401239" cy="9648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110" tIns="102110" rIns="102110" bIns="102110" numCol="1" spcCol="1270" anchor="ctr" anchorCtr="0">
          <a:noAutofit/>
        </a:bodyPr>
        <a:lstStyle/>
        <a:p>
          <a:pPr marL="0" lvl="0" indent="0" algn="l" defTabSz="711200">
            <a:lnSpc>
              <a:spcPct val="100000"/>
            </a:lnSpc>
            <a:spcBef>
              <a:spcPct val="0"/>
            </a:spcBef>
            <a:spcAft>
              <a:spcPct val="35000"/>
            </a:spcAft>
            <a:buNone/>
          </a:pPr>
          <a:r>
            <a:rPr lang="en-IN" sz="1600" kern="1200"/>
            <a:t>The main goal is not just to memorize OpenSearch terms. I want to understand </a:t>
          </a:r>
          <a:r>
            <a:rPr lang="en-IN" sz="1600" b="1" kern="1200"/>
            <a:t>why these parts exist and how they work together when OpenSearch becomes the retrieval layer of an AI application</a:t>
          </a:r>
          <a:r>
            <a:rPr lang="en-IN" sz="1600" kern="1200"/>
            <a:t>.</a:t>
          </a:r>
          <a:endParaRPr lang="en-US" sz="1600" kern="1200"/>
        </a:p>
      </dsp:txBody>
      <dsp:txXfrm>
        <a:off x="1114360" y="3619958"/>
        <a:ext cx="9401239" cy="9648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A01278-6D99-4B2D-9974-A834B3AE6C16}">
      <dsp:nvSpPr>
        <dsp:cNvPr id="0" name=""/>
        <dsp:cNvSpPr/>
      </dsp:nvSpPr>
      <dsp:spPr>
        <a:xfrm>
          <a:off x="282221" y="368029"/>
          <a:ext cx="1371985" cy="137198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64F6B2-94F3-40D5-8064-FAA21702C39C}">
      <dsp:nvSpPr>
        <dsp:cNvPr id="0" name=""/>
        <dsp:cNvSpPr/>
      </dsp:nvSpPr>
      <dsp:spPr>
        <a:xfrm>
          <a:off x="570337" y="656145"/>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167D8E-CCE1-4E13-8D02-4D76A6DC1854}">
      <dsp:nvSpPr>
        <dsp:cNvPr id="0" name=""/>
        <dsp:cNvSpPr/>
      </dsp:nvSpPr>
      <dsp:spPr>
        <a:xfrm>
          <a:off x="1948202"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IN" sz="1200" b="1" kern="1200"/>
            <a:t>OpenSearch is a search and analytics platform.</a:t>
          </a:r>
          <a:r>
            <a:rPr lang="en-IN" sz="1200" kern="1200"/>
            <a:t> The course describes it as a search engine, analysis tool, visualization tool, and data-pipeline platform that can scale horizontally as the amount of data grows. </a:t>
          </a:r>
          <a:endParaRPr lang="en-US" sz="1200" kern="1200"/>
        </a:p>
      </dsp:txBody>
      <dsp:txXfrm>
        <a:off x="1948202" y="368029"/>
        <a:ext cx="3233964" cy="1371985"/>
      </dsp:txXfrm>
    </dsp:sp>
    <dsp:sp modelId="{556E142B-0522-4AB0-AF76-A088EFD13990}">
      <dsp:nvSpPr>
        <dsp:cNvPr id="0" name=""/>
        <dsp:cNvSpPr/>
      </dsp:nvSpPr>
      <dsp:spPr>
        <a:xfrm>
          <a:off x="5745661" y="368029"/>
          <a:ext cx="1371985" cy="137198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1B9FF8-8C9B-47E7-978E-2D6D6121D424}">
      <dsp:nvSpPr>
        <dsp:cNvPr id="0" name=""/>
        <dsp:cNvSpPr/>
      </dsp:nvSpPr>
      <dsp:spPr>
        <a:xfrm>
          <a:off x="6033778" y="656145"/>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E547735-6402-4BB9-9495-30A6F743E69A}">
      <dsp:nvSpPr>
        <dsp:cNvPr id="0" name=""/>
        <dsp:cNvSpPr/>
      </dsp:nvSpPr>
      <dsp:spPr>
        <a:xfrm>
          <a:off x="7411643"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IN" sz="1200" b="1" kern="1200"/>
            <a:t>Search is only one part of its job.</a:t>
          </a:r>
          <a:r>
            <a:rPr lang="en-IN" sz="1200" kern="1200"/>
            <a:t> OpenSearch can also support full-text search, log analytics, application monitoring, security analytics, and clickstream analysis. This means the same general platform can be useful for many workloads where large amounts of information need to be searched or analyzed. </a:t>
          </a:r>
          <a:endParaRPr lang="en-US" sz="1200" kern="1200"/>
        </a:p>
      </dsp:txBody>
      <dsp:txXfrm>
        <a:off x="7411643" y="368029"/>
        <a:ext cx="3233964" cy="1371985"/>
      </dsp:txXfrm>
    </dsp:sp>
    <dsp:sp modelId="{996E2B86-70A1-4020-92CC-C5D68543D892}">
      <dsp:nvSpPr>
        <dsp:cNvPr id="0" name=""/>
        <dsp:cNvSpPr/>
      </dsp:nvSpPr>
      <dsp:spPr>
        <a:xfrm>
          <a:off x="282221" y="2452790"/>
          <a:ext cx="1371985" cy="137198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092CC9-5C56-432C-B903-F416C782B5D2}">
      <dsp:nvSpPr>
        <dsp:cNvPr id="0" name=""/>
        <dsp:cNvSpPr/>
      </dsp:nvSpPr>
      <dsp:spPr>
        <a:xfrm>
          <a:off x="570337" y="2740907"/>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B7D5601-13CA-4F73-A411-E88871DFC233}">
      <dsp:nvSpPr>
        <dsp:cNvPr id="0" name=""/>
        <dsp:cNvSpPr/>
      </dsp:nvSpPr>
      <dsp:spPr>
        <a:xfrm>
          <a:off x="1948202"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IN" sz="1200" b="1" kern="1200"/>
            <a:t>OpenSearch Dashboards provides a visual way to explore information.</a:t>
          </a:r>
          <a:r>
            <a:rPr lang="en-IN" sz="1200" kern="1200"/>
            <a:t> Instead of only sending API requests, users can work with dashboards and visualizations to understand what is happening inside their data. </a:t>
          </a:r>
          <a:endParaRPr lang="en-US" sz="1200" kern="1200"/>
        </a:p>
      </dsp:txBody>
      <dsp:txXfrm>
        <a:off x="1948202" y="2452790"/>
        <a:ext cx="3233964" cy="1371985"/>
      </dsp:txXfrm>
    </dsp:sp>
    <dsp:sp modelId="{B96B428F-43FD-4668-AFF2-A9C7A1B520A5}">
      <dsp:nvSpPr>
        <dsp:cNvPr id="0" name=""/>
        <dsp:cNvSpPr/>
      </dsp:nvSpPr>
      <dsp:spPr>
        <a:xfrm>
          <a:off x="5745661" y="2452790"/>
          <a:ext cx="1371985" cy="137198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68C5E6-4720-441D-B454-FFFE27404E6B}">
      <dsp:nvSpPr>
        <dsp:cNvPr id="0" name=""/>
        <dsp:cNvSpPr/>
      </dsp:nvSpPr>
      <dsp:spPr>
        <a:xfrm>
          <a:off x="6033778" y="2740907"/>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7A5DCB-4CF1-4799-9F0C-536D71B6014A}">
      <dsp:nvSpPr>
        <dsp:cNvPr id="0" name=""/>
        <dsp:cNvSpPr/>
      </dsp:nvSpPr>
      <dsp:spPr>
        <a:xfrm>
          <a:off x="7411643"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IN" sz="1200" b="1" kern="1200"/>
            <a:t>Horizontal scaling means the workload can be spread across multiple nodes.</a:t>
          </a:r>
          <a:r>
            <a:rPr lang="en-IN" sz="1200" kern="1200"/>
            <a:t> Instead of depending on one very large machine, a cluster can distribute data and search activity across several machines as the workload becomes larger.</a:t>
          </a:r>
          <a:endParaRPr lang="en-US" sz="1200" kern="1200"/>
        </a:p>
      </dsp:txBody>
      <dsp:txXfrm>
        <a:off x="7411643" y="2452790"/>
        <a:ext cx="3233964" cy="13719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18E301-97DF-420C-A122-87C5AAAD4FA4}">
      <dsp:nvSpPr>
        <dsp:cNvPr id="0" name=""/>
        <dsp:cNvSpPr/>
      </dsp:nvSpPr>
      <dsp:spPr>
        <a:xfrm>
          <a:off x="0" y="1407"/>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03C0DE-C598-4C3B-A7C3-FE49A55BF725}">
      <dsp:nvSpPr>
        <dsp:cNvPr id="0" name=""/>
        <dsp:cNvSpPr/>
      </dsp:nvSpPr>
      <dsp:spPr>
        <a:xfrm>
          <a:off x="181438" y="136361"/>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788C44-74ED-4277-A1D1-A024F1A551D7}">
      <dsp:nvSpPr>
        <dsp:cNvPr id="0" name=""/>
        <dsp:cNvSpPr/>
      </dsp:nvSpPr>
      <dsp:spPr>
        <a:xfrm>
          <a:off x="692764" y="1407"/>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IN" sz="1500" b="1" kern="1200"/>
            <a:t>An index can become too large to keep efficiently on only one machine.</a:t>
          </a:r>
          <a:r>
            <a:rPr lang="en-IN" sz="1500" kern="1200"/>
            <a:t> OpenSearch solves this problem by splitting an index into smaller pieces called </a:t>
          </a:r>
          <a:r>
            <a:rPr lang="en-IN" sz="1500" b="1" kern="1200"/>
            <a:t>shards</a:t>
          </a:r>
          <a:r>
            <a:rPr lang="en-IN" sz="1500" kern="1200"/>
            <a:t>. </a:t>
          </a:r>
          <a:endParaRPr lang="en-US" sz="1500" kern="1200"/>
        </a:p>
      </dsp:txBody>
      <dsp:txXfrm>
        <a:off x="692764" y="1407"/>
        <a:ext cx="9822835" cy="599796"/>
      </dsp:txXfrm>
    </dsp:sp>
    <dsp:sp modelId="{7C75BBA7-64AC-4BCE-8CD6-754A0186E83B}">
      <dsp:nvSpPr>
        <dsp:cNvPr id="0" name=""/>
        <dsp:cNvSpPr/>
      </dsp:nvSpPr>
      <dsp:spPr>
        <a:xfrm>
          <a:off x="0" y="751152"/>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849FBB-AF33-41C4-BE1C-CD6396178AAA}">
      <dsp:nvSpPr>
        <dsp:cNvPr id="0" name=""/>
        <dsp:cNvSpPr/>
      </dsp:nvSpPr>
      <dsp:spPr>
        <a:xfrm>
          <a:off x="181438" y="886107"/>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7F6348-4079-422F-B8E5-C0BEAF9B1549}">
      <dsp:nvSpPr>
        <dsp:cNvPr id="0" name=""/>
        <dsp:cNvSpPr/>
      </dsp:nvSpPr>
      <dsp:spPr>
        <a:xfrm>
          <a:off x="692764" y="751152"/>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IN" sz="1500" b="1" kern="1200"/>
            <a:t>Documents are assigned to particular shards.</a:t>
          </a:r>
          <a:r>
            <a:rPr lang="en-IN" sz="1500" kern="1200"/>
            <a:t> The course explains that documents are hashed to decide which shard will store them, and different shards can live on different nodes in the OpenSearch cluster. </a:t>
          </a:r>
          <a:endParaRPr lang="en-US" sz="1500" kern="1200"/>
        </a:p>
      </dsp:txBody>
      <dsp:txXfrm>
        <a:off x="692764" y="751152"/>
        <a:ext cx="9822835" cy="599796"/>
      </dsp:txXfrm>
    </dsp:sp>
    <dsp:sp modelId="{94E604F5-3D9C-4E7C-8A2F-47E2DEF1E61F}">
      <dsp:nvSpPr>
        <dsp:cNvPr id="0" name=""/>
        <dsp:cNvSpPr/>
      </dsp:nvSpPr>
      <dsp:spPr>
        <a:xfrm>
          <a:off x="0" y="1500898"/>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81009C-E1D1-4856-B292-197F21244B03}">
      <dsp:nvSpPr>
        <dsp:cNvPr id="0" name=""/>
        <dsp:cNvSpPr/>
      </dsp:nvSpPr>
      <dsp:spPr>
        <a:xfrm>
          <a:off x="181438" y="1635852"/>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8BEC67-102F-4ED4-9F3B-E10D4F7D937B}">
      <dsp:nvSpPr>
        <dsp:cNvPr id="0" name=""/>
        <dsp:cNvSpPr/>
      </dsp:nvSpPr>
      <dsp:spPr>
        <a:xfrm>
          <a:off x="692764" y="1500898"/>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IN" sz="1500" b="1" kern="1200"/>
            <a:t>Each shard is a complete Lucene index on its own.</a:t>
          </a:r>
          <a:r>
            <a:rPr lang="en-IN" sz="1500" kern="1200"/>
            <a:t> This allows different parts of the dataset to be stored and searched independently while still appearing to the application as one OpenSearch index. </a:t>
          </a:r>
          <a:endParaRPr lang="en-US" sz="1500" kern="1200"/>
        </a:p>
      </dsp:txBody>
      <dsp:txXfrm>
        <a:off x="692764" y="1500898"/>
        <a:ext cx="9822835" cy="599796"/>
      </dsp:txXfrm>
    </dsp:sp>
    <dsp:sp modelId="{563C8ED7-0372-43B9-BC47-988117BB7B8E}">
      <dsp:nvSpPr>
        <dsp:cNvPr id="0" name=""/>
        <dsp:cNvSpPr/>
      </dsp:nvSpPr>
      <dsp:spPr>
        <a:xfrm>
          <a:off x="0" y="2250643"/>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6963C3-4D34-4598-B956-8BE7916A6315}">
      <dsp:nvSpPr>
        <dsp:cNvPr id="0" name=""/>
        <dsp:cNvSpPr/>
      </dsp:nvSpPr>
      <dsp:spPr>
        <a:xfrm>
          <a:off x="181438" y="2385597"/>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1B13D8-A7BF-4EF6-96B7-29809A45EF87}">
      <dsp:nvSpPr>
        <dsp:cNvPr id="0" name=""/>
        <dsp:cNvSpPr/>
      </dsp:nvSpPr>
      <dsp:spPr>
        <a:xfrm>
          <a:off x="692764" y="2250643"/>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IN" sz="1500" kern="1200"/>
            <a:t>The benefit is that </a:t>
          </a:r>
          <a:r>
            <a:rPr lang="en-IN" sz="1500" b="1" kern="1200"/>
            <a:t>search and storage work can be distributed across the cluster</a:t>
          </a:r>
          <a:r>
            <a:rPr lang="en-IN" sz="1500" kern="1200"/>
            <a:t>. If the dataset becomes larger, multiple nodes can share the workload instead of forcing one node to manage everything. </a:t>
          </a:r>
          <a:endParaRPr lang="en-US" sz="1500" kern="1200"/>
        </a:p>
      </dsp:txBody>
      <dsp:txXfrm>
        <a:off x="692764" y="2250643"/>
        <a:ext cx="9822835" cy="599796"/>
      </dsp:txXfrm>
    </dsp:sp>
    <dsp:sp modelId="{FEEF52B2-4087-4D36-B808-69A33A030D01}">
      <dsp:nvSpPr>
        <dsp:cNvPr id="0" name=""/>
        <dsp:cNvSpPr/>
      </dsp:nvSpPr>
      <dsp:spPr>
        <a:xfrm>
          <a:off x="0" y="3000388"/>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9CF28D-E441-4ADC-9FFC-A59D1C26D6A2}">
      <dsp:nvSpPr>
        <dsp:cNvPr id="0" name=""/>
        <dsp:cNvSpPr/>
      </dsp:nvSpPr>
      <dsp:spPr>
        <a:xfrm>
          <a:off x="181438" y="3135342"/>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7DEDEB-03C0-4DD7-8825-166A7009C448}">
      <dsp:nvSpPr>
        <dsp:cNvPr id="0" name=""/>
        <dsp:cNvSpPr/>
      </dsp:nvSpPr>
      <dsp:spPr>
        <a:xfrm>
          <a:off x="692764" y="3000388"/>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IN" sz="1500" b="1" kern="1200"/>
            <a:t>Easy Way to Think About It</a:t>
          </a:r>
          <a:endParaRPr lang="en-US" sz="1500" kern="1200"/>
        </a:p>
      </dsp:txBody>
      <dsp:txXfrm>
        <a:off x="692764" y="3000388"/>
        <a:ext cx="9822835" cy="599796"/>
      </dsp:txXfrm>
    </dsp:sp>
    <dsp:sp modelId="{59BB1C89-45DC-42D2-9E82-E069621A4546}">
      <dsp:nvSpPr>
        <dsp:cNvPr id="0" name=""/>
        <dsp:cNvSpPr/>
      </dsp:nvSpPr>
      <dsp:spPr>
        <a:xfrm>
          <a:off x="0" y="3750134"/>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6C24E7-5558-498B-B1E2-DBA64E590AD5}">
      <dsp:nvSpPr>
        <dsp:cNvPr id="0" name=""/>
        <dsp:cNvSpPr/>
      </dsp:nvSpPr>
      <dsp:spPr>
        <a:xfrm>
          <a:off x="181438" y="3885088"/>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689E0B-898B-4B4A-9B08-05801B469C0A}">
      <dsp:nvSpPr>
        <dsp:cNvPr id="0" name=""/>
        <dsp:cNvSpPr/>
      </dsp:nvSpPr>
      <dsp:spPr>
        <a:xfrm>
          <a:off x="692764" y="3750134"/>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IN" sz="1500" kern="1200"/>
            <a:t>A large book can be divided into several sections and given to different people to search at the same time. Each person searches their section, and the results are combined afterward.</a:t>
          </a:r>
          <a:endParaRPr lang="en-US" sz="1500" kern="1200"/>
        </a:p>
      </dsp:txBody>
      <dsp:txXfrm>
        <a:off x="692764" y="3750134"/>
        <a:ext cx="9822835" cy="59979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DAC4F4-BD5E-44EB-978A-A65716740BC6}">
      <dsp:nvSpPr>
        <dsp:cNvPr id="0" name=""/>
        <dsp:cNvSpPr/>
      </dsp:nvSpPr>
      <dsp:spPr>
        <a:xfrm>
          <a:off x="1592967" y="99819"/>
          <a:ext cx="970357" cy="97035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0CAF43-3714-4990-A3BC-F57BBBB9D48B}">
      <dsp:nvSpPr>
        <dsp:cNvPr id="0" name=""/>
        <dsp:cNvSpPr/>
      </dsp:nvSpPr>
      <dsp:spPr>
        <a:xfrm>
          <a:off x="1796742" y="303594"/>
          <a:ext cx="562807" cy="5628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204E85-5E7A-4172-90AF-462D97C7A3AC}">
      <dsp:nvSpPr>
        <dsp:cNvPr id="0" name=""/>
        <dsp:cNvSpPr/>
      </dsp:nvSpPr>
      <dsp:spPr>
        <a:xfrm>
          <a:off x="2771258" y="99819"/>
          <a:ext cx="2287271" cy="9703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kern="1200"/>
            <a:t>OpenSearch also needs a way to protect data and continue serving searches when something goes wrong.</a:t>
          </a:r>
          <a:endParaRPr lang="en-US" sz="1100" kern="1200"/>
        </a:p>
      </dsp:txBody>
      <dsp:txXfrm>
        <a:off x="2771258" y="99819"/>
        <a:ext cx="2287271" cy="970357"/>
      </dsp:txXfrm>
    </dsp:sp>
    <dsp:sp modelId="{F716AEC3-FA67-4632-8E89-F258B30121DF}">
      <dsp:nvSpPr>
        <dsp:cNvPr id="0" name=""/>
        <dsp:cNvSpPr/>
      </dsp:nvSpPr>
      <dsp:spPr>
        <a:xfrm>
          <a:off x="5457069" y="99819"/>
          <a:ext cx="970357" cy="97035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B71ADB-812D-403E-B13E-CB2C82D498B4}">
      <dsp:nvSpPr>
        <dsp:cNvPr id="0" name=""/>
        <dsp:cNvSpPr/>
      </dsp:nvSpPr>
      <dsp:spPr>
        <a:xfrm>
          <a:off x="5660844" y="303594"/>
          <a:ext cx="562807" cy="5628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4B3973-B8A4-4B5E-8273-CDA14E125EC3}">
      <dsp:nvSpPr>
        <dsp:cNvPr id="0" name=""/>
        <dsp:cNvSpPr/>
      </dsp:nvSpPr>
      <dsp:spPr>
        <a:xfrm>
          <a:off x="6635361" y="99819"/>
          <a:ext cx="2287271" cy="9703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b="1" kern="1200"/>
            <a:t>A primary shard is the main copy of a section of the index.</a:t>
          </a:r>
          <a:r>
            <a:rPr lang="en-IN" sz="1100" kern="1200"/>
            <a:t> When new information is written, the write request is first handled by the appropriate primary shard. </a:t>
          </a:r>
          <a:endParaRPr lang="en-US" sz="1100" kern="1200"/>
        </a:p>
      </dsp:txBody>
      <dsp:txXfrm>
        <a:off x="6635361" y="99819"/>
        <a:ext cx="2287271" cy="970357"/>
      </dsp:txXfrm>
    </dsp:sp>
    <dsp:sp modelId="{D6D1ECD3-8A4B-4EA8-8F47-83704A118114}">
      <dsp:nvSpPr>
        <dsp:cNvPr id="0" name=""/>
        <dsp:cNvSpPr/>
      </dsp:nvSpPr>
      <dsp:spPr>
        <a:xfrm>
          <a:off x="1592967" y="1871420"/>
          <a:ext cx="970357" cy="97035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B7D192-C5AF-4349-8FA9-DB69F470DBD4}">
      <dsp:nvSpPr>
        <dsp:cNvPr id="0" name=""/>
        <dsp:cNvSpPr/>
      </dsp:nvSpPr>
      <dsp:spPr>
        <a:xfrm>
          <a:off x="1796742" y="2075195"/>
          <a:ext cx="562807" cy="5628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73F2A3-AD7F-41DF-85D1-8CECB1C675E2}">
      <dsp:nvSpPr>
        <dsp:cNvPr id="0" name=""/>
        <dsp:cNvSpPr/>
      </dsp:nvSpPr>
      <dsp:spPr>
        <a:xfrm>
          <a:off x="2771258" y="1871420"/>
          <a:ext cx="2287271" cy="9703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b="1" kern="1200"/>
            <a:t>A replica shard is another copy of that primary shard.</a:t>
          </a:r>
          <a:r>
            <a:rPr lang="en-IN" sz="1100" kern="1200"/>
            <a:t> After the primary receives the update, the information is copied to its replica. </a:t>
          </a:r>
          <a:endParaRPr lang="en-US" sz="1100" kern="1200"/>
        </a:p>
      </dsp:txBody>
      <dsp:txXfrm>
        <a:off x="2771258" y="1871420"/>
        <a:ext cx="2287271" cy="970357"/>
      </dsp:txXfrm>
    </dsp:sp>
    <dsp:sp modelId="{1229AFA7-9EBC-4AE1-A2BD-33D78309AA05}">
      <dsp:nvSpPr>
        <dsp:cNvPr id="0" name=""/>
        <dsp:cNvSpPr/>
      </dsp:nvSpPr>
      <dsp:spPr>
        <a:xfrm>
          <a:off x="5457069" y="1871420"/>
          <a:ext cx="970357" cy="97035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88F08D-50CE-4A66-BFA6-42ECA33A5DB8}">
      <dsp:nvSpPr>
        <dsp:cNvPr id="0" name=""/>
        <dsp:cNvSpPr/>
      </dsp:nvSpPr>
      <dsp:spPr>
        <a:xfrm>
          <a:off x="5660844" y="2075195"/>
          <a:ext cx="562807" cy="5628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0D7E0C-9EE2-411C-86EF-5775EE64242B}">
      <dsp:nvSpPr>
        <dsp:cNvPr id="0" name=""/>
        <dsp:cNvSpPr/>
      </dsp:nvSpPr>
      <dsp:spPr>
        <a:xfrm>
          <a:off x="6635361" y="1871420"/>
          <a:ext cx="2287271" cy="9703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b="1" kern="1200"/>
            <a:t>Read requests can be handled by either a primary or one of its replicas.</a:t>
          </a:r>
          <a:r>
            <a:rPr lang="en-IN" sz="1100" kern="1200"/>
            <a:t> This means replicas can help with availability and can also share some of the read workload. </a:t>
          </a:r>
          <a:endParaRPr lang="en-US" sz="1100" kern="1200"/>
        </a:p>
      </dsp:txBody>
      <dsp:txXfrm>
        <a:off x="6635361" y="1871420"/>
        <a:ext cx="2287271" cy="970357"/>
      </dsp:txXfrm>
    </dsp:sp>
    <dsp:sp modelId="{67B104B0-20EC-4022-8310-3020C0F0655D}">
      <dsp:nvSpPr>
        <dsp:cNvPr id="0" name=""/>
        <dsp:cNvSpPr/>
      </dsp:nvSpPr>
      <dsp:spPr>
        <a:xfrm>
          <a:off x="1592967" y="3643021"/>
          <a:ext cx="970357" cy="97035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CF6AD4-4CB0-41A8-B545-FD2283D91F58}">
      <dsp:nvSpPr>
        <dsp:cNvPr id="0" name=""/>
        <dsp:cNvSpPr/>
      </dsp:nvSpPr>
      <dsp:spPr>
        <a:xfrm>
          <a:off x="1796742" y="3846796"/>
          <a:ext cx="562807" cy="5628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28B2C1-C63A-4D74-915E-5B4EDCD3E2B4}">
      <dsp:nvSpPr>
        <dsp:cNvPr id="0" name=""/>
        <dsp:cNvSpPr/>
      </dsp:nvSpPr>
      <dsp:spPr>
        <a:xfrm>
          <a:off x="2771258" y="3643021"/>
          <a:ext cx="2287271" cy="9703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kern="1200"/>
            <a:t>If one node becomes unavailable, another node containing a replica can still hold a copy of that data. This is why replicas are important for building a more resilient search cluster. </a:t>
          </a:r>
          <a:endParaRPr lang="en-US" sz="1100" kern="1200"/>
        </a:p>
      </dsp:txBody>
      <dsp:txXfrm>
        <a:off x="2771258" y="3643021"/>
        <a:ext cx="2287271" cy="970357"/>
      </dsp:txXfrm>
    </dsp:sp>
    <dsp:sp modelId="{E4D73743-E62A-4BE2-A72C-69ED4FBA2444}">
      <dsp:nvSpPr>
        <dsp:cNvPr id="0" name=""/>
        <dsp:cNvSpPr/>
      </dsp:nvSpPr>
      <dsp:spPr>
        <a:xfrm>
          <a:off x="5457069" y="3643021"/>
          <a:ext cx="970357" cy="97035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66D7D9-2F13-4A9A-B5A8-82B401097F70}">
      <dsp:nvSpPr>
        <dsp:cNvPr id="0" name=""/>
        <dsp:cNvSpPr/>
      </dsp:nvSpPr>
      <dsp:spPr>
        <a:xfrm>
          <a:off x="5660844" y="3846796"/>
          <a:ext cx="562807" cy="5628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9AF96C-20D5-46C1-98A3-EA2298C89007}">
      <dsp:nvSpPr>
        <dsp:cNvPr id="0" name=""/>
        <dsp:cNvSpPr/>
      </dsp:nvSpPr>
      <dsp:spPr>
        <a:xfrm>
          <a:off x="6635361" y="3643021"/>
          <a:ext cx="2287271" cy="9703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kern="1200"/>
            <a:t>The course example shows primary and replica shards distributed across several nodes rather than storing all copies together on one machine.</a:t>
          </a:r>
          <a:endParaRPr lang="en-US" sz="1100" kern="1200"/>
        </a:p>
      </dsp:txBody>
      <dsp:txXfrm>
        <a:off x="6635361" y="3643021"/>
        <a:ext cx="2287271" cy="97035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4EC727-B99A-432B-8213-DFF9AA97E38F}">
      <dsp:nvSpPr>
        <dsp:cNvPr id="0" name=""/>
        <dsp:cNvSpPr/>
      </dsp:nvSpPr>
      <dsp:spPr>
        <a:xfrm>
          <a:off x="0" y="5797"/>
          <a:ext cx="10515600" cy="6945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86B9C2-B0D0-4BD1-9F16-043384B7B8E1}">
      <dsp:nvSpPr>
        <dsp:cNvPr id="0" name=""/>
        <dsp:cNvSpPr/>
      </dsp:nvSpPr>
      <dsp:spPr>
        <a:xfrm>
          <a:off x="210094" y="162065"/>
          <a:ext cx="382362" cy="38198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4E3FA2-EEC8-4EAE-89D4-67CE9A99C4AF}">
      <dsp:nvSpPr>
        <dsp:cNvPr id="0" name=""/>
        <dsp:cNvSpPr/>
      </dsp:nvSpPr>
      <dsp:spPr>
        <a:xfrm>
          <a:off x="802551" y="5797"/>
          <a:ext cx="9676791" cy="759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395" tIns="80395" rIns="80395" bIns="80395" numCol="1" spcCol="1270" anchor="ctr" anchorCtr="0">
          <a:noAutofit/>
        </a:bodyPr>
        <a:lstStyle/>
        <a:p>
          <a:pPr marL="0" lvl="0" indent="0" algn="l" defTabSz="622300">
            <a:lnSpc>
              <a:spcPct val="100000"/>
            </a:lnSpc>
            <a:spcBef>
              <a:spcPct val="0"/>
            </a:spcBef>
            <a:spcAft>
              <a:spcPct val="35000"/>
            </a:spcAft>
            <a:buNone/>
          </a:pPr>
          <a:r>
            <a:rPr lang="en-IN" sz="1400" b="1" kern="1200"/>
            <a:t>Amazon OpenSearch Service is the AWS-managed version of OpenSearch.</a:t>
          </a:r>
          <a:r>
            <a:rPr lang="en-IN" sz="1400" kern="1200"/>
            <a:t> AWS handles much of the infrastructure work, while the user still chooses important settings such as capacity, storage, networking, and the overall domain configuration. </a:t>
          </a:r>
          <a:endParaRPr lang="en-US" sz="1400" kern="1200"/>
        </a:p>
      </dsp:txBody>
      <dsp:txXfrm>
        <a:off x="802551" y="5797"/>
        <a:ext cx="9676791" cy="759638"/>
      </dsp:txXfrm>
    </dsp:sp>
    <dsp:sp modelId="{5109DBF5-8FEB-4F01-8A7E-C7B316D1EE03}">
      <dsp:nvSpPr>
        <dsp:cNvPr id="0" name=""/>
        <dsp:cNvSpPr/>
      </dsp:nvSpPr>
      <dsp:spPr>
        <a:xfrm>
          <a:off x="0" y="955345"/>
          <a:ext cx="10515600" cy="6945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9D49C8-DD88-48E9-9853-D54A9341C19E}">
      <dsp:nvSpPr>
        <dsp:cNvPr id="0" name=""/>
        <dsp:cNvSpPr/>
      </dsp:nvSpPr>
      <dsp:spPr>
        <a:xfrm>
          <a:off x="210094" y="1111613"/>
          <a:ext cx="382362" cy="38198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A29D0F-7A1C-4BB3-B6EB-88744994FD94}">
      <dsp:nvSpPr>
        <dsp:cNvPr id="0" name=""/>
        <dsp:cNvSpPr/>
      </dsp:nvSpPr>
      <dsp:spPr>
        <a:xfrm>
          <a:off x="802551" y="955345"/>
          <a:ext cx="9676791" cy="759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395" tIns="80395" rIns="80395" bIns="80395" numCol="1" spcCol="1270" anchor="ctr" anchorCtr="0">
          <a:noAutofit/>
        </a:bodyPr>
        <a:lstStyle/>
        <a:p>
          <a:pPr marL="0" lvl="0" indent="0" algn="l" defTabSz="622300">
            <a:lnSpc>
              <a:spcPct val="100000"/>
            </a:lnSpc>
            <a:spcBef>
              <a:spcPct val="0"/>
            </a:spcBef>
            <a:spcAft>
              <a:spcPct val="35000"/>
            </a:spcAft>
            <a:buNone/>
          </a:pPr>
          <a:r>
            <a:rPr lang="en-IN" sz="1400" b="1" kern="1200"/>
            <a:t>The managed service can be scaled up or down without downtime, but the course notes that this scaling is not automatically handled in the same way as the serverless option.</a:t>
          </a:r>
          <a:r>
            <a:rPr lang="en-IN" sz="1400" kern="1200"/>
            <a:t> The user still has responsibility for choosing an appropriate setup. </a:t>
          </a:r>
          <a:endParaRPr lang="en-US" sz="1400" kern="1200"/>
        </a:p>
      </dsp:txBody>
      <dsp:txXfrm>
        <a:off x="802551" y="955345"/>
        <a:ext cx="9676791" cy="759638"/>
      </dsp:txXfrm>
    </dsp:sp>
    <dsp:sp modelId="{2ED400F9-9501-46DE-9067-8C194129A54D}">
      <dsp:nvSpPr>
        <dsp:cNvPr id="0" name=""/>
        <dsp:cNvSpPr/>
      </dsp:nvSpPr>
      <dsp:spPr>
        <a:xfrm>
          <a:off x="0" y="1904892"/>
          <a:ext cx="10515600" cy="6945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7871AE-DAF8-40B8-9525-183D148B9BCD}">
      <dsp:nvSpPr>
        <dsp:cNvPr id="0" name=""/>
        <dsp:cNvSpPr/>
      </dsp:nvSpPr>
      <dsp:spPr>
        <a:xfrm>
          <a:off x="210094" y="2061161"/>
          <a:ext cx="382362" cy="38198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9F510D-3195-4DB3-BE41-E3EE0C9040B5}">
      <dsp:nvSpPr>
        <dsp:cNvPr id="0" name=""/>
        <dsp:cNvSpPr/>
      </dsp:nvSpPr>
      <dsp:spPr>
        <a:xfrm>
          <a:off x="802551" y="1904892"/>
          <a:ext cx="9676791" cy="759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395" tIns="80395" rIns="80395" bIns="80395" numCol="1" spcCol="1270" anchor="ctr" anchorCtr="0">
          <a:noAutofit/>
        </a:bodyPr>
        <a:lstStyle/>
        <a:p>
          <a:pPr marL="0" lvl="0" indent="0" algn="l" defTabSz="622300">
            <a:lnSpc>
              <a:spcPct val="100000"/>
            </a:lnSpc>
            <a:spcBef>
              <a:spcPct val="0"/>
            </a:spcBef>
            <a:spcAft>
              <a:spcPct val="35000"/>
            </a:spcAft>
            <a:buNone/>
          </a:pPr>
          <a:r>
            <a:rPr lang="en-IN" sz="1400" kern="1200"/>
            <a:t>Costs can come from </a:t>
          </a:r>
          <a:r>
            <a:rPr lang="en-IN" sz="1400" b="1" kern="1200"/>
            <a:t>instance hours, storage, and data transfer</a:t>
          </a:r>
          <a:r>
            <a:rPr lang="en-IN" sz="1400" kern="1200"/>
            <a:t>, so architecture decisions still matter even though AWS manages the underlying service. </a:t>
          </a:r>
          <a:endParaRPr lang="en-US" sz="1400" kern="1200"/>
        </a:p>
      </dsp:txBody>
      <dsp:txXfrm>
        <a:off x="802551" y="1904892"/>
        <a:ext cx="9676791" cy="759638"/>
      </dsp:txXfrm>
    </dsp:sp>
    <dsp:sp modelId="{903DB399-43E8-4EA6-8B8B-99C1D3F9BD23}">
      <dsp:nvSpPr>
        <dsp:cNvPr id="0" name=""/>
        <dsp:cNvSpPr/>
      </dsp:nvSpPr>
      <dsp:spPr>
        <a:xfrm>
          <a:off x="0" y="2854440"/>
          <a:ext cx="10515600" cy="6945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17DAEA-D0B1-4C96-AABE-E4D30577F555}">
      <dsp:nvSpPr>
        <dsp:cNvPr id="0" name=""/>
        <dsp:cNvSpPr/>
      </dsp:nvSpPr>
      <dsp:spPr>
        <a:xfrm>
          <a:off x="210094" y="3010709"/>
          <a:ext cx="382362" cy="38198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321EAC-5841-43EF-A7DA-71E79345D1C3}">
      <dsp:nvSpPr>
        <dsp:cNvPr id="0" name=""/>
        <dsp:cNvSpPr/>
      </dsp:nvSpPr>
      <dsp:spPr>
        <a:xfrm>
          <a:off x="802551" y="2854440"/>
          <a:ext cx="9676791" cy="759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395" tIns="80395" rIns="80395" bIns="80395" numCol="1" spcCol="1270" anchor="ctr" anchorCtr="0">
          <a:noAutofit/>
        </a:bodyPr>
        <a:lstStyle/>
        <a:p>
          <a:pPr marL="0" lvl="0" indent="0" algn="l" defTabSz="622300">
            <a:lnSpc>
              <a:spcPct val="100000"/>
            </a:lnSpc>
            <a:spcBef>
              <a:spcPct val="0"/>
            </a:spcBef>
            <a:spcAft>
              <a:spcPct val="35000"/>
            </a:spcAft>
            <a:buNone/>
          </a:pPr>
          <a:r>
            <a:rPr lang="en-IN" sz="1400" kern="1200"/>
            <a:t>OpenSearch integrates with several AWS services. The course mentions connections with </a:t>
          </a:r>
          <a:r>
            <a:rPr lang="en-IN" sz="1400" b="1" kern="1200"/>
            <a:t>Amazon S3, Kinesis Data Streams, DynamoDB Streams, CloudWatch, and CloudTrail</a:t>
          </a:r>
          <a:r>
            <a:rPr lang="en-IN" sz="1400" kern="1200"/>
            <a:t>. </a:t>
          </a:r>
          <a:endParaRPr lang="en-US" sz="1400" kern="1200"/>
        </a:p>
      </dsp:txBody>
      <dsp:txXfrm>
        <a:off x="802551" y="2854440"/>
        <a:ext cx="9676791" cy="759638"/>
      </dsp:txXfrm>
    </dsp:sp>
    <dsp:sp modelId="{8613C1E1-DBD1-4F11-8E3B-72BF037C608D}">
      <dsp:nvSpPr>
        <dsp:cNvPr id="0" name=""/>
        <dsp:cNvSpPr/>
      </dsp:nvSpPr>
      <dsp:spPr>
        <a:xfrm>
          <a:off x="0" y="3803988"/>
          <a:ext cx="10515600" cy="6945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32CCF6-2B6A-4C97-AA7B-C313163B8C76}">
      <dsp:nvSpPr>
        <dsp:cNvPr id="0" name=""/>
        <dsp:cNvSpPr/>
      </dsp:nvSpPr>
      <dsp:spPr>
        <a:xfrm>
          <a:off x="210094" y="3960256"/>
          <a:ext cx="382362" cy="38198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BA37B8-9F64-4853-B4FB-CB9E916C892E}">
      <dsp:nvSpPr>
        <dsp:cNvPr id="0" name=""/>
        <dsp:cNvSpPr/>
      </dsp:nvSpPr>
      <dsp:spPr>
        <a:xfrm>
          <a:off x="802551" y="3803988"/>
          <a:ext cx="9676791" cy="759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395" tIns="80395" rIns="80395" bIns="80395" numCol="1" spcCol="1270" anchor="ctr" anchorCtr="0">
          <a:noAutofit/>
        </a:bodyPr>
        <a:lstStyle/>
        <a:p>
          <a:pPr marL="0" lvl="0" indent="0" algn="l" defTabSz="622300">
            <a:lnSpc>
              <a:spcPct val="100000"/>
            </a:lnSpc>
            <a:spcBef>
              <a:spcPct val="0"/>
            </a:spcBef>
            <a:spcAft>
              <a:spcPct val="35000"/>
            </a:spcAft>
            <a:buNone/>
          </a:pPr>
          <a:r>
            <a:rPr lang="en-IN" sz="1400" b="1" kern="1200"/>
            <a:t>Zone Awareness can distribute OpenSearch resources across Availability Zones.</a:t>
          </a:r>
          <a:r>
            <a:rPr lang="en-IN" sz="1400" kern="1200"/>
            <a:t> This helps reduce the risk of one infrastructure failure affecting the entire search workload.</a:t>
          </a:r>
          <a:endParaRPr lang="en-US" sz="1400" kern="1200"/>
        </a:p>
      </dsp:txBody>
      <dsp:txXfrm>
        <a:off x="802551" y="3803988"/>
        <a:ext cx="9676791" cy="75963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237C1D-763E-42D3-8F31-5D4A2849B57B}">
      <dsp:nvSpPr>
        <dsp:cNvPr id="0" name=""/>
        <dsp:cNvSpPr/>
      </dsp:nvSpPr>
      <dsp:spPr>
        <a:xfrm>
          <a:off x="0" y="178767"/>
          <a:ext cx="10515600" cy="43918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kern="1200"/>
            <a:t>OpenSearch is powerful, but it is not the correct solution for every data problem.</a:t>
          </a:r>
          <a:endParaRPr lang="en-US" sz="1100" kern="1200"/>
        </a:p>
      </dsp:txBody>
      <dsp:txXfrm>
        <a:off x="21439" y="200206"/>
        <a:ext cx="10472722" cy="396310"/>
      </dsp:txXfrm>
    </dsp:sp>
    <dsp:sp modelId="{25F349BA-F515-485A-B1EC-011C4EB9D31C}">
      <dsp:nvSpPr>
        <dsp:cNvPr id="0" name=""/>
        <dsp:cNvSpPr/>
      </dsp:nvSpPr>
      <dsp:spPr>
        <a:xfrm>
          <a:off x="0" y="649635"/>
          <a:ext cx="10515600" cy="43918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1" kern="1200"/>
            <a:t>Performance Issues</a:t>
          </a:r>
          <a:endParaRPr lang="en-US" sz="1100" kern="1200"/>
        </a:p>
      </dsp:txBody>
      <dsp:txXfrm>
        <a:off x="21439" y="671074"/>
        <a:ext cx="10472722" cy="396310"/>
      </dsp:txXfrm>
    </dsp:sp>
    <dsp:sp modelId="{EF9C94E6-25A9-4231-AA84-473E0C4C9768}">
      <dsp:nvSpPr>
        <dsp:cNvPr id="0" name=""/>
        <dsp:cNvSpPr/>
      </dsp:nvSpPr>
      <dsp:spPr>
        <a:xfrm>
          <a:off x="0" y="1120504"/>
          <a:ext cx="10515600" cy="43918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1" kern="1200"/>
            <a:t>Too many shards can create JVM memory pressure.</a:t>
          </a:r>
          <a:r>
            <a:rPr lang="en-IN" sz="1100" kern="1200"/>
            <a:t> Each shard requires resources, so creating a very large number of small shards can make the cluster harder to manage instead of improving performance. </a:t>
          </a:r>
          <a:endParaRPr lang="en-US" sz="1100" kern="1200"/>
        </a:p>
      </dsp:txBody>
      <dsp:txXfrm>
        <a:off x="21439" y="1141943"/>
        <a:ext cx="10472722" cy="396310"/>
      </dsp:txXfrm>
    </dsp:sp>
    <dsp:sp modelId="{D7D91447-5095-4B5C-8A7E-5957C9E39E43}">
      <dsp:nvSpPr>
        <dsp:cNvPr id="0" name=""/>
        <dsp:cNvSpPr/>
      </dsp:nvSpPr>
      <dsp:spPr>
        <a:xfrm>
          <a:off x="0" y="1591373"/>
          <a:ext cx="10515600" cy="43918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1" kern="1200"/>
            <a:t>Unbalanced shard placement can also create problems.</a:t>
          </a:r>
          <a:r>
            <a:rPr lang="en-IN" sz="1100" kern="1200"/>
            <a:t> If one node receives much more work than others, that node may become overloaded even though the rest of the cluster still has available capacity. </a:t>
          </a:r>
          <a:endParaRPr lang="en-US" sz="1100" kern="1200"/>
        </a:p>
      </dsp:txBody>
      <dsp:txXfrm>
        <a:off x="21439" y="1612812"/>
        <a:ext cx="10472722" cy="396310"/>
      </dsp:txXfrm>
    </dsp:sp>
    <dsp:sp modelId="{CFB7F17E-3F70-4B93-A1A4-D2131493ED22}">
      <dsp:nvSpPr>
        <dsp:cNvPr id="0" name=""/>
        <dsp:cNvSpPr/>
      </dsp:nvSpPr>
      <dsp:spPr>
        <a:xfrm>
          <a:off x="0" y="2062242"/>
          <a:ext cx="10515600" cy="43918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kern="1200"/>
            <a:t>Removing old or unused indices can help reduce unnecessary storage and memory pressure. </a:t>
          </a:r>
          <a:endParaRPr lang="en-US" sz="1100" kern="1200"/>
        </a:p>
      </dsp:txBody>
      <dsp:txXfrm>
        <a:off x="21439" y="2083681"/>
        <a:ext cx="10472722" cy="396310"/>
      </dsp:txXfrm>
    </dsp:sp>
    <dsp:sp modelId="{00B3BF71-794A-4D31-B8F8-043BC726DD61}">
      <dsp:nvSpPr>
        <dsp:cNvPr id="0" name=""/>
        <dsp:cNvSpPr/>
      </dsp:nvSpPr>
      <dsp:spPr>
        <a:xfrm>
          <a:off x="0" y="2533110"/>
          <a:ext cx="10515600" cy="43918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1" kern="1200"/>
            <a:t>When OpenSearch Is Not the Right Tool</a:t>
          </a:r>
          <a:endParaRPr lang="en-US" sz="1100" kern="1200"/>
        </a:p>
      </dsp:txBody>
      <dsp:txXfrm>
        <a:off x="21439" y="2554549"/>
        <a:ext cx="10472722" cy="396310"/>
      </dsp:txXfrm>
    </dsp:sp>
    <dsp:sp modelId="{B87BA6D4-D0D9-443D-ACB6-51DB7041F666}">
      <dsp:nvSpPr>
        <dsp:cNvPr id="0" name=""/>
        <dsp:cNvSpPr/>
      </dsp:nvSpPr>
      <dsp:spPr>
        <a:xfrm>
          <a:off x="0" y="3003979"/>
          <a:ext cx="10515600" cy="43918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kern="1200"/>
            <a:t>The course specifically says OpenSearch is </a:t>
          </a:r>
          <a:r>
            <a:rPr lang="en-IN" sz="1100" b="1" kern="1200"/>
            <a:t>not designed for OLTP-style transactional workloads</a:t>
          </a:r>
          <a:r>
            <a:rPr lang="en-IN" sz="1100" kern="1200"/>
            <a:t>. When an application needs transactions, RDS or DynamoDB may be a better fit. </a:t>
          </a:r>
          <a:endParaRPr lang="en-US" sz="1100" kern="1200"/>
        </a:p>
      </dsp:txBody>
      <dsp:txXfrm>
        <a:off x="21439" y="3025418"/>
        <a:ext cx="10472722" cy="396310"/>
      </dsp:txXfrm>
    </dsp:sp>
    <dsp:sp modelId="{311DE00A-D0F4-4D5E-B7D2-E47FF587BF43}">
      <dsp:nvSpPr>
        <dsp:cNvPr id="0" name=""/>
        <dsp:cNvSpPr/>
      </dsp:nvSpPr>
      <dsp:spPr>
        <a:xfrm>
          <a:off x="0" y="3474848"/>
          <a:ext cx="10515600" cy="43918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kern="1200"/>
            <a:t>For general ad-hoc querying of data, the course points toward </a:t>
          </a:r>
          <a:r>
            <a:rPr lang="en-IN" sz="1100" b="1" kern="1200"/>
            <a:t>Athena</a:t>
          </a:r>
          <a:r>
            <a:rPr lang="en-IN" sz="1100" kern="1200"/>
            <a:t> instead. </a:t>
          </a:r>
          <a:endParaRPr lang="en-US" sz="1100" kern="1200"/>
        </a:p>
      </dsp:txBody>
      <dsp:txXfrm>
        <a:off x="21439" y="3496287"/>
        <a:ext cx="10472722" cy="396310"/>
      </dsp:txXfrm>
    </dsp:sp>
    <dsp:sp modelId="{25387353-0063-4A2A-9D4F-7B447E308D11}">
      <dsp:nvSpPr>
        <dsp:cNvPr id="0" name=""/>
        <dsp:cNvSpPr/>
      </dsp:nvSpPr>
      <dsp:spPr>
        <a:xfrm>
          <a:off x="0" y="3945717"/>
          <a:ext cx="10515600" cy="43918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1" kern="1200"/>
            <a:t>Main lesson:</a:t>
          </a:r>
          <a:r>
            <a:rPr lang="en-IN" sz="1100" kern="1200"/>
            <a:t> OpenSearch is mainly designed for </a:t>
          </a:r>
          <a:r>
            <a:rPr lang="en-IN" sz="1100" b="1" kern="1200"/>
            <a:t>search and analytics</a:t>
          </a:r>
          <a:r>
            <a:rPr lang="en-IN" sz="1100" kern="1200"/>
            <a:t>, so it should be selected because the workload actually needs those capabilities.</a:t>
          </a:r>
          <a:endParaRPr lang="en-US" sz="1100" kern="1200"/>
        </a:p>
      </dsp:txBody>
      <dsp:txXfrm>
        <a:off x="21439" y="3967156"/>
        <a:ext cx="10472722" cy="39631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887C5A-195A-466D-B189-E535B848F8EB}">
      <dsp:nvSpPr>
        <dsp:cNvPr id="0" name=""/>
        <dsp:cNvSpPr/>
      </dsp:nvSpPr>
      <dsp:spPr>
        <a:xfrm>
          <a:off x="0" y="2496"/>
          <a:ext cx="10515600" cy="46750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2E78E8-43D6-4CBA-99FD-5D2EBC3EC2AD}">
      <dsp:nvSpPr>
        <dsp:cNvPr id="0" name=""/>
        <dsp:cNvSpPr/>
      </dsp:nvSpPr>
      <dsp:spPr>
        <a:xfrm>
          <a:off x="141420" y="107685"/>
          <a:ext cx="257379" cy="2571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61E8C8-A5F2-459F-907B-E6FF373C9372}">
      <dsp:nvSpPr>
        <dsp:cNvPr id="0" name=""/>
        <dsp:cNvSpPr/>
      </dsp:nvSpPr>
      <dsp:spPr>
        <a:xfrm>
          <a:off x="540220" y="2496"/>
          <a:ext cx="9950973" cy="511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4116" tIns="54116" rIns="54116" bIns="54116" numCol="1" spcCol="1270" anchor="ctr" anchorCtr="0">
          <a:noAutofit/>
        </a:bodyPr>
        <a:lstStyle/>
        <a:p>
          <a:pPr marL="0" lvl="0" indent="0" algn="l" defTabSz="622300">
            <a:lnSpc>
              <a:spcPct val="100000"/>
            </a:lnSpc>
            <a:spcBef>
              <a:spcPct val="0"/>
            </a:spcBef>
            <a:spcAft>
              <a:spcPct val="35000"/>
            </a:spcAft>
            <a:buNone/>
          </a:pPr>
          <a:r>
            <a:rPr lang="en-IN" sz="1400" kern="1200"/>
            <a:t>Searching every stored vector one by one would become slow when the vector database contains millions of items.</a:t>
          </a:r>
          <a:endParaRPr lang="en-US" sz="1400" kern="1200"/>
        </a:p>
      </dsp:txBody>
      <dsp:txXfrm>
        <a:off x="540220" y="2496"/>
        <a:ext cx="9950973" cy="511334"/>
      </dsp:txXfrm>
    </dsp:sp>
    <dsp:sp modelId="{C8DAC702-BD09-4FAC-AD14-413D22207BBE}">
      <dsp:nvSpPr>
        <dsp:cNvPr id="0" name=""/>
        <dsp:cNvSpPr/>
      </dsp:nvSpPr>
      <dsp:spPr>
        <a:xfrm>
          <a:off x="0" y="641664"/>
          <a:ext cx="10515600" cy="46750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A68E49-F138-4172-AF62-1E8924AF8EE3}">
      <dsp:nvSpPr>
        <dsp:cNvPr id="0" name=""/>
        <dsp:cNvSpPr/>
      </dsp:nvSpPr>
      <dsp:spPr>
        <a:xfrm>
          <a:off x="141420" y="746853"/>
          <a:ext cx="257379" cy="2571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5772F2-883D-4E06-8482-C0A6CD98F7E4}">
      <dsp:nvSpPr>
        <dsp:cNvPr id="0" name=""/>
        <dsp:cNvSpPr/>
      </dsp:nvSpPr>
      <dsp:spPr>
        <a:xfrm>
          <a:off x="540220" y="641664"/>
          <a:ext cx="9950973" cy="511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4116" tIns="54116" rIns="54116" bIns="54116" numCol="1" spcCol="1270" anchor="ctr" anchorCtr="0">
          <a:noAutofit/>
        </a:bodyPr>
        <a:lstStyle/>
        <a:p>
          <a:pPr marL="0" lvl="0" indent="0" algn="l" defTabSz="622300">
            <a:lnSpc>
              <a:spcPct val="100000"/>
            </a:lnSpc>
            <a:spcBef>
              <a:spcPct val="0"/>
            </a:spcBef>
            <a:spcAft>
              <a:spcPct val="35000"/>
            </a:spcAft>
            <a:buNone/>
          </a:pPr>
          <a:r>
            <a:rPr lang="en-IN" sz="1400" b="1" kern="1200"/>
            <a:t>Exact Nearest Neighbor search compares very thoroughly, but the course notes that it can be slow.</a:t>
          </a:r>
          <a:r>
            <a:rPr lang="en-IN" sz="1400" kern="1200"/>
            <a:t> Because of this, large vector systems often use Approximate Nearest Neighbor, or ANN, methods. </a:t>
          </a:r>
          <a:endParaRPr lang="en-US" sz="1400" kern="1200"/>
        </a:p>
      </dsp:txBody>
      <dsp:txXfrm>
        <a:off x="540220" y="641664"/>
        <a:ext cx="9950973" cy="511334"/>
      </dsp:txXfrm>
    </dsp:sp>
    <dsp:sp modelId="{4EADD49A-02B1-44C0-ABDF-B267C8541C5F}">
      <dsp:nvSpPr>
        <dsp:cNvPr id="0" name=""/>
        <dsp:cNvSpPr/>
      </dsp:nvSpPr>
      <dsp:spPr>
        <a:xfrm>
          <a:off x="0" y="1280833"/>
          <a:ext cx="10515600" cy="46750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A6A078-F908-41A4-8D76-F88BB457C0EA}">
      <dsp:nvSpPr>
        <dsp:cNvPr id="0" name=""/>
        <dsp:cNvSpPr/>
      </dsp:nvSpPr>
      <dsp:spPr>
        <a:xfrm>
          <a:off x="141420" y="1386021"/>
          <a:ext cx="257379" cy="2571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48E603-C12A-415D-899E-963324187433}">
      <dsp:nvSpPr>
        <dsp:cNvPr id="0" name=""/>
        <dsp:cNvSpPr/>
      </dsp:nvSpPr>
      <dsp:spPr>
        <a:xfrm>
          <a:off x="540220" y="1280833"/>
          <a:ext cx="9950973" cy="511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4116" tIns="54116" rIns="54116" bIns="54116" numCol="1" spcCol="1270" anchor="ctr" anchorCtr="0">
          <a:noAutofit/>
        </a:bodyPr>
        <a:lstStyle/>
        <a:p>
          <a:pPr marL="0" lvl="0" indent="0" algn="l" defTabSz="622300">
            <a:lnSpc>
              <a:spcPct val="100000"/>
            </a:lnSpc>
            <a:spcBef>
              <a:spcPct val="0"/>
            </a:spcBef>
            <a:spcAft>
              <a:spcPct val="35000"/>
            </a:spcAft>
            <a:buNone/>
          </a:pPr>
          <a:r>
            <a:rPr lang="en-IN" sz="1400" kern="1200"/>
            <a:t>OpenSearch supports vector-search engines such as </a:t>
          </a:r>
          <a:r>
            <a:rPr lang="en-IN" sz="1400" b="1" kern="1200"/>
            <a:t>FAISS, NMSLib, and Apache Lucene</a:t>
          </a:r>
          <a:r>
            <a:rPr lang="en-IN" sz="1400" kern="1200"/>
            <a:t>. </a:t>
          </a:r>
          <a:endParaRPr lang="en-US" sz="1400" kern="1200"/>
        </a:p>
      </dsp:txBody>
      <dsp:txXfrm>
        <a:off x="540220" y="1280833"/>
        <a:ext cx="9950973" cy="511334"/>
      </dsp:txXfrm>
    </dsp:sp>
    <dsp:sp modelId="{BF0CDA93-5B82-4618-834E-D10D09F55BC7}">
      <dsp:nvSpPr>
        <dsp:cNvPr id="0" name=""/>
        <dsp:cNvSpPr/>
      </dsp:nvSpPr>
      <dsp:spPr>
        <a:xfrm>
          <a:off x="0" y="1920001"/>
          <a:ext cx="10515600" cy="46750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A29AC2-B480-4962-B4A1-CDD314B306FB}">
      <dsp:nvSpPr>
        <dsp:cNvPr id="0" name=""/>
        <dsp:cNvSpPr/>
      </dsp:nvSpPr>
      <dsp:spPr>
        <a:xfrm>
          <a:off x="141420" y="2025190"/>
          <a:ext cx="257379" cy="2571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53CE6C-1A97-43C5-B5DA-C1059BDF9230}">
      <dsp:nvSpPr>
        <dsp:cNvPr id="0" name=""/>
        <dsp:cNvSpPr/>
      </dsp:nvSpPr>
      <dsp:spPr>
        <a:xfrm>
          <a:off x="540220" y="1920001"/>
          <a:ext cx="9950973" cy="511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4116" tIns="54116" rIns="54116" bIns="54116" numCol="1" spcCol="1270" anchor="ctr" anchorCtr="0">
          <a:noAutofit/>
        </a:bodyPr>
        <a:lstStyle/>
        <a:p>
          <a:pPr marL="0" lvl="0" indent="0" algn="l" defTabSz="622300">
            <a:lnSpc>
              <a:spcPct val="100000"/>
            </a:lnSpc>
            <a:spcBef>
              <a:spcPct val="0"/>
            </a:spcBef>
            <a:spcAft>
              <a:spcPct val="35000"/>
            </a:spcAft>
            <a:buNone/>
          </a:pPr>
          <a:r>
            <a:rPr lang="en-IN" sz="1400" b="1" kern="1200"/>
            <a:t>HNSW, or Hierarchical Navigable Small World, builds a graph that helps the system move quickly toward nearby vectors.</a:t>
          </a:r>
          <a:r>
            <a:rPr lang="en-IN" sz="1400" kern="1200"/>
            <a:t> It can provide high-quality search results, but it may require significant memory. </a:t>
          </a:r>
          <a:endParaRPr lang="en-US" sz="1400" kern="1200"/>
        </a:p>
      </dsp:txBody>
      <dsp:txXfrm>
        <a:off x="540220" y="1920001"/>
        <a:ext cx="9950973" cy="511334"/>
      </dsp:txXfrm>
    </dsp:sp>
    <dsp:sp modelId="{8AE36F03-1FAC-4A52-A0FE-0A76358C5208}">
      <dsp:nvSpPr>
        <dsp:cNvPr id="0" name=""/>
        <dsp:cNvSpPr/>
      </dsp:nvSpPr>
      <dsp:spPr>
        <a:xfrm>
          <a:off x="0" y="2559170"/>
          <a:ext cx="10515600" cy="46750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FF189A-B6D1-450B-A19D-AE8B8C298BC5}">
      <dsp:nvSpPr>
        <dsp:cNvPr id="0" name=""/>
        <dsp:cNvSpPr/>
      </dsp:nvSpPr>
      <dsp:spPr>
        <a:xfrm>
          <a:off x="141420" y="2664358"/>
          <a:ext cx="257379" cy="2571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FF44B0-DFD2-4BA5-80C5-44EBCF1F7D3F}">
      <dsp:nvSpPr>
        <dsp:cNvPr id="0" name=""/>
        <dsp:cNvSpPr/>
      </dsp:nvSpPr>
      <dsp:spPr>
        <a:xfrm>
          <a:off x="540220" y="2559170"/>
          <a:ext cx="9950973" cy="511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4116" tIns="54116" rIns="54116" bIns="54116" numCol="1" spcCol="1270" anchor="ctr" anchorCtr="0">
          <a:noAutofit/>
        </a:bodyPr>
        <a:lstStyle/>
        <a:p>
          <a:pPr marL="0" lvl="0" indent="0" algn="l" defTabSz="622300">
            <a:lnSpc>
              <a:spcPct val="100000"/>
            </a:lnSpc>
            <a:spcBef>
              <a:spcPct val="0"/>
            </a:spcBef>
            <a:spcAft>
              <a:spcPct val="35000"/>
            </a:spcAft>
            <a:buNone/>
          </a:pPr>
          <a:r>
            <a:rPr lang="en-IN" sz="1400" b="1" kern="1200"/>
            <a:t>IVF, or Inverted File, groups vectors into areas before searching.</a:t>
          </a:r>
          <a:r>
            <a:rPr lang="en-IN" sz="1400" kern="1200"/>
            <a:t> This can work better with very large datasets because the system searches selected groups instead of examining every vector. </a:t>
          </a:r>
          <a:endParaRPr lang="en-US" sz="1400" kern="1200"/>
        </a:p>
      </dsp:txBody>
      <dsp:txXfrm>
        <a:off x="540220" y="2559170"/>
        <a:ext cx="9950973" cy="511334"/>
      </dsp:txXfrm>
    </dsp:sp>
    <dsp:sp modelId="{95B34D4C-79A7-44AC-B83E-3CCAA50D38E8}">
      <dsp:nvSpPr>
        <dsp:cNvPr id="0" name=""/>
        <dsp:cNvSpPr/>
      </dsp:nvSpPr>
      <dsp:spPr>
        <a:xfrm>
          <a:off x="0" y="3198338"/>
          <a:ext cx="10515600" cy="46750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1F8415-7666-4B24-AF05-2D60E40022DA}">
      <dsp:nvSpPr>
        <dsp:cNvPr id="0" name=""/>
        <dsp:cNvSpPr/>
      </dsp:nvSpPr>
      <dsp:spPr>
        <a:xfrm>
          <a:off x="141420" y="3303527"/>
          <a:ext cx="257379" cy="2571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BD29E2-E043-45E0-945F-1B3B6296D3AC}">
      <dsp:nvSpPr>
        <dsp:cNvPr id="0" name=""/>
        <dsp:cNvSpPr/>
      </dsp:nvSpPr>
      <dsp:spPr>
        <a:xfrm>
          <a:off x="540220" y="3198338"/>
          <a:ext cx="9950973" cy="511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4116" tIns="54116" rIns="54116" bIns="54116" numCol="1" spcCol="1270" anchor="ctr" anchorCtr="0">
          <a:noAutofit/>
        </a:bodyPr>
        <a:lstStyle/>
        <a:p>
          <a:pPr marL="0" lvl="0" indent="0" algn="l" defTabSz="622300">
            <a:lnSpc>
              <a:spcPct val="100000"/>
            </a:lnSpc>
            <a:spcBef>
              <a:spcPct val="0"/>
            </a:spcBef>
            <a:spcAft>
              <a:spcPct val="35000"/>
            </a:spcAft>
            <a:buNone/>
          </a:pPr>
          <a:r>
            <a:rPr lang="en-IN" sz="1400" kern="1200"/>
            <a:t>These methods involve trade-offs. Increasing search depth may improve recall, but it can also require more memory or make queries slower. </a:t>
          </a:r>
          <a:endParaRPr lang="en-US" sz="1400" kern="1200"/>
        </a:p>
      </dsp:txBody>
      <dsp:txXfrm>
        <a:off x="540220" y="3198338"/>
        <a:ext cx="9950973" cy="511334"/>
      </dsp:txXfrm>
    </dsp:sp>
    <dsp:sp modelId="{E051EB68-0A61-4182-BF1F-47B38602A333}">
      <dsp:nvSpPr>
        <dsp:cNvPr id="0" name=""/>
        <dsp:cNvSpPr/>
      </dsp:nvSpPr>
      <dsp:spPr>
        <a:xfrm>
          <a:off x="0" y="3837507"/>
          <a:ext cx="10515600" cy="46750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961DE6-F584-4148-84AD-3B4CE5BA7CD0}">
      <dsp:nvSpPr>
        <dsp:cNvPr id="0" name=""/>
        <dsp:cNvSpPr/>
      </dsp:nvSpPr>
      <dsp:spPr>
        <a:xfrm>
          <a:off x="141420" y="3942695"/>
          <a:ext cx="257379" cy="2571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1265D3-B860-4D4E-BEDE-CD55ED4FF9FE}">
      <dsp:nvSpPr>
        <dsp:cNvPr id="0" name=""/>
        <dsp:cNvSpPr/>
      </dsp:nvSpPr>
      <dsp:spPr>
        <a:xfrm>
          <a:off x="540220" y="3837507"/>
          <a:ext cx="9950973" cy="511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4116" tIns="54116" rIns="54116" bIns="54116" numCol="1" spcCol="1270" anchor="ctr" anchorCtr="0">
          <a:noAutofit/>
        </a:bodyPr>
        <a:lstStyle/>
        <a:p>
          <a:pPr marL="0" lvl="0" indent="0" algn="l" defTabSz="622300">
            <a:lnSpc>
              <a:spcPct val="100000"/>
            </a:lnSpc>
            <a:spcBef>
              <a:spcPct val="0"/>
            </a:spcBef>
            <a:spcAft>
              <a:spcPct val="35000"/>
            </a:spcAft>
            <a:buNone/>
          </a:pPr>
          <a:r>
            <a:rPr lang="en-IN" sz="1400" kern="1200"/>
            <a:t>The important beginner idea is not to memorize every tuning value. It is to understand that ANN methods try to find </a:t>
          </a:r>
          <a:r>
            <a:rPr lang="en-IN" sz="1400" b="1" kern="1200"/>
            <a:t>very similar results quickly without checking every possible vector</a:t>
          </a:r>
          <a:r>
            <a:rPr lang="en-IN" sz="1400" kern="1200"/>
            <a:t>. </a:t>
          </a:r>
          <a:endParaRPr lang="en-US" sz="1400" kern="1200"/>
        </a:p>
      </dsp:txBody>
      <dsp:txXfrm>
        <a:off x="540220" y="3837507"/>
        <a:ext cx="9950973" cy="51133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4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6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7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CC9FB-2C4F-E2FA-B106-3A686B9726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E4AB589-6A1E-B3A2-4BD7-B9A8FDA838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90A39FA-4158-C3CC-18AE-49C900BA0A8A}"/>
              </a:ext>
            </a:extLst>
          </p:cNvPr>
          <p:cNvSpPr>
            <a:spLocks noGrp="1"/>
          </p:cNvSpPr>
          <p:nvPr>
            <p:ph type="dt" sz="half" idx="10"/>
          </p:nvPr>
        </p:nvSpPr>
        <p:spPr/>
        <p:txBody>
          <a:bodyPr/>
          <a:lstStyle/>
          <a:p>
            <a:fld id="{6F853DB9-E8D5-454D-91DF-1E8C43666644}" type="datetimeFigureOut">
              <a:rPr lang="en-IN" smtClean="0"/>
              <a:t>24-09-2026</a:t>
            </a:fld>
            <a:endParaRPr lang="en-IN"/>
          </a:p>
        </p:txBody>
      </p:sp>
      <p:sp>
        <p:nvSpPr>
          <p:cNvPr id="5" name="Footer Placeholder 4">
            <a:extLst>
              <a:ext uri="{FF2B5EF4-FFF2-40B4-BE49-F238E27FC236}">
                <a16:creationId xmlns:a16="http://schemas.microsoft.com/office/drawing/2014/main" id="{487027F0-90B7-0532-3DBA-9C7F07EF5B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114EB6-7514-97CC-32C0-9B0038E15323}"/>
              </a:ext>
            </a:extLst>
          </p:cNvPr>
          <p:cNvSpPr>
            <a:spLocks noGrp="1"/>
          </p:cNvSpPr>
          <p:nvPr>
            <p:ph type="sldNum" sz="quarter" idx="12"/>
          </p:nvPr>
        </p:nvSpPr>
        <p:spPr/>
        <p:txBody>
          <a:bodyPr/>
          <a:lstStyle/>
          <a:p>
            <a:fld id="{B4D2F1C1-5475-4C07-9199-9C0DCD44251E}" type="slidenum">
              <a:rPr lang="en-IN" smtClean="0"/>
              <a:t>‹#›</a:t>
            </a:fld>
            <a:endParaRPr lang="en-IN"/>
          </a:p>
        </p:txBody>
      </p:sp>
    </p:spTree>
    <p:extLst>
      <p:ext uri="{BB962C8B-B14F-4D97-AF65-F5344CB8AC3E}">
        <p14:creationId xmlns:p14="http://schemas.microsoft.com/office/powerpoint/2010/main" val="2462380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DE64-4719-32B2-14E6-92580BCA1A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726C5F-B1D2-7549-EFC2-06E77BAC56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DB3B5F-19DA-2204-CE6B-FC44106D8E3C}"/>
              </a:ext>
            </a:extLst>
          </p:cNvPr>
          <p:cNvSpPr>
            <a:spLocks noGrp="1"/>
          </p:cNvSpPr>
          <p:nvPr>
            <p:ph type="dt" sz="half" idx="10"/>
          </p:nvPr>
        </p:nvSpPr>
        <p:spPr/>
        <p:txBody>
          <a:bodyPr/>
          <a:lstStyle/>
          <a:p>
            <a:fld id="{6F853DB9-E8D5-454D-91DF-1E8C43666644}" type="datetimeFigureOut">
              <a:rPr lang="en-IN" smtClean="0"/>
              <a:t>24-09-2026</a:t>
            </a:fld>
            <a:endParaRPr lang="en-IN"/>
          </a:p>
        </p:txBody>
      </p:sp>
      <p:sp>
        <p:nvSpPr>
          <p:cNvPr id="5" name="Footer Placeholder 4">
            <a:extLst>
              <a:ext uri="{FF2B5EF4-FFF2-40B4-BE49-F238E27FC236}">
                <a16:creationId xmlns:a16="http://schemas.microsoft.com/office/drawing/2014/main" id="{74423CFC-F74C-9014-E1EB-E45EEC5277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14A96F-E72D-0996-F58D-47450D298DC2}"/>
              </a:ext>
            </a:extLst>
          </p:cNvPr>
          <p:cNvSpPr>
            <a:spLocks noGrp="1"/>
          </p:cNvSpPr>
          <p:nvPr>
            <p:ph type="sldNum" sz="quarter" idx="12"/>
          </p:nvPr>
        </p:nvSpPr>
        <p:spPr/>
        <p:txBody>
          <a:bodyPr/>
          <a:lstStyle/>
          <a:p>
            <a:fld id="{B4D2F1C1-5475-4C07-9199-9C0DCD44251E}" type="slidenum">
              <a:rPr lang="en-IN" smtClean="0"/>
              <a:t>‹#›</a:t>
            </a:fld>
            <a:endParaRPr lang="en-IN"/>
          </a:p>
        </p:txBody>
      </p:sp>
    </p:spTree>
    <p:extLst>
      <p:ext uri="{BB962C8B-B14F-4D97-AF65-F5344CB8AC3E}">
        <p14:creationId xmlns:p14="http://schemas.microsoft.com/office/powerpoint/2010/main" val="78947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56DF2-6AF5-12D3-7976-50F7647022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86D8A73-E6D6-059A-0BDA-07B8467B52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097481-CC19-E95F-13F3-A51EBF6A850E}"/>
              </a:ext>
            </a:extLst>
          </p:cNvPr>
          <p:cNvSpPr>
            <a:spLocks noGrp="1"/>
          </p:cNvSpPr>
          <p:nvPr>
            <p:ph type="dt" sz="half" idx="10"/>
          </p:nvPr>
        </p:nvSpPr>
        <p:spPr/>
        <p:txBody>
          <a:bodyPr/>
          <a:lstStyle/>
          <a:p>
            <a:fld id="{6F853DB9-E8D5-454D-91DF-1E8C43666644}" type="datetimeFigureOut">
              <a:rPr lang="en-IN" smtClean="0"/>
              <a:t>24-09-2026</a:t>
            </a:fld>
            <a:endParaRPr lang="en-IN"/>
          </a:p>
        </p:txBody>
      </p:sp>
      <p:sp>
        <p:nvSpPr>
          <p:cNvPr id="5" name="Footer Placeholder 4">
            <a:extLst>
              <a:ext uri="{FF2B5EF4-FFF2-40B4-BE49-F238E27FC236}">
                <a16:creationId xmlns:a16="http://schemas.microsoft.com/office/drawing/2014/main" id="{8A9FE2A3-360F-7DC2-B3C7-DFFF0B2A55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D76C98-164D-7124-0894-23593DEA606E}"/>
              </a:ext>
            </a:extLst>
          </p:cNvPr>
          <p:cNvSpPr>
            <a:spLocks noGrp="1"/>
          </p:cNvSpPr>
          <p:nvPr>
            <p:ph type="sldNum" sz="quarter" idx="12"/>
          </p:nvPr>
        </p:nvSpPr>
        <p:spPr/>
        <p:txBody>
          <a:bodyPr/>
          <a:lstStyle/>
          <a:p>
            <a:fld id="{B4D2F1C1-5475-4C07-9199-9C0DCD44251E}" type="slidenum">
              <a:rPr lang="en-IN" smtClean="0"/>
              <a:t>‹#›</a:t>
            </a:fld>
            <a:endParaRPr lang="en-IN"/>
          </a:p>
        </p:txBody>
      </p:sp>
    </p:spTree>
    <p:extLst>
      <p:ext uri="{BB962C8B-B14F-4D97-AF65-F5344CB8AC3E}">
        <p14:creationId xmlns:p14="http://schemas.microsoft.com/office/powerpoint/2010/main" val="2462591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FCA3A-7935-C0A6-8552-3A37C395ED2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6D2005D-8848-D608-3E26-FD65150C03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1078DFA-78A4-630C-AC09-F947ACD9B6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CB36F0-F19A-B6D7-3462-DE85DAE1F7FE}"/>
              </a:ext>
            </a:extLst>
          </p:cNvPr>
          <p:cNvSpPr>
            <a:spLocks noGrp="1"/>
          </p:cNvSpPr>
          <p:nvPr>
            <p:ph type="dt" sz="half" idx="10"/>
          </p:nvPr>
        </p:nvSpPr>
        <p:spPr/>
        <p:txBody>
          <a:bodyPr/>
          <a:lstStyle/>
          <a:p>
            <a:fld id="{6F853DB9-E8D5-454D-91DF-1E8C43666644}" type="datetimeFigureOut">
              <a:rPr lang="en-IN" smtClean="0"/>
              <a:t>24-09-2026</a:t>
            </a:fld>
            <a:endParaRPr lang="en-IN"/>
          </a:p>
        </p:txBody>
      </p:sp>
      <p:sp>
        <p:nvSpPr>
          <p:cNvPr id="6" name="Footer Placeholder 5">
            <a:extLst>
              <a:ext uri="{FF2B5EF4-FFF2-40B4-BE49-F238E27FC236}">
                <a16:creationId xmlns:a16="http://schemas.microsoft.com/office/drawing/2014/main" id="{8B522DC9-AD9B-3793-B0FA-6F955E5480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8ACC97-61D5-1419-3381-10B475E4FFAC}"/>
              </a:ext>
            </a:extLst>
          </p:cNvPr>
          <p:cNvSpPr>
            <a:spLocks noGrp="1"/>
          </p:cNvSpPr>
          <p:nvPr>
            <p:ph type="sldNum" sz="quarter" idx="12"/>
          </p:nvPr>
        </p:nvSpPr>
        <p:spPr/>
        <p:txBody>
          <a:bodyPr/>
          <a:lstStyle/>
          <a:p>
            <a:fld id="{B4D2F1C1-5475-4C07-9199-9C0DCD44251E}" type="slidenum">
              <a:rPr lang="en-IN" smtClean="0"/>
              <a:t>‹#›</a:t>
            </a:fld>
            <a:endParaRPr lang="en-IN"/>
          </a:p>
        </p:txBody>
      </p:sp>
    </p:spTree>
    <p:extLst>
      <p:ext uri="{BB962C8B-B14F-4D97-AF65-F5344CB8AC3E}">
        <p14:creationId xmlns:p14="http://schemas.microsoft.com/office/powerpoint/2010/main" val="1148846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65625-904F-3BDA-24F6-D3B01CD15D3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F1CD1D-024D-26F6-4327-DF351EDF66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E47105-E146-1602-3DD9-F2676E12D6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2A934D0-E6EF-89CB-9288-814C811959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962A53-621F-9D51-747E-01CFA9BAEE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62F8A73-D9E1-A883-1126-ABDDEEE9B780}"/>
              </a:ext>
            </a:extLst>
          </p:cNvPr>
          <p:cNvSpPr>
            <a:spLocks noGrp="1"/>
          </p:cNvSpPr>
          <p:nvPr>
            <p:ph type="dt" sz="half" idx="10"/>
          </p:nvPr>
        </p:nvSpPr>
        <p:spPr/>
        <p:txBody>
          <a:bodyPr/>
          <a:lstStyle/>
          <a:p>
            <a:fld id="{6F853DB9-E8D5-454D-91DF-1E8C43666644}" type="datetimeFigureOut">
              <a:rPr lang="en-IN" smtClean="0"/>
              <a:t>24-09-2026</a:t>
            </a:fld>
            <a:endParaRPr lang="en-IN"/>
          </a:p>
        </p:txBody>
      </p:sp>
      <p:sp>
        <p:nvSpPr>
          <p:cNvPr id="8" name="Footer Placeholder 7">
            <a:extLst>
              <a:ext uri="{FF2B5EF4-FFF2-40B4-BE49-F238E27FC236}">
                <a16:creationId xmlns:a16="http://schemas.microsoft.com/office/drawing/2014/main" id="{FC9E7409-BE29-8C89-29CD-64568DB07DC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69AF6A6-4620-F854-6D7D-1F9787B82857}"/>
              </a:ext>
            </a:extLst>
          </p:cNvPr>
          <p:cNvSpPr>
            <a:spLocks noGrp="1"/>
          </p:cNvSpPr>
          <p:nvPr>
            <p:ph type="sldNum" sz="quarter" idx="12"/>
          </p:nvPr>
        </p:nvSpPr>
        <p:spPr/>
        <p:txBody>
          <a:bodyPr/>
          <a:lstStyle/>
          <a:p>
            <a:fld id="{B4D2F1C1-5475-4C07-9199-9C0DCD44251E}" type="slidenum">
              <a:rPr lang="en-IN" smtClean="0"/>
              <a:t>‹#›</a:t>
            </a:fld>
            <a:endParaRPr lang="en-IN"/>
          </a:p>
        </p:txBody>
      </p:sp>
    </p:spTree>
    <p:extLst>
      <p:ext uri="{BB962C8B-B14F-4D97-AF65-F5344CB8AC3E}">
        <p14:creationId xmlns:p14="http://schemas.microsoft.com/office/powerpoint/2010/main" val="3796161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05245-9BA0-706D-894F-7BEDEC85A11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664CDF3-C34C-2AB8-B243-9836E9A042C0}"/>
              </a:ext>
            </a:extLst>
          </p:cNvPr>
          <p:cNvSpPr>
            <a:spLocks noGrp="1"/>
          </p:cNvSpPr>
          <p:nvPr>
            <p:ph type="dt" sz="half" idx="10"/>
          </p:nvPr>
        </p:nvSpPr>
        <p:spPr/>
        <p:txBody>
          <a:bodyPr/>
          <a:lstStyle/>
          <a:p>
            <a:fld id="{6F853DB9-E8D5-454D-91DF-1E8C43666644}" type="datetimeFigureOut">
              <a:rPr lang="en-IN" smtClean="0"/>
              <a:t>24-09-2026</a:t>
            </a:fld>
            <a:endParaRPr lang="en-IN"/>
          </a:p>
        </p:txBody>
      </p:sp>
      <p:sp>
        <p:nvSpPr>
          <p:cNvPr id="4" name="Footer Placeholder 3">
            <a:extLst>
              <a:ext uri="{FF2B5EF4-FFF2-40B4-BE49-F238E27FC236}">
                <a16:creationId xmlns:a16="http://schemas.microsoft.com/office/drawing/2014/main" id="{68D7CFB8-E087-24B1-704F-EEB38291C60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AE4EAED-A4CF-3314-2E51-EFAF65BACE30}"/>
              </a:ext>
            </a:extLst>
          </p:cNvPr>
          <p:cNvSpPr>
            <a:spLocks noGrp="1"/>
          </p:cNvSpPr>
          <p:nvPr>
            <p:ph type="sldNum" sz="quarter" idx="12"/>
          </p:nvPr>
        </p:nvSpPr>
        <p:spPr/>
        <p:txBody>
          <a:bodyPr/>
          <a:lstStyle/>
          <a:p>
            <a:fld id="{B4D2F1C1-5475-4C07-9199-9C0DCD44251E}" type="slidenum">
              <a:rPr lang="en-IN" smtClean="0"/>
              <a:t>‹#›</a:t>
            </a:fld>
            <a:endParaRPr lang="en-IN"/>
          </a:p>
        </p:txBody>
      </p:sp>
    </p:spTree>
    <p:extLst>
      <p:ext uri="{BB962C8B-B14F-4D97-AF65-F5344CB8AC3E}">
        <p14:creationId xmlns:p14="http://schemas.microsoft.com/office/powerpoint/2010/main" val="1948790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D02BEA-39D9-7F6F-6418-CAF5759434CC}"/>
              </a:ext>
            </a:extLst>
          </p:cNvPr>
          <p:cNvSpPr>
            <a:spLocks noGrp="1"/>
          </p:cNvSpPr>
          <p:nvPr>
            <p:ph type="dt" sz="half" idx="10"/>
          </p:nvPr>
        </p:nvSpPr>
        <p:spPr/>
        <p:txBody>
          <a:bodyPr/>
          <a:lstStyle/>
          <a:p>
            <a:fld id="{6F853DB9-E8D5-454D-91DF-1E8C43666644}" type="datetimeFigureOut">
              <a:rPr lang="en-IN" smtClean="0"/>
              <a:t>24-09-2026</a:t>
            </a:fld>
            <a:endParaRPr lang="en-IN"/>
          </a:p>
        </p:txBody>
      </p:sp>
      <p:sp>
        <p:nvSpPr>
          <p:cNvPr id="3" name="Footer Placeholder 2">
            <a:extLst>
              <a:ext uri="{FF2B5EF4-FFF2-40B4-BE49-F238E27FC236}">
                <a16:creationId xmlns:a16="http://schemas.microsoft.com/office/drawing/2014/main" id="{6BF246E0-DA1D-A912-34EB-8B352F92228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3D114B5-4776-C7F7-286D-A57D27D97254}"/>
              </a:ext>
            </a:extLst>
          </p:cNvPr>
          <p:cNvSpPr>
            <a:spLocks noGrp="1"/>
          </p:cNvSpPr>
          <p:nvPr>
            <p:ph type="sldNum" sz="quarter" idx="12"/>
          </p:nvPr>
        </p:nvSpPr>
        <p:spPr/>
        <p:txBody>
          <a:bodyPr/>
          <a:lstStyle/>
          <a:p>
            <a:fld id="{B4D2F1C1-5475-4C07-9199-9C0DCD44251E}" type="slidenum">
              <a:rPr lang="en-IN" smtClean="0"/>
              <a:t>‹#›</a:t>
            </a:fld>
            <a:endParaRPr lang="en-IN"/>
          </a:p>
        </p:txBody>
      </p:sp>
    </p:spTree>
    <p:extLst>
      <p:ext uri="{BB962C8B-B14F-4D97-AF65-F5344CB8AC3E}">
        <p14:creationId xmlns:p14="http://schemas.microsoft.com/office/powerpoint/2010/main" val="2649494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E22A9-260E-E74D-F5FD-BDDBC466DC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FE2159C-229D-3F57-F26D-97CE36198D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0EE3BEB-7501-E9BE-0E0A-190511CF5E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DCA21C-0FE0-2E61-C0B8-02804A40AFDB}"/>
              </a:ext>
            </a:extLst>
          </p:cNvPr>
          <p:cNvSpPr>
            <a:spLocks noGrp="1"/>
          </p:cNvSpPr>
          <p:nvPr>
            <p:ph type="dt" sz="half" idx="10"/>
          </p:nvPr>
        </p:nvSpPr>
        <p:spPr/>
        <p:txBody>
          <a:bodyPr/>
          <a:lstStyle/>
          <a:p>
            <a:fld id="{6F853DB9-E8D5-454D-91DF-1E8C43666644}" type="datetimeFigureOut">
              <a:rPr lang="en-IN" smtClean="0"/>
              <a:t>24-09-2026</a:t>
            </a:fld>
            <a:endParaRPr lang="en-IN"/>
          </a:p>
        </p:txBody>
      </p:sp>
      <p:sp>
        <p:nvSpPr>
          <p:cNvPr id="6" name="Footer Placeholder 5">
            <a:extLst>
              <a:ext uri="{FF2B5EF4-FFF2-40B4-BE49-F238E27FC236}">
                <a16:creationId xmlns:a16="http://schemas.microsoft.com/office/drawing/2014/main" id="{D3C519D1-2F51-934B-3B8F-2EB44C9CC0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74EC92-6D71-A0A1-CEC3-7BEDE21041EA}"/>
              </a:ext>
            </a:extLst>
          </p:cNvPr>
          <p:cNvSpPr>
            <a:spLocks noGrp="1"/>
          </p:cNvSpPr>
          <p:nvPr>
            <p:ph type="sldNum" sz="quarter" idx="12"/>
          </p:nvPr>
        </p:nvSpPr>
        <p:spPr/>
        <p:txBody>
          <a:bodyPr/>
          <a:lstStyle/>
          <a:p>
            <a:fld id="{B4D2F1C1-5475-4C07-9199-9C0DCD44251E}" type="slidenum">
              <a:rPr lang="en-IN" smtClean="0"/>
              <a:t>‹#›</a:t>
            </a:fld>
            <a:endParaRPr lang="en-IN"/>
          </a:p>
        </p:txBody>
      </p:sp>
    </p:spTree>
    <p:extLst>
      <p:ext uri="{BB962C8B-B14F-4D97-AF65-F5344CB8AC3E}">
        <p14:creationId xmlns:p14="http://schemas.microsoft.com/office/powerpoint/2010/main" val="665910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4BDD1-F78C-431B-3B6B-7B298AD55C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6A071BF-C4FC-3A1F-BE77-34CC7D9643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09559C0-548A-9C76-3F78-36743B74EB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6C7295-9889-1F13-3E36-9FE5EB988087}"/>
              </a:ext>
            </a:extLst>
          </p:cNvPr>
          <p:cNvSpPr>
            <a:spLocks noGrp="1"/>
          </p:cNvSpPr>
          <p:nvPr>
            <p:ph type="dt" sz="half" idx="10"/>
          </p:nvPr>
        </p:nvSpPr>
        <p:spPr/>
        <p:txBody>
          <a:bodyPr/>
          <a:lstStyle/>
          <a:p>
            <a:fld id="{6F853DB9-E8D5-454D-91DF-1E8C43666644}" type="datetimeFigureOut">
              <a:rPr lang="en-IN" smtClean="0"/>
              <a:t>24-09-2026</a:t>
            </a:fld>
            <a:endParaRPr lang="en-IN"/>
          </a:p>
        </p:txBody>
      </p:sp>
      <p:sp>
        <p:nvSpPr>
          <p:cNvPr id="6" name="Footer Placeholder 5">
            <a:extLst>
              <a:ext uri="{FF2B5EF4-FFF2-40B4-BE49-F238E27FC236}">
                <a16:creationId xmlns:a16="http://schemas.microsoft.com/office/drawing/2014/main" id="{79354BFF-EDD6-C80B-7F02-228FFE030C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60D44A2-9C20-4193-7CD4-AC29573738F1}"/>
              </a:ext>
            </a:extLst>
          </p:cNvPr>
          <p:cNvSpPr>
            <a:spLocks noGrp="1"/>
          </p:cNvSpPr>
          <p:nvPr>
            <p:ph type="sldNum" sz="quarter" idx="12"/>
          </p:nvPr>
        </p:nvSpPr>
        <p:spPr/>
        <p:txBody>
          <a:bodyPr/>
          <a:lstStyle/>
          <a:p>
            <a:fld id="{B4D2F1C1-5475-4C07-9199-9C0DCD44251E}" type="slidenum">
              <a:rPr lang="en-IN" smtClean="0"/>
              <a:t>‹#›</a:t>
            </a:fld>
            <a:endParaRPr lang="en-IN"/>
          </a:p>
        </p:txBody>
      </p:sp>
    </p:spTree>
    <p:extLst>
      <p:ext uri="{BB962C8B-B14F-4D97-AF65-F5344CB8AC3E}">
        <p14:creationId xmlns:p14="http://schemas.microsoft.com/office/powerpoint/2010/main" val="2784891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C5E26-BDA8-8C95-04D7-B85364AE9FD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9287CAC-3740-986A-8ED8-A1B887B1E6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8DCA8A-EEFC-2E45-5015-608AC6956FCC}"/>
              </a:ext>
            </a:extLst>
          </p:cNvPr>
          <p:cNvSpPr>
            <a:spLocks noGrp="1"/>
          </p:cNvSpPr>
          <p:nvPr>
            <p:ph type="dt" sz="half" idx="10"/>
          </p:nvPr>
        </p:nvSpPr>
        <p:spPr/>
        <p:txBody>
          <a:bodyPr/>
          <a:lstStyle/>
          <a:p>
            <a:fld id="{6F853DB9-E8D5-454D-91DF-1E8C43666644}" type="datetimeFigureOut">
              <a:rPr lang="en-IN" smtClean="0"/>
              <a:t>24-09-2026</a:t>
            </a:fld>
            <a:endParaRPr lang="en-IN"/>
          </a:p>
        </p:txBody>
      </p:sp>
      <p:sp>
        <p:nvSpPr>
          <p:cNvPr id="5" name="Footer Placeholder 4">
            <a:extLst>
              <a:ext uri="{FF2B5EF4-FFF2-40B4-BE49-F238E27FC236}">
                <a16:creationId xmlns:a16="http://schemas.microsoft.com/office/drawing/2014/main" id="{D63AD54A-A2A7-1C4E-53C2-98CA40FEA8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14216E-71C9-54BE-E0D5-46BAABCEFA67}"/>
              </a:ext>
            </a:extLst>
          </p:cNvPr>
          <p:cNvSpPr>
            <a:spLocks noGrp="1"/>
          </p:cNvSpPr>
          <p:nvPr>
            <p:ph type="sldNum" sz="quarter" idx="12"/>
          </p:nvPr>
        </p:nvSpPr>
        <p:spPr/>
        <p:txBody>
          <a:bodyPr/>
          <a:lstStyle/>
          <a:p>
            <a:fld id="{B4D2F1C1-5475-4C07-9199-9C0DCD44251E}" type="slidenum">
              <a:rPr lang="en-IN" smtClean="0"/>
              <a:t>‹#›</a:t>
            </a:fld>
            <a:endParaRPr lang="en-IN"/>
          </a:p>
        </p:txBody>
      </p:sp>
    </p:spTree>
    <p:extLst>
      <p:ext uri="{BB962C8B-B14F-4D97-AF65-F5344CB8AC3E}">
        <p14:creationId xmlns:p14="http://schemas.microsoft.com/office/powerpoint/2010/main" val="717870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82E84D-3731-5CA5-3391-66C1B4913ED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C97269-875D-8BAD-E0B7-B959246ECD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93C10A-69AC-DC97-43BC-958300DB3CE6}"/>
              </a:ext>
            </a:extLst>
          </p:cNvPr>
          <p:cNvSpPr>
            <a:spLocks noGrp="1"/>
          </p:cNvSpPr>
          <p:nvPr>
            <p:ph type="dt" sz="half" idx="10"/>
          </p:nvPr>
        </p:nvSpPr>
        <p:spPr/>
        <p:txBody>
          <a:bodyPr/>
          <a:lstStyle/>
          <a:p>
            <a:fld id="{6F853DB9-E8D5-454D-91DF-1E8C43666644}" type="datetimeFigureOut">
              <a:rPr lang="en-IN" smtClean="0"/>
              <a:t>24-09-2026</a:t>
            </a:fld>
            <a:endParaRPr lang="en-IN"/>
          </a:p>
        </p:txBody>
      </p:sp>
      <p:sp>
        <p:nvSpPr>
          <p:cNvPr id="5" name="Footer Placeholder 4">
            <a:extLst>
              <a:ext uri="{FF2B5EF4-FFF2-40B4-BE49-F238E27FC236}">
                <a16:creationId xmlns:a16="http://schemas.microsoft.com/office/drawing/2014/main" id="{6952C825-38DB-1C71-28A4-07F6AD958D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5F1B21-3ED1-DFB8-CAA4-ADDF5DF419A7}"/>
              </a:ext>
            </a:extLst>
          </p:cNvPr>
          <p:cNvSpPr>
            <a:spLocks noGrp="1"/>
          </p:cNvSpPr>
          <p:nvPr>
            <p:ph type="sldNum" sz="quarter" idx="12"/>
          </p:nvPr>
        </p:nvSpPr>
        <p:spPr/>
        <p:txBody>
          <a:bodyPr/>
          <a:lstStyle/>
          <a:p>
            <a:fld id="{B4D2F1C1-5475-4C07-9199-9C0DCD44251E}" type="slidenum">
              <a:rPr lang="en-IN" smtClean="0"/>
              <a:t>‹#›</a:t>
            </a:fld>
            <a:endParaRPr lang="en-IN"/>
          </a:p>
        </p:txBody>
      </p:sp>
    </p:spTree>
    <p:extLst>
      <p:ext uri="{BB962C8B-B14F-4D97-AF65-F5344CB8AC3E}">
        <p14:creationId xmlns:p14="http://schemas.microsoft.com/office/powerpoint/2010/main" val="2700553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CE1AD0-825B-B20C-A569-2A469349D3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0BF39A-B1E3-669D-6559-81FCB10AA5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4FF13D-A3AB-1FF0-E78F-349CFEF4AA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F853DB9-E8D5-454D-91DF-1E8C43666644}" type="datetimeFigureOut">
              <a:rPr lang="en-IN" smtClean="0"/>
              <a:t>24-09-2026</a:t>
            </a:fld>
            <a:endParaRPr lang="en-IN"/>
          </a:p>
        </p:txBody>
      </p:sp>
      <p:sp>
        <p:nvSpPr>
          <p:cNvPr id="5" name="Footer Placeholder 4">
            <a:extLst>
              <a:ext uri="{FF2B5EF4-FFF2-40B4-BE49-F238E27FC236}">
                <a16:creationId xmlns:a16="http://schemas.microsoft.com/office/drawing/2014/main" id="{C001EAA8-A4F1-E046-6B8C-60DE0B382A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167D315-427B-AAD3-71B0-A40B60D98F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D2F1C1-5475-4C07-9199-9C0DCD44251E}" type="slidenum">
              <a:rPr lang="en-IN" smtClean="0"/>
              <a:t>‹#›</a:t>
            </a:fld>
            <a:endParaRPr lang="en-IN"/>
          </a:p>
        </p:txBody>
      </p:sp>
    </p:spTree>
    <p:extLst>
      <p:ext uri="{BB962C8B-B14F-4D97-AF65-F5344CB8AC3E}">
        <p14:creationId xmlns:p14="http://schemas.microsoft.com/office/powerpoint/2010/main" val="37789581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AA5B8E-50E4-7BAD-ED8A-70E4FF0B6519}"/>
              </a:ext>
            </a:extLst>
          </p:cNvPr>
          <p:cNvSpPr>
            <a:spLocks noGrp="1"/>
          </p:cNvSpPr>
          <p:nvPr>
            <p:ph type="ctrTitle"/>
          </p:nvPr>
        </p:nvSpPr>
        <p:spPr>
          <a:xfrm>
            <a:off x="2197101" y="735283"/>
            <a:ext cx="4978399" cy="3165045"/>
          </a:xfrm>
        </p:spPr>
        <p:txBody>
          <a:bodyPr anchor="b">
            <a:normAutofit/>
          </a:bodyPr>
          <a:lstStyle/>
          <a:p>
            <a:pPr algn="l"/>
            <a:r>
              <a:rPr lang="en-IN" sz="2900" b="1" dirty="0"/>
              <a:t>Amazon OpenSearch: From Search Engine to GenAI Vector Store</a:t>
            </a:r>
            <a:br>
              <a:rPr lang="en-IN" sz="2900" dirty="0"/>
            </a:br>
            <a:r>
              <a:rPr lang="en-IN" sz="2000" dirty="0"/>
              <a:t>Search, Analytics, Shards, Serverless, Semantic Search, Hybrid Search, and Vector Retrieval</a:t>
            </a:r>
            <a:endParaRPr lang="en-IN" sz="2900" dirty="0"/>
          </a:p>
        </p:txBody>
      </p:sp>
      <p:sp>
        <p:nvSpPr>
          <p:cNvPr id="3" name="Subtitle 2">
            <a:extLst>
              <a:ext uri="{FF2B5EF4-FFF2-40B4-BE49-F238E27FC236}">
                <a16:creationId xmlns:a16="http://schemas.microsoft.com/office/drawing/2014/main" id="{A0743863-727D-17B1-F815-8BF01175C049}"/>
              </a:ext>
            </a:extLst>
          </p:cNvPr>
          <p:cNvSpPr>
            <a:spLocks noGrp="1"/>
          </p:cNvSpPr>
          <p:nvPr>
            <p:ph type="subTitle" idx="1"/>
          </p:nvPr>
        </p:nvSpPr>
        <p:spPr>
          <a:xfrm>
            <a:off x="2197101" y="4078423"/>
            <a:ext cx="4978399" cy="2058657"/>
          </a:xfrm>
        </p:spPr>
        <p:txBody>
          <a:bodyPr>
            <a:normAutofit/>
          </a:bodyPr>
          <a:lstStyle/>
          <a:p>
            <a:pPr algn="l"/>
            <a:r>
              <a:rPr lang="en-IN" b="1" dirty="0"/>
              <a:t>Presented by: Akash Patel</a:t>
            </a:r>
            <a:br>
              <a:rPr lang="en-IN" dirty="0"/>
            </a:br>
            <a:r>
              <a:rPr lang="en-IN" b="1" dirty="0"/>
              <a:t>Professor: Victor </a:t>
            </a:r>
            <a:r>
              <a:rPr lang="en-IN" b="1" dirty="0" err="1"/>
              <a:t>Govindaswamy</a:t>
            </a:r>
            <a:br>
              <a:rPr lang="en-IN" dirty="0"/>
            </a:br>
            <a:r>
              <a:rPr lang="en-IN" b="1" dirty="0"/>
              <a:t>Concordia University Chicago</a:t>
            </a:r>
            <a:endParaRPr lang="en-IN" dirty="0"/>
          </a:p>
        </p:txBody>
      </p:sp>
      <p:pic>
        <p:nvPicPr>
          <p:cNvPr id="20" name="Graphic 19" descr="Spider Web">
            <a:extLst>
              <a:ext uri="{FF2B5EF4-FFF2-40B4-BE49-F238E27FC236}">
                <a16:creationId xmlns:a16="http://schemas.microsoft.com/office/drawing/2014/main" id="{D55DFAE1-1271-0C7D-44E2-4C25995B289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7549" y="2776619"/>
            <a:ext cx="1289051" cy="1289051"/>
          </a:xfrm>
          <a:prstGeom prst="rect">
            <a:avLst/>
          </a:prstGeom>
        </p:spPr>
      </p:pic>
      <p:pic>
        <p:nvPicPr>
          <p:cNvPr id="9" name="Graphic 8" descr="Spider Web">
            <a:extLst>
              <a:ext uri="{FF2B5EF4-FFF2-40B4-BE49-F238E27FC236}">
                <a16:creationId xmlns:a16="http://schemas.microsoft.com/office/drawing/2014/main" id="{3A1D57F1-3504-47FB-A74B-C084587E942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a:alphaModFix amt="15000"/>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07815" y="716407"/>
            <a:ext cx="5411343" cy="5411343"/>
          </a:xfrm>
          <a:prstGeom prst="rect">
            <a:avLst/>
          </a:prstGeom>
        </p:spPr>
      </p:pic>
    </p:spTree>
    <p:extLst>
      <p:ext uri="{BB962C8B-B14F-4D97-AF65-F5344CB8AC3E}">
        <p14:creationId xmlns:p14="http://schemas.microsoft.com/office/powerpoint/2010/main" val="2606612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83E77-5547-08A0-9177-E849B54D28E2}"/>
              </a:ext>
            </a:extLst>
          </p:cNvPr>
          <p:cNvSpPr>
            <a:spLocks noGrp="1"/>
          </p:cNvSpPr>
          <p:nvPr>
            <p:ph type="title"/>
          </p:nvPr>
        </p:nvSpPr>
        <p:spPr/>
        <p:txBody>
          <a:bodyPr/>
          <a:lstStyle/>
          <a:p>
            <a:r>
              <a:rPr lang="en-IN"/>
              <a:t>Why Are We Learning OpenSearch?</a:t>
            </a:r>
            <a:endParaRPr lang="en-IN" dirty="0"/>
          </a:p>
        </p:txBody>
      </p:sp>
      <p:graphicFrame>
        <p:nvGraphicFramePr>
          <p:cNvPr id="5" name="Content Placeholder 2">
            <a:extLst>
              <a:ext uri="{FF2B5EF4-FFF2-40B4-BE49-F238E27FC236}">
                <a16:creationId xmlns:a16="http://schemas.microsoft.com/office/drawing/2014/main" id="{3DDBA344-8F7B-266F-57C0-9DC61D28CD71}"/>
              </a:ext>
            </a:extLst>
          </p:cNvPr>
          <p:cNvGraphicFramePr>
            <a:graphicFrameLocks noGrp="1"/>
          </p:cNvGraphicFramePr>
          <p:nvPr>
            <p:ph idx="1"/>
          </p:nvPr>
        </p:nvGraphicFramePr>
        <p:xfrm>
          <a:off x="838200" y="1825624"/>
          <a:ext cx="10515600" cy="45866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7056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30F3777-6E15-91B5-3BC0-EE6D838EB65C}"/>
              </a:ext>
            </a:extLst>
          </p:cNvPr>
          <p:cNvSpPr>
            <a:spLocks noGrp="1"/>
          </p:cNvSpPr>
          <p:nvPr>
            <p:ph type="title"/>
          </p:nvPr>
        </p:nvSpPr>
        <p:spPr>
          <a:xfrm>
            <a:off x="1371597" y="348865"/>
            <a:ext cx="10044023" cy="877729"/>
          </a:xfrm>
        </p:spPr>
        <p:txBody>
          <a:bodyPr anchor="ctr">
            <a:normAutofit/>
          </a:bodyPr>
          <a:lstStyle/>
          <a:p>
            <a:r>
              <a:rPr lang="en-IN" sz="4000">
                <a:solidFill>
                  <a:srgbClr val="FFFFFF"/>
                </a:solidFill>
              </a:rPr>
              <a:t>What Is Amazon OpenSearch?</a:t>
            </a:r>
          </a:p>
        </p:txBody>
      </p:sp>
      <p:graphicFrame>
        <p:nvGraphicFramePr>
          <p:cNvPr id="5" name="Content Placeholder 2">
            <a:extLst>
              <a:ext uri="{FF2B5EF4-FFF2-40B4-BE49-F238E27FC236}">
                <a16:creationId xmlns:a16="http://schemas.microsoft.com/office/drawing/2014/main" id="{802A3300-9259-EF05-1C43-FC519FFD1E17}"/>
              </a:ext>
            </a:extLst>
          </p:cNvPr>
          <p:cNvGraphicFramePr>
            <a:graphicFrameLocks noGrp="1"/>
          </p:cNvGraphicFramePr>
          <p:nvPr>
            <p:ph idx="1"/>
            <p:extLst>
              <p:ext uri="{D42A27DB-BD31-4B8C-83A1-F6EECF244321}">
                <p14:modId xmlns:p14="http://schemas.microsoft.com/office/powerpoint/2010/main" val="157748394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21465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7FC686-08DB-434D-93B2-706B33D03AA3}"/>
              </a:ext>
            </a:extLst>
          </p:cNvPr>
          <p:cNvSpPr>
            <a:spLocks noGrp="1"/>
          </p:cNvSpPr>
          <p:nvPr>
            <p:ph type="title"/>
          </p:nvPr>
        </p:nvSpPr>
        <p:spPr>
          <a:xfrm>
            <a:off x="1156851" y="637762"/>
            <a:ext cx="9888496" cy="900131"/>
          </a:xfrm>
        </p:spPr>
        <p:txBody>
          <a:bodyPr anchor="t">
            <a:normAutofit/>
          </a:bodyPr>
          <a:lstStyle/>
          <a:p>
            <a:r>
              <a:rPr lang="en-IN" sz="4000">
                <a:solidFill>
                  <a:schemeClr val="bg1"/>
                </a:solidFill>
              </a:rPr>
              <a:t>Documents, Indices, and Search Structure</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85A178E-0025-6D16-B3A4-E3B1CC292C13}"/>
              </a:ext>
            </a:extLst>
          </p:cNvPr>
          <p:cNvSpPr>
            <a:spLocks noGrp="1"/>
          </p:cNvSpPr>
          <p:nvPr>
            <p:ph idx="1"/>
          </p:nvPr>
        </p:nvSpPr>
        <p:spPr>
          <a:xfrm>
            <a:off x="1155548" y="2217343"/>
            <a:ext cx="9880893" cy="3959619"/>
          </a:xfrm>
        </p:spPr>
        <p:txBody>
          <a:bodyPr>
            <a:normAutofit/>
          </a:bodyPr>
          <a:lstStyle/>
          <a:p>
            <a:r>
              <a:rPr lang="en-IN" sz="1300"/>
              <a:t>OpenSearch organizes information in a way that makes large-scale searching practical.</a:t>
            </a:r>
          </a:p>
          <a:p>
            <a:pPr lvl="0"/>
            <a:r>
              <a:rPr lang="en-IN" sz="1300" b="1"/>
              <a:t>A document is the individual piece of information we want to search.</a:t>
            </a:r>
            <a:r>
              <a:rPr lang="en-IN" sz="1300"/>
              <a:t> It does not have to be only plain text. The course explains that structured JSON data can also be stored as a document, and each document has its own unique ID. </a:t>
            </a:r>
          </a:p>
          <a:p>
            <a:pPr lvl="0"/>
            <a:r>
              <a:rPr lang="en-IN" sz="1300" b="1"/>
              <a:t>An index is a searchable collection of documents.</a:t>
            </a:r>
            <a:r>
              <a:rPr lang="en-IN" sz="1300"/>
              <a:t> Instead of searching every piece of information separately, OpenSearch organizes related documents inside an index so they can be searched together. </a:t>
            </a:r>
          </a:p>
          <a:p>
            <a:pPr lvl="0"/>
            <a:r>
              <a:rPr lang="en-IN" sz="1300" b="1"/>
              <a:t>The course also describes a type as the shared schema or mapping for similar documents.</a:t>
            </a:r>
            <a:r>
              <a:rPr lang="en-IN" sz="1300"/>
              <a:t> For example, log records may share one structure, while encyclopedia-style articles may follow another structure. </a:t>
            </a:r>
          </a:p>
          <a:p>
            <a:r>
              <a:rPr lang="en-IN" sz="1300" b="1"/>
              <a:t>Simple Example</a:t>
            </a:r>
          </a:p>
          <a:p>
            <a:r>
              <a:rPr lang="en-IN" sz="1300"/>
              <a:t>Imagine an online store.</a:t>
            </a:r>
          </a:p>
          <a:p>
            <a:r>
              <a:rPr lang="en-IN" sz="1300" b="1"/>
              <a:t>Document:</a:t>
            </a:r>
            <a:r>
              <a:rPr lang="en-IN" sz="1300"/>
              <a:t> One product</a:t>
            </a:r>
          </a:p>
          <a:p>
            <a:r>
              <a:rPr lang="en-IN" sz="1300" b="1"/>
              <a:t>Index:</a:t>
            </a:r>
            <a:r>
              <a:rPr lang="en-IN" sz="1300"/>
              <a:t> All products</a:t>
            </a:r>
          </a:p>
          <a:p>
            <a:r>
              <a:rPr lang="en-IN" sz="1300" b="1"/>
              <a:t>Fields inside document:</a:t>
            </a:r>
            <a:r>
              <a:rPr lang="en-IN" sz="1300"/>
              <a:t> Name, description, category, price, brand</a:t>
            </a:r>
          </a:p>
          <a:p>
            <a:r>
              <a:rPr lang="en-IN" sz="1300"/>
              <a:t>If someone searches for </a:t>
            </a:r>
            <a:r>
              <a:rPr lang="en-IN" sz="1300" b="1"/>
              <a:t>“wireless headphones”</a:t>
            </a:r>
            <a:r>
              <a:rPr lang="en-IN" sz="1300"/>
              <a:t>, OpenSearch searches the product index and returns the documents that best match that request.</a:t>
            </a:r>
          </a:p>
        </p:txBody>
      </p:sp>
    </p:spTree>
    <p:extLst>
      <p:ext uri="{BB962C8B-B14F-4D97-AF65-F5344CB8AC3E}">
        <p14:creationId xmlns:p14="http://schemas.microsoft.com/office/powerpoint/2010/main" val="1925475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97064-65B4-3C2E-81C3-10E19AB8CB3F}"/>
              </a:ext>
            </a:extLst>
          </p:cNvPr>
          <p:cNvSpPr>
            <a:spLocks noGrp="1"/>
          </p:cNvSpPr>
          <p:nvPr>
            <p:ph type="title"/>
          </p:nvPr>
        </p:nvSpPr>
        <p:spPr/>
        <p:txBody>
          <a:bodyPr/>
          <a:lstStyle/>
          <a:p>
            <a:r>
              <a:rPr lang="en-IN" dirty="0"/>
              <a:t>Why Does OpenSearch Use Shards?</a:t>
            </a:r>
          </a:p>
        </p:txBody>
      </p:sp>
      <p:graphicFrame>
        <p:nvGraphicFramePr>
          <p:cNvPr id="5" name="Content Placeholder 2">
            <a:extLst>
              <a:ext uri="{FF2B5EF4-FFF2-40B4-BE49-F238E27FC236}">
                <a16:creationId xmlns:a16="http://schemas.microsoft.com/office/drawing/2014/main" id="{A70036E0-FF91-2258-2D05-626AD0DD9EF3}"/>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5103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54665-73C3-E3F5-0A83-ADC58564819A}"/>
              </a:ext>
            </a:extLst>
          </p:cNvPr>
          <p:cNvSpPr>
            <a:spLocks noGrp="1"/>
          </p:cNvSpPr>
          <p:nvPr>
            <p:ph type="title"/>
          </p:nvPr>
        </p:nvSpPr>
        <p:spPr/>
        <p:txBody>
          <a:bodyPr/>
          <a:lstStyle/>
          <a:p>
            <a:r>
              <a:rPr lang="en-IN" dirty="0"/>
              <a:t>Primary Shards and Replica Shards</a:t>
            </a:r>
          </a:p>
        </p:txBody>
      </p:sp>
      <p:graphicFrame>
        <p:nvGraphicFramePr>
          <p:cNvPr id="5" name="Content Placeholder 2">
            <a:extLst>
              <a:ext uri="{FF2B5EF4-FFF2-40B4-BE49-F238E27FC236}">
                <a16:creationId xmlns:a16="http://schemas.microsoft.com/office/drawing/2014/main" id="{420737D5-68FE-9163-FD2E-5EA1950ACEEE}"/>
              </a:ext>
            </a:extLst>
          </p:cNvPr>
          <p:cNvGraphicFramePr>
            <a:graphicFrameLocks noGrp="1"/>
          </p:cNvGraphicFramePr>
          <p:nvPr>
            <p:ph idx="1"/>
          </p:nvPr>
        </p:nvGraphicFramePr>
        <p:xfrm>
          <a:off x="838200" y="1825625"/>
          <a:ext cx="10515600" cy="47131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949635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E2244-C9D8-709B-537A-E6C110422BB1}"/>
              </a:ext>
            </a:extLst>
          </p:cNvPr>
          <p:cNvSpPr>
            <a:spLocks noGrp="1"/>
          </p:cNvSpPr>
          <p:nvPr>
            <p:ph type="title"/>
          </p:nvPr>
        </p:nvSpPr>
        <p:spPr/>
        <p:txBody>
          <a:bodyPr/>
          <a:lstStyle/>
          <a:p>
            <a:r>
              <a:rPr lang="en-IN" dirty="0"/>
              <a:t>Amazon OpenSearch Service: Managed Option</a:t>
            </a:r>
          </a:p>
        </p:txBody>
      </p:sp>
      <p:graphicFrame>
        <p:nvGraphicFramePr>
          <p:cNvPr id="5" name="Content Placeholder 2">
            <a:extLst>
              <a:ext uri="{FF2B5EF4-FFF2-40B4-BE49-F238E27FC236}">
                <a16:creationId xmlns:a16="http://schemas.microsoft.com/office/drawing/2014/main" id="{127A8DE6-8A89-8E62-BFF4-16CF4E1A4F2A}"/>
              </a:ext>
            </a:extLst>
          </p:cNvPr>
          <p:cNvGraphicFramePr>
            <a:graphicFrameLocks noGrp="1"/>
          </p:cNvGraphicFramePr>
          <p:nvPr>
            <p:ph idx="1"/>
          </p:nvPr>
        </p:nvGraphicFramePr>
        <p:xfrm>
          <a:off x="838200" y="1825625"/>
          <a:ext cx="10515600" cy="4569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30849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442BC5-7920-642D-A0B3-8E05DF33FCC0}"/>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Hot, UltraWarm, and Cold Storage</a:t>
            </a:r>
          </a:p>
        </p:txBody>
      </p:sp>
      <p:sp>
        <p:nvSpPr>
          <p:cNvPr id="3" name="Content Placeholder 2">
            <a:extLst>
              <a:ext uri="{FF2B5EF4-FFF2-40B4-BE49-F238E27FC236}">
                <a16:creationId xmlns:a16="http://schemas.microsoft.com/office/drawing/2014/main" id="{4FB3540F-0585-1915-BCD2-1C0162858280}"/>
              </a:ext>
            </a:extLst>
          </p:cNvPr>
          <p:cNvSpPr>
            <a:spLocks noGrp="1"/>
          </p:cNvSpPr>
          <p:nvPr>
            <p:ph idx="1"/>
          </p:nvPr>
        </p:nvSpPr>
        <p:spPr>
          <a:xfrm>
            <a:off x="4810259" y="649480"/>
            <a:ext cx="6555347" cy="5546047"/>
          </a:xfrm>
        </p:spPr>
        <p:txBody>
          <a:bodyPr anchor="ctr">
            <a:normAutofit/>
          </a:bodyPr>
          <a:lstStyle/>
          <a:p>
            <a:r>
              <a:rPr lang="en-IN" sz="1400"/>
              <a:t>Not every piece of data needs the same level of performance.</a:t>
            </a:r>
          </a:p>
          <a:p>
            <a:r>
              <a:rPr lang="en-IN" sz="1400" b="1"/>
              <a:t>Hot Storage</a:t>
            </a:r>
          </a:p>
          <a:p>
            <a:pPr lvl="0"/>
            <a:r>
              <a:rPr lang="en-IN" sz="1400" b="1"/>
              <a:t>Hot storage is used for active data that needs fast performance.</a:t>
            </a:r>
            <a:r>
              <a:rPr lang="en-IN" sz="1400"/>
              <a:t> Standard data nodes use instance storage or EBS volumes so frequently searched and frequently updated indices can be accessed quickly. </a:t>
            </a:r>
          </a:p>
          <a:p>
            <a:r>
              <a:rPr lang="en-IN" sz="1400" b="1"/>
              <a:t>UltraWarm Storage</a:t>
            </a:r>
          </a:p>
          <a:p>
            <a:pPr lvl="0"/>
            <a:r>
              <a:rPr lang="en-IN" sz="1400" b="1"/>
              <a:t>UltraWarm is intended for data that is searched but does not receive many new writes.</a:t>
            </a:r>
            <a:r>
              <a:rPr lang="en-IN" sz="1400"/>
              <a:t> It uses Amazon S3 together with caching, which reduces cost compared with keeping everything on hot storage. </a:t>
            </a:r>
          </a:p>
          <a:p>
            <a:r>
              <a:rPr lang="en-IN" sz="1400" b="1"/>
              <a:t>Cold Storage</a:t>
            </a:r>
          </a:p>
          <a:p>
            <a:pPr lvl="0"/>
            <a:r>
              <a:rPr lang="en-IN" sz="1400" b="1"/>
              <a:t>Cold storage is even lower cost and is designed for older information that is only needed occasionally.</a:t>
            </a:r>
            <a:r>
              <a:rPr lang="en-IN" sz="1400"/>
              <a:t> The course gives examples such as periodic research or forensic analysis. </a:t>
            </a:r>
          </a:p>
          <a:p>
            <a:r>
              <a:rPr lang="en-IN" sz="1400" b="1"/>
              <a:t>Main Idea</a:t>
            </a:r>
          </a:p>
          <a:p>
            <a:r>
              <a:rPr lang="en-IN" sz="1400"/>
              <a:t>As information becomes older and less frequently used, it can move from:</a:t>
            </a:r>
          </a:p>
          <a:p>
            <a:r>
              <a:rPr lang="en-IN" sz="1400" b="1"/>
              <a:t>Hot → UltraWarm → Cold</a:t>
            </a:r>
            <a:endParaRPr lang="en-IN" sz="1400"/>
          </a:p>
          <a:p>
            <a:r>
              <a:rPr lang="en-IN" sz="1400"/>
              <a:t>This helps balance </a:t>
            </a:r>
            <a:r>
              <a:rPr lang="en-IN" sz="1400" b="1"/>
              <a:t>performance and cost</a:t>
            </a:r>
            <a:r>
              <a:rPr lang="en-IN" sz="1400"/>
              <a:t> instead of keeping all historical data on the most expensive storage. </a:t>
            </a:r>
          </a:p>
        </p:txBody>
      </p:sp>
    </p:spTree>
    <p:extLst>
      <p:ext uri="{BB962C8B-B14F-4D97-AF65-F5344CB8AC3E}">
        <p14:creationId xmlns:p14="http://schemas.microsoft.com/office/powerpoint/2010/main" val="1014660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0CF0A5-0BD0-7DBD-4737-B030610A2375}"/>
              </a:ext>
            </a:extLst>
          </p:cNvPr>
          <p:cNvSpPr>
            <a:spLocks noGrp="1"/>
          </p:cNvSpPr>
          <p:nvPr>
            <p:ph type="title"/>
          </p:nvPr>
        </p:nvSpPr>
        <p:spPr>
          <a:xfrm>
            <a:off x="686834" y="1153572"/>
            <a:ext cx="3200400" cy="4461163"/>
          </a:xfrm>
        </p:spPr>
        <p:txBody>
          <a:bodyPr>
            <a:normAutofit/>
          </a:bodyPr>
          <a:lstStyle/>
          <a:p>
            <a:r>
              <a:rPr lang="en-IN">
                <a:solidFill>
                  <a:srgbClr val="FFFFFF"/>
                </a:solidFill>
              </a:rPr>
              <a:t>Index State Management</a:t>
            </a:r>
          </a:p>
        </p:txBody>
      </p:sp>
      <p:sp>
        <p:nvSpPr>
          <p:cNvPr id="20" name="Arc 19">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CE31671-36C6-702F-AF7B-FA83A429E178}"/>
              </a:ext>
            </a:extLst>
          </p:cNvPr>
          <p:cNvSpPr>
            <a:spLocks noGrp="1"/>
          </p:cNvSpPr>
          <p:nvPr>
            <p:ph idx="1"/>
          </p:nvPr>
        </p:nvSpPr>
        <p:spPr>
          <a:xfrm>
            <a:off x="4447308" y="591344"/>
            <a:ext cx="6906491" cy="5585619"/>
          </a:xfrm>
        </p:spPr>
        <p:txBody>
          <a:bodyPr anchor="ctr">
            <a:normAutofit/>
          </a:bodyPr>
          <a:lstStyle/>
          <a:p>
            <a:r>
              <a:rPr lang="en-IN" sz="1800"/>
              <a:t>Managing old indices manually would become difficult in a large system, so OpenSearch provides </a:t>
            </a:r>
            <a:r>
              <a:rPr lang="en-IN" sz="1800" b="1"/>
              <a:t>Index State Management, or ISM</a:t>
            </a:r>
            <a:r>
              <a:rPr lang="en-IN" sz="1800"/>
              <a:t>.</a:t>
            </a:r>
          </a:p>
          <a:p>
            <a:pPr lvl="0"/>
            <a:r>
              <a:rPr lang="en-IN" sz="1800" b="1"/>
              <a:t>ISM allows rules to automatically manage an index as it becomes older.</a:t>
            </a:r>
            <a:r>
              <a:rPr lang="en-IN" sz="1800"/>
              <a:t> Instead of an administrator remembering to change every index manually, a policy can decide what happens at different stages. </a:t>
            </a:r>
          </a:p>
          <a:p>
            <a:pPr lvl="0"/>
            <a:r>
              <a:rPr lang="en-IN" sz="1800"/>
              <a:t>For example, an index can automatically move from </a:t>
            </a:r>
            <a:r>
              <a:rPr lang="en-IN" sz="1800" b="1"/>
              <a:t>hot storage to </a:t>
            </a:r>
            <a:r>
              <a:rPr lang="en-IN" sz="1800" b="1" err="1"/>
              <a:t>UltraWarm</a:t>
            </a:r>
            <a:r>
              <a:rPr lang="en-IN" sz="1800" b="1"/>
              <a:t> and later to cold storage</a:t>
            </a:r>
            <a:r>
              <a:rPr lang="en-IN" sz="1800"/>
              <a:t> when the data no longer needs the fastest performance. </a:t>
            </a:r>
          </a:p>
          <a:p>
            <a:pPr lvl="0"/>
            <a:r>
              <a:rPr lang="en-IN" sz="1800"/>
              <a:t>A policy can also </a:t>
            </a:r>
            <a:r>
              <a:rPr lang="en-IN" sz="1800" b="1"/>
              <a:t>change an index to read-only, reduce the number of replicas, create snapshots, or eventually delete old indices</a:t>
            </a:r>
            <a:r>
              <a:rPr lang="en-IN" sz="1800"/>
              <a:t>. </a:t>
            </a:r>
          </a:p>
          <a:p>
            <a:pPr lvl="0"/>
            <a:r>
              <a:rPr lang="en-IN" sz="1800"/>
              <a:t>This is especially useful for workloads such as log data. A company may need yesterday's logs frequently, last month's logs occasionally, and very old logs only for audit or investigation. </a:t>
            </a:r>
          </a:p>
          <a:p>
            <a:pPr lvl="0"/>
            <a:r>
              <a:rPr lang="en-IN" sz="1800"/>
              <a:t>The main benefit is that OpenSearch can manage the </a:t>
            </a:r>
            <a:r>
              <a:rPr lang="en-IN" sz="1800" b="1"/>
              <a:t>lifecycle of the data automatically instead of treating every index the same forever.</a:t>
            </a:r>
            <a:endParaRPr lang="en-IN" sz="1800"/>
          </a:p>
        </p:txBody>
      </p:sp>
    </p:spTree>
    <p:extLst>
      <p:ext uri="{BB962C8B-B14F-4D97-AF65-F5344CB8AC3E}">
        <p14:creationId xmlns:p14="http://schemas.microsoft.com/office/powerpoint/2010/main" val="2058040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DB341E-791B-18DB-CB87-FA9EF439FF48}"/>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Security in Amazon OpenSearch</a:t>
            </a:r>
          </a:p>
        </p:txBody>
      </p:sp>
      <p:sp>
        <p:nvSpPr>
          <p:cNvPr id="3" name="Content Placeholder 2">
            <a:extLst>
              <a:ext uri="{FF2B5EF4-FFF2-40B4-BE49-F238E27FC236}">
                <a16:creationId xmlns:a16="http://schemas.microsoft.com/office/drawing/2014/main" id="{2A06E24B-8812-FF3F-62E4-85CCAFB9F947}"/>
              </a:ext>
            </a:extLst>
          </p:cNvPr>
          <p:cNvSpPr>
            <a:spLocks noGrp="1"/>
          </p:cNvSpPr>
          <p:nvPr>
            <p:ph idx="1"/>
          </p:nvPr>
        </p:nvSpPr>
        <p:spPr>
          <a:xfrm>
            <a:off x="4810259" y="649480"/>
            <a:ext cx="6555347" cy="5546047"/>
          </a:xfrm>
        </p:spPr>
        <p:txBody>
          <a:bodyPr anchor="ctr">
            <a:normAutofit/>
          </a:bodyPr>
          <a:lstStyle/>
          <a:p>
            <a:r>
              <a:rPr lang="en-IN" sz="1700"/>
              <a:t>OpenSearch may contain business logs, internal documents, embeddings, or other sensitive information, so access control is important.</a:t>
            </a:r>
          </a:p>
          <a:p>
            <a:pPr lvl="0"/>
            <a:r>
              <a:rPr lang="en-IN" sz="1700" b="1"/>
              <a:t>Resource-based policies can control who is allowed to access an OpenSearch resource.</a:t>
            </a:r>
            <a:r>
              <a:rPr lang="en-IN" sz="1700"/>
              <a:t> This is useful for defining permissions directly around the domain or collection. </a:t>
            </a:r>
          </a:p>
          <a:p>
            <a:pPr lvl="0"/>
            <a:r>
              <a:rPr lang="en-IN" sz="1700" b="1"/>
              <a:t>Identity-based policies use AWS IAM permissions.</a:t>
            </a:r>
            <a:r>
              <a:rPr lang="en-IN" sz="1700"/>
              <a:t> These permissions can define what an AWS user or role is allowed to do with OpenSearch. </a:t>
            </a:r>
          </a:p>
          <a:p>
            <a:pPr lvl="0"/>
            <a:r>
              <a:rPr lang="en-IN" sz="1700" b="1"/>
              <a:t>IP-based policies can restrict access according to network location.</a:t>
            </a:r>
            <a:r>
              <a:rPr lang="en-IN" sz="1700"/>
              <a:t> This is useful when access should only come from trusted addresses or environments. </a:t>
            </a:r>
          </a:p>
          <a:p>
            <a:pPr lvl="0"/>
            <a:r>
              <a:rPr lang="en-IN" sz="1700"/>
              <a:t>OpenSearch can also use </a:t>
            </a:r>
            <a:r>
              <a:rPr lang="en-IN" sz="1700" b="1"/>
              <a:t>request signing and VPC networking</a:t>
            </a:r>
            <a:r>
              <a:rPr lang="en-IN" sz="1700"/>
              <a:t> so requests are authenticated and the service can be isolated inside a private AWS network. </a:t>
            </a:r>
          </a:p>
          <a:p>
            <a:pPr lvl="0"/>
            <a:r>
              <a:rPr lang="en-IN" sz="1700" b="1"/>
              <a:t>Amazon Cognito can help secure user access to OpenSearch Dashboards.</a:t>
            </a:r>
            <a:r>
              <a:rPr lang="en-IN" sz="1700"/>
              <a:t> This is useful when people need to log in and interact with dashboards instead of only calling the service through application APIs.</a:t>
            </a:r>
          </a:p>
        </p:txBody>
      </p:sp>
    </p:spTree>
    <p:extLst>
      <p:ext uri="{BB962C8B-B14F-4D97-AF65-F5344CB8AC3E}">
        <p14:creationId xmlns:p14="http://schemas.microsoft.com/office/powerpoint/2010/main" val="2440158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D8413-A329-D614-C7C7-C62147DCBE60}"/>
              </a:ext>
            </a:extLst>
          </p:cNvPr>
          <p:cNvSpPr>
            <a:spLocks noGrp="1"/>
          </p:cNvSpPr>
          <p:nvPr>
            <p:ph type="title"/>
          </p:nvPr>
        </p:nvSpPr>
        <p:spPr/>
        <p:txBody>
          <a:bodyPr/>
          <a:lstStyle/>
          <a:p>
            <a:r>
              <a:rPr lang="en-IN" dirty="0"/>
              <a:t>Performance Problems and OpenSearch Anti-Patterns</a:t>
            </a:r>
          </a:p>
        </p:txBody>
      </p:sp>
      <p:graphicFrame>
        <p:nvGraphicFramePr>
          <p:cNvPr id="5" name="Content Placeholder 2">
            <a:extLst>
              <a:ext uri="{FF2B5EF4-FFF2-40B4-BE49-F238E27FC236}">
                <a16:creationId xmlns:a16="http://schemas.microsoft.com/office/drawing/2014/main" id="{E8029B6C-B5BD-D54E-E395-4B8F7B480BF7}"/>
              </a:ext>
            </a:extLst>
          </p:cNvPr>
          <p:cNvGraphicFramePr>
            <a:graphicFrameLocks noGrp="1"/>
          </p:cNvGraphicFramePr>
          <p:nvPr>
            <p:ph idx="1"/>
          </p:nvPr>
        </p:nvGraphicFramePr>
        <p:xfrm>
          <a:off x="838200" y="1825624"/>
          <a:ext cx="10515600" cy="45636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91857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0AC85BD6-4DA9-19FC-FC1B-A1AB50141F0A}"/>
              </a:ext>
            </a:extLst>
          </p:cNvPr>
          <p:cNvSpPr>
            <a:spLocks noGrp="1"/>
          </p:cNvSpPr>
          <p:nvPr>
            <p:ph type="title"/>
          </p:nvPr>
        </p:nvSpPr>
        <p:spPr>
          <a:xfrm>
            <a:off x="841246" y="673770"/>
            <a:ext cx="3644489" cy="2414488"/>
          </a:xfrm>
        </p:spPr>
        <p:txBody>
          <a:bodyPr anchor="t">
            <a:normAutofit/>
          </a:bodyPr>
          <a:lstStyle/>
          <a:p>
            <a:r>
              <a:rPr lang="en-IN" sz="5400">
                <a:solidFill>
                  <a:srgbClr val="FFFFFF"/>
                </a:solidFill>
              </a:rPr>
              <a:t>Amazon OpenSearch Serverless</a:t>
            </a:r>
          </a:p>
        </p:txBody>
      </p:sp>
      <p:sp>
        <p:nvSpPr>
          <p:cNvPr id="3" name="Content Placeholder 2">
            <a:extLst>
              <a:ext uri="{FF2B5EF4-FFF2-40B4-BE49-F238E27FC236}">
                <a16:creationId xmlns:a16="http://schemas.microsoft.com/office/drawing/2014/main" id="{76D670C4-B278-8116-E405-36D3FCD2AECF}"/>
              </a:ext>
            </a:extLst>
          </p:cNvPr>
          <p:cNvSpPr>
            <a:spLocks noGrp="1"/>
          </p:cNvSpPr>
          <p:nvPr>
            <p:ph idx="1"/>
          </p:nvPr>
        </p:nvSpPr>
        <p:spPr>
          <a:xfrm>
            <a:off x="6095999" y="882315"/>
            <a:ext cx="5254754" cy="5294647"/>
          </a:xfrm>
        </p:spPr>
        <p:txBody>
          <a:bodyPr>
            <a:normAutofit/>
          </a:bodyPr>
          <a:lstStyle/>
          <a:p>
            <a:pPr lvl="0"/>
            <a:r>
              <a:rPr lang="en-IN" sz="1500" b="1"/>
              <a:t>OpenSearch Serverless removes much of the capacity planning required by a provisioned OpenSearch domain.</a:t>
            </a:r>
            <a:r>
              <a:rPr lang="en-IN" sz="1500"/>
              <a:t> Instead of selecting and managing a fixed set of cluster instances, the service provides on-demand scaling. </a:t>
            </a:r>
          </a:p>
          <a:p>
            <a:pPr lvl="0"/>
            <a:r>
              <a:rPr lang="en-IN" sz="1500"/>
              <a:t>Serverless works with </a:t>
            </a:r>
            <a:r>
              <a:rPr lang="en-IN" sz="1500" b="1"/>
              <a:t>collections rather than traditional provisioned domains</a:t>
            </a:r>
            <a:r>
              <a:rPr lang="en-IN" sz="1500"/>
              <a:t>. These collections can be created for different workload types such as search or time-series data. </a:t>
            </a:r>
          </a:p>
          <a:p>
            <a:pPr lvl="0"/>
            <a:r>
              <a:rPr lang="en-IN" sz="1500" b="1"/>
              <a:t>Encryption at rest is required</a:t>
            </a:r>
            <a:r>
              <a:rPr lang="en-IN" sz="1500"/>
              <a:t>, and the service uses AWS KMS keys. Data-access policies and security policies control how users and applications can reach the collection. </a:t>
            </a:r>
          </a:p>
          <a:p>
            <a:pPr lvl="0"/>
            <a:r>
              <a:rPr lang="en-IN" sz="1500"/>
              <a:t>Capacity is measured using </a:t>
            </a:r>
            <a:r>
              <a:rPr lang="en-IN" sz="1500" b="1"/>
              <a:t>OpenSearch Compute Units, or OCUs</a:t>
            </a:r>
            <a:r>
              <a:rPr lang="en-IN" sz="1500"/>
              <a:t>. The user can still place an upper limit on capacity, so serverless does not mean the workload has no resource or cost considerations. </a:t>
            </a:r>
          </a:p>
          <a:p>
            <a:pPr lvl="0"/>
            <a:r>
              <a:rPr lang="en-IN" sz="1500"/>
              <a:t>The important difference is that the serverless model reduces the amount of infrastructure management while still providing OpenSearch search capabilities. </a:t>
            </a:r>
          </a:p>
        </p:txBody>
      </p:sp>
    </p:spTree>
    <p:extLst>
      <p:ext uri="{BB962C8B-B14F-4D97-AF65-F5344CB8AC3E}">
        <p14:creationId xmlns:p14="http://schemas.microsoft.com/office/powerpoint/2010/main" val="249289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FA3FA8-BF84-9DE9-179E-FC50D386A469}"/>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OpenSearch as a Vector Store</a:t>
            </a:r>
          </a:p>
        </p:txBody>
      </p:sp>
      <p:sp>
        <p:nvSpPr>
          <p:cNvPr id="3" name="Content Placeholder 2">
            <a:extLst>
              <a:ext uri="{FF2B5EF4-FFF2-40B4-BE49-F238E27FC236}">
                <a16:creationId xmlns:a16="http://schemas.microsoft.com/office/drawing/2014/main" id="{871FD1D1-5FCF-D5E0-DD8E-B584AC43BDAA}"/>
              </a:ext>
            </a:extLst>
          </p:cNvPr>
          <p:cNvSpPr>
            <a:spLocks noGrp="1"/>
          </p:cNvSpPr>
          <p:nvPr>
            <p:ph idx="1"/>
          </p:nvPr>
        </p:nvSpPr>
        <p:spPr>
          <a:xfrm>
            <a:off x="4810259" y="649480"/>
            <a:ext cx="6555347" cy="5546047"/>
          </a:xfrm>
        </p:spPr>
        <p:txBody>
          <a:bodyPr anchor="ctr">
            <a:normAutofit/>
          </a:bodyPr>
          <a:lstStyle/>
          <a:p>
            <a:r>
              <a:rPr lang="en-IN" sz="1600"/>
              <a:t>This is where OpenSearch connects directly with Generative AI.</a:t>
            </a:r>
          </a:p>
          <a:p>
            <a:pPr lvl="0"/>
            <a:r>
              <a:rPr lang="en-IN" sz="1600" b="1"/>
              <a:t>A normal search engine usually looks for matching words, but a vector store can search according to meaning.</a:t>
            </a:r>
            <a:r>
              <a:rPr lang="en-IN" sz="1600"/>
              <a:t> Text, documents, or other information can first be converted into embeddings, and those embeddings can be stored inside OpenSearch. </a:t>
            </a:r>
          </a:p>
          <a:p>
            <a:pPr lvl="0"/>
            <a:r>
              <a:rPr lang="en-IN" sz="1600"/>
              <a:t>When a user asks a question, the question can also be converted into an embedding. OpenSearch then searches for stored vectors that are close to the query vector. </a:t>
            </a:r>
          </a:p>
          <a:p>
            <a:pPr lvl="0"/>
            <a:r>
              <a:rPr lang="en-IN" sz="1600" b="1"/>
              <a:t>Amazon Bedrock Knowledge Bases can use OpenSearch as the vector-store layer.</a:t>
            </a:r>
            <a:r>
              <a:rPr lang="en-IN" sz="1600"/>
              <a:t> This allows retrieved information from OpenSearch to become context for a Bedrock model. </a:t>
            </a:r>
          </a:p>
          <a:p>
            <a:pPr lvl="0"/>
            <a:r>
              <a:rPr lang="en-IN" sz="1600"/>
              <a:t>OpenSearch is not limited to Bedrock. The course also mentions integrations with </a:t>
            </a:r>
            <a:r>
              <a:rPr lang="en-IN" sz="1600" b="1"/>
              <a:t>SageMaker AI, Hugging Face, and custom models</a:t>
            </a:r>
            <a:r>
              <a:rPr lang="en-IN" sz="1600"/>
              <a:t> for RAG-style applications. </a:t>
            </a:r>
          </a:p>
          <a:p>
            <a:r>
              <a:rPr lang="en-IN" sz="1600" b="1"/>
              <a:t>Simple Flow</a:t>
            </a:r>
          </a:p>
          <a:p>
            <a:r>
              <a:rPr lang="en-IN" sz="1600" b="1"/>
              <a:t>User Question → Create Query Embedding → Search OpenSearch → Retrieve Relevant Information → Send Context to Bedrock → Generate Answer</a:t>
            </a:r>
            <a:endParaRPr lang="en-IN" sz="1600"/>
          </a:p>
          <a:p>
            <a:r>
              <a:rPr lang="en-IN" sz="1600"/>
              <a:t>The model still generates the final response, but OpenSearch helps decide </a:t>
            </a:r>
            <a:r>
              <a:rPr lang="en-IN" sz="1600" b="1"/>
              <a:t>which information the model should see first</a:t>
            </a:r>
            <a:r>
              <a:rPr lang="en-IN" sz="1600"/>
              <a:t>.</a:t>
            </a:r>
          </a:p>
        </p:txBody>
      </p:sp>
    </p:spTree>
    <p:extLst>
      <p:ext uri="{BB962C8B-B14F-4D97-AF65-F5344CB8AC3E}">
        <p14:creationId xmlns:p14="http://schemas.microsoft.com/office/powerpoint/2010/main" val="3072274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24F92A-364C-B68E-0CF7-2E93ECFFFA05}"/>
              </a:ext>
            </a:extLst>
          </p:cNvPr>
          <p:cNvSpPr>
            <a:spLocks noGrp="1"/>
          </p:cNvSpPr>
          <p:nvPr>
            <p:ph type="title"/>
          </p:nvPr>
        </p:nvSpPr>
        <p:spPr>
          <a:xfrm>
            <a:off x="841248" y="548640"/>
            <a:ext cx="3600860" cy="5431536"/>
          </a:xfrm>
        </p:spPr>
        <p:txBody>
          <a:bodyPr>
            <a:normAutofit/>
          </a:bodyPr>
          <a:lstStyle/>
          <a:p>
            <a:r>
              <a:rPr lang="en-IN" sz="5400"/>
              <a:t>Semantic Search vs. Hybrid Search</a:t>
            </a:r>
          </a:p>
        </p:txBody>
      </p:sp>
      <p:sp>
        <p:nvSpPr>
          <p:cNvPr id="19"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6EDE3C9-6B31-6308-01FF-F39C50E6ABCA}"/>
              </a:ext>
            </a:extLst>
          </p:cNvPr>
          <p:cNvSpPr>
            <a:spLocks noGrp="1"/>
          </p:cNvSpPr>
          <p:nvPr>
            <p:ph idx="1"/>
          </p:nvPr>
        </p:nvSpPr>
        <p:spPr>
          <a:xfrm>
            <a:off x="5126418" y="552091"/>
            <a:ext cx="6224335" cy="5431536"/>
          </a:xfrm>
        </p:spPr>
        <p:txBody>
          <a:bodyPr anchor="ctr">
            <a:normAutofit/>
          </a:bodyPr>
          <a:lstStyle/>
          <a:p>
            <a:r>
              <a:rPr lang="en-IN" sz="1500" b="1"/>
              <a:t>Semantic Search</a:t>
            </a:r>
          </a:p>
          <a:p>
            <a:pPr lvl="0"/>
            <a:r>
              <a:rPr lang="en-IN" sz="1500" b="1"/>
              <a:t>Semantic search uses vector similarity to search by meaning rather than only exact words.</a:t>
            </a:r>
            <a:r>
              <a:rPr lang="en-IN" sz="1500"/>
              <a:t> Two sentences may use different words but still represent a similar idea, and their embeddings can help the system recognize that relationship. </a:t>
            </a:r>
          </a:p>
          <a:p>
            <a:r>
              <a:rPr lang="en-IN" sz="1500" b="1"/>
              <a:t>Example:</a:t>
            </a:r>
            <a:br>
              <a:rPr lang="en-IN" sz="1500"/>
            </a:br>
            <a:r>
              <a:rPr lang="en-IN" sz="1500"/>
              <a:t>A user searches for </a:t>
            </a:r>
            <a:r>
              <a:rPr lang="en-IN" sz="1500" b="1"/>
              <a:t>“How can I work from home?”</a:t>
            </a:r>
            <a:br>
              <a:rPr lang="en-IN" sz="1500"/>
            </a:br>
            <a:r>
              <a:rPr lang="en-IN" sz="1500"/>
              <a:t>The stored document says </a:t>
            </a:r>
            <a:r>
              <a:rPr lang="en-IN" sz="1500" b="1"/>
              <a:t>“Remote work policy.”</a:t>
            </a:r>
            <a:endParaRPr lang="en-IN" sz="1500"/>
          </a:p>
          <a:p>
            <a:r>
              <a:rPr lang="en-IN" sz="1500"/>
              <a:t>A keyword-only search may depend heavily on matching words, but semantic search can recognize that these ideas are related.</a:t>
            </a:r>
          </a:p>
          <a:p>
            <a:r>
              <a:rPr lang="en-IN" sz="1500" b="1"/>
              <a:t>Hybrid Search</a:t>
            </a:r>
          </a:p>
          <a:p>
            <a:pPr lvl="0"/>
            <a:r>
              <a:rPr lang="en-IN" sz="1500" b="1"/>
              <a:t>Hybrid search combines vector-based semantic search with traditional keyword search.</a:t>
            </a:r>
            <a:r>
              <a:rPr lang="en-IN" sz="1500"/>
              <a:t> This can be useful when meaning matters but exact words, product codes, names, or metadata are also important. </a:t>
            </a:r>
          </a:p>
          <a:p>
            <a:pPr lvl="0"/>
            <a:r>
              <a:rPr lang="en-IN" sz="1500"/>
              <a:t>The course notes that hybrid search requires searchable keyword fields for metadata. </a:t>
            </a:r>
          </a:p>
          <a:p>
            <a:r>
              <a:rPr lang="en-IN" sz="1500" b="1"/>
              <a:t>Why Both Can Matter</a:t>
            </a:r>
          </a:p>
          <a:p>
            <a:r>
              <a:rPr lang="en-IN" sz="1500"/>
              <a:t>A Generative AI application may want the flexibility of semantic meaning while still keeping the precision of exact keyword or metadata matching.</a:t>
            </a:r>
          </a:p>
        </p:txBody>
      </p:sp>
    </p:spTree>
    <p:extLst>
      <p:ext uri="{BB962C8B-B14F-4D97-AF65-F5344CB8AC3E}">
        <p14:creationId xmlns:p14="http://schemas.microsoft.com/office/powerpoint/2010/main" val="2073455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63CDB-2DF6-D220-5F6C-D9043F4CC0E0}"/>
              </a:ext>
            </a:extLst>
          </p:cNvPr>
          <p:cNvSpPr>
            <a:spLocks noGrp="1"/>
          </p:cNvSpPr>
          <p:nvPr>
            <p:ph type="title"/>
          </p:nvPr>
        </p:nvSpPr>
        <p:spPr/>
        <p:txBody>
          <a:bodyPr/>
          <a:lstStyle/>
          <a:p>
            <a:r>
              <a:rPr lang="en-IN" dirty="0"/>
              <a:t>How Vector Search Finds Similar Results</a:t>
            </a:r>
            <a:endParaRPr lang="en-IN" b="1" dirty="0"/>
          </a:p>
        </p:txBody>
      </p:sp>
      <p:graphicFrame>
        <p:nvGraphicFramePr>
          <p:cNvPr id="5" name="Content Placeholder 2">
            <a:extLst>
              <a:ext uri="{FF2B5EF4-FFF2-40B4-BE49-F238E27FC236}">
                <a16:creationId xmlns:a16="http://schemas.microsoft.com/office/drawing/2014/main" id="{8E7E4C8F-8898-109D-DAFB-EC612CA528A8}"/>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18586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EC9188-EAC5-535B-0186-3A461E55B012}"/>
              </a:ext>
            </a:extLst>
          </p:cNvPr>
          <p:cNvSpPr>
            <a:spLocks noGrp="1"/>
          </p:cNvSpPr>
          <p:nvPr>
            <p:ph type="title"/>
          </p:nvPr>
        </p:nvSpPr>
        <p:spPr>
          <a:xfrm>
            <a:off x="686834" y="1153572"/>
            <a:ext cx="3200400" cy="4461163"/>
          </a:xfrm>
        </p:spPr>
        <p:txBody>
          <a:bodyPr>
            <a:normAutofit/>
          </a:bodyPr>
          <a:lstStyle/>
          <a:p>
            <a:r>
              <a:rPr lang="en-IN">
                <a:solidFill>
                  <a:srgbClr val="FFFFFF"/>
                </a:solidFill>
              </a:rPr>
              <a:t>Example: OpenSearch in a Student Support GenAI System</a:t>
            </a:r>
          </a:p>
        </p:txBody>
      </p:sp>
      <p:sp>
        <p:nvSpPr>
          <p:cNvPr id="24" name="Arc 2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F97D014-9D3C-D4F5-4F33-B4B418B693B2}"/>
              </a:ext>
            </a:extLst>
          </p:cNvPr>
          <p:cNvSpPr>
            <a:spLocks noGrp="1"/>
          </p:cNvSpPr>
          <p:nvPr>
            <p:ph idx="1"/>
          </p:nvPr>
        </p:nvSpPr>
        <p:spPr>
          <a:xfrm>
            <a:off x="4447308" y="591344"/>
            <a:ext cx="6906491" cy="5585619"/>
          </a:xfrm>
        </p:spPr>
        <p:txBody>
          <a:bodyPr anchor="ctr">
            <a:normAutofit/>
          </a:bodyPr>
          <a:lstStyle/>
          <a:p>
            <a:r>
              <a:rPr lang="en-IN" sz="900"/>
              <a:t>Imagine a university creates an AI assistant for students.</a:t>
            </a:r>
          </a:p>
          <a:p>
            <a:r>
              <a:rPr lang="en-IN" sz="900" b="1"/>
              <a:t>Step 1 – Store the Information</a:t>
            </a:r>
          </a:p>
          <a:p>
            <a:r>
              <a:rPr lang="en-IN" sz="900"/>
              <a:t>University policies, registration information, course guides, and student-service documents are prepared and converted into embeddings.</a:t>
            </a:r>
          </a:p>
          <a:p>
            <a:r>
              <a:rPr lang="en-IN" sz="900" b="1"/>
              <a:t>Step 2 – Store Embeddings in OpenSearch</a:t>
            </a:r>
          </a:p>
          <a:p>
            <a:r>
              <a:rPr lang="en-IN" sz="900"/>
              <a:t>OpenSearch keeps the vectors along with useful metadata such as:</a:t>
            </a:r>
          </a:p>
          <a:p>
            <a:pPr lvl="0"/>
            <a:r>
              <a:rPr lang="en-IN" sz="900"/>
              <a:t>Department </a:t>
            </a:r>
          </a:p>
          <a:p>
            <a:pPr lvl="0"/>
            <a:r>
              <a:rPr lang="en-IN" sz="900"/>
              <a:t>Document type </a:t>
            </a:r>
          </a:p>
          <a:p>
            <a:pPr lvl="0"/>
            <a:r>
              <a:rPr lang="en-IN" sz="900"/>
              <a:t>Academic year </a:t>
            </a:r>
          </a:p>
          <a:p>
            <a:pPr lvl="0"/>
            <a:r>
              <a:rPr lang="en-IN" sz="900"/>
              <a:t>Topic </a:t>
            </a:r>
          </a:p>
          <a:p>
            <a:pPr lvl="0"/>
            <a:r>
              <a:rPr lang="en-IN" sz="900"/>
              <a:t>Access level </a:t>
            </a:r>
          </a:p>
          <a:p>
            <a:r>
              <a:rPr lang="en-IN" sz="900" b="1"/>
              <a:t>Step 3 – Student Asks a Question</a:t>
            </a:r>
          </a:p>
          <a:p>
            <a:r>
              <a:rPr lang="en-IN" sz="900"/>
              <a:t>A student asks:</a:t>
            </a:r>
          </a:p>
          <a:p>
            <a:r>
              <a:rPr lang="en-IN" sz="900" b="1"/>
              <a:t>“How many credits do I need to stay full-time?”</a:t>
            </a:r>
            <a:endParaRPr lang="en-IN" sz="900"/>
          </a:p>
          <a:p>
            <a:r>
              <a:rPr lang="en-IN" sz="900"/>
              <a:t>The question is converted into an embedding.</a:t>
            </a:r>
          </a:p>
          <a:p>
            <a:r>
              <a:rPr lang="en-IN" sz="900" b="1"/>
              <a:t>Step 4 – Retrieve Relevant Context</a:t>
            </a:r>
          </a:p>
          <a:p>
            <a:r>
              <a:rPr lang="en-IN" sz="900"/>
              <a:t>OpenSearch performs semantic or hybrid search and returns the most relevant sections from the university documents.</a:t>
            </a:r>
          </a:p>
          <a:p>
            <a:r>
              <a:rPr lang="en-IN" sz="900" b="1"/>
              <a:t>Step 5 – Bedrock Generates the Response</a:t>
            </a:r>
          </a:p>
          <a:p>
            <a:r>
              <a:rPr lang="en-IN" sz="900"/>
              <a:t>Those retrieved sections are added to the prompt sent to the Foundation Model.</a:t>
            </a:r>
          </a:p>
          <a:p>
            <a:r>
              <a:rPr lang="en-IN" sz="900" b="1"/>
              <a:t>Result:</a:t>
            </a:r>
            <a:endParaRPr lang="en-IN" sz="900"/>
          </a:p>
          <a:p>
            <a:r>
              <a:rPr lang="en-IN" sz="900"/>
              <a:t>The model answers using information that OpenSearch retrieved from the university's own data instead of relying only on what the model learned during training.</a:t>
            </a:r>
          </a:p>
          <a:p>
            <a:r>
              <a:rPr lang="en-IN" sz="900"/>
              <a:t>This is the practical role of OpenSearch in many RAG applications: </a:t>
            </a:r>
            <a:r>
              <a:rPr lang="en-IN" sz="900" b="1"/>
              <a:t>search first, then generate</a:t>
            </a:r>
            <a:r>
              <a:rPr lang="en-IN" sz="900"/>
              <a:t>.</a:t>
            </a:r>
          </a:p>
        </p:txBody>
      </p:sp>
    </p:spTree>
    <p:extLst>
      <p:ext uri="{BB962C8B-B14F-4D97-AF65-F5344CB8AC3E}">
        <p14:creationId xmlns:p14="http://schemas.microsoft.com/office/powerpoint/2010/main" val="1112681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0FFD6C-9A53-484C-B883-CC55E3F579BD}"/>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Key Takeaways &amp; Thank You</a:t>
            </a:r>
          </a:p>
        </p:txBody>
      </p:sp>
      <p:sp>
        <p:nvSpPr>
          <p:cNvPr id="3" name="Content Placeholder 2">
            <a:extLst>
              <a:ext uri="{FF2B5EF4-FFF2-40B4-BE49-F238E27FC236}">
                <a16:creationId xmlns:a16="http://schemas.microsoft.com/office/drawing/2014/main" id="{12D87B3D-8D7B-C5C0-3893-B271E0EDE37F}"/>
              </a:ext>
            </a:extLst>
          </p:cNvPr>
          <p:cNvSpPr>
            <a:spLocks noGrp="1"/>
          </p:cNvSpPr>
          <p:nvPr>
            <p:ph idx="1"/>
          </p:nvPr>
        </p:nvSpPr>
        <p:spPr>
          <a:xfrm>
            <a:off x="4810259" y="649480"/>
            <a:ext cx="6555347" cy="5546047"/>
          </a:xfrm>
        </p:spPr>
        <p:txBody>
          <a:bodyPr anchor="ctr">
            <a:normAutofit/>
          </a:bodyPr>
          <a:lstStyle/>
          <a:p>
            <a:pPr lvl="0"/>
            <a:r>
              <a:rPr lang="en-IN" sz="1100" b="1"/>
              <a:t>OpenSearch is mainly a search and analytics platform.</a:t>
            </a:r>
            <a:r>
              <a:rPr lang="en-IN" sz="1100"/>
              <a:t> Documents are organized into indices, and indices can be divided into shards so large workloads can be distributed across several nodes. </a:t>
            </a:r>
          </a:p>
          <a:p>
            <a:pPr lvl="0"/>
            <a:r>
              <a:rPr lang="en-IN" sz="1100" b="1"/>
              <a:t>Replica shards add redundancy and can help handle reads</a:t>
            </a:r>
            <a:r>
              <a:rPr lang="en-IN" sz="1100"/>
              <a:t>, while storage tiers and Index State Management help control the cost of older data. </a:t>
            </a:r>
          </a:p>
          <a:p>
            <a:pPr lvl="0"/>
            <a:r>
              <a:rPr lang="en-IN" sz="1100" b="1"/>
              <a:t>Managed OpenSearch gives the user more control over the cluster, while OpenSearch Serverless reduces infrastructure management and provides on-demand scaling.</a:t>
            </a:r>
            <a:r>
              <a:rPr lang="en-IN" sz="1100"/>
              <a:t> </a:t>
            </a:r>
          </a:p>
          <a:p>
            <a:pPr lvl="0"/>
            <a:r>
              <a:rPr lang="en-IN" sz="1100"/>
              <a:t>For Generative AI, </a:t>
            </a:r>
            <a:r>
              <a:rPr lang="en-IN" sz="1100" b="1"/>
              <a:t>OpenSearch can store embeddings and perform semantic vector search</a:t>
            </a:r>
            <a:r>
              <a:rPr lang="en-IN" sz="1100"/>
              <a:t>. Hybrid search can add keyword-based matching when exact terms and metadata also matter. </a:t>
            </a:r>
          </a:p>
          <a:p>
            <a:pPr lvl="0"/>
            <a:r>
              <a:rPr lang="en-IN" sz="1100"/>
              <a:t>ANN techniques such as </a:t>
            </a:r>
            <a:r>
              <a:rPr lang="en-IN" sz="1100" b="1"/>
              <a:t>HNSW and IVF</a:t>
            </a:r>
            <a:r>
              <a:rPr lang="en-IN" sz="1100"/>
              <a:t> allow large vector datasets to be searched efficiently without comparing every stored vector individually. </a:t>
            </a:r>
          </a:p>
          <a:p>
            <a:pPr lvl="0"/>
            <a:r>
              <a:rPr lang="en-IN" sz="1100"/>
              <a:t>The biggest idea I learned from this topic is that </a:t>
            </a:r>
            <a:r>
              <a:rPr lang="en-IN" sz="1100" b="1"/>
              <a:t>OpenSearch can act as the retrieval engine between company data and a Foundation Model</a:t>
            </a:r>
            <a:r>
              <a:rPr lang="en-IN" sz="1100"/>
              <a:t>. The Foundation Model generates the answer, while OpenSearch helps find the information that should support that answer. </a:t>
            </a:r>
          </a:p>
          <a:p>
            <a:r>
              <a:rPr lang="en-IN" sz="1100" b="1"/>
              <a:t>Thank You</a:t>
            </a:r>
          </a:p>
          <a:p>
            <a:r>
              <a:rPr lang="en-IN" sz="1100" b="1"/>
              <a:t>Prepared by: Akash Patel</a:t>
            </a:r>
            <a:endParaRPr lang="en-IN" sz="1100"/>
          </a:p>
          <a:p>
            <a:r>
              <a:rPr lang="en-IN" sz="1100" b="1"/>
              <a:t>Concordia University Chicago</a:t>
            </a:r>
            <a:endParaRPr lang="en-IN" sz="1100"/>
          </a:p>
          <a:p>
            <a:r>
              <a:rPr lang="en-IN" sz="1100" b="1"/>
              <a:t>Special thanks to Professor Victor Govindaswamy for his continued guidance and support throughout this course. His explanations and course structure are helping me connect AWS services with real Generative AI use cases instead of only memorizing definitions. Learning how services such as OpenSearch connect with Amazon Bedrock has helped me understand how complete AI applications are designed on AWS.</a:t>
            </a:r>
            <a:endParaRPr lang="en-IN" sz="1100"/>
          </a:p>
        </p:txBody>
      </p:sp>
    </p:spTree>
    <p:extLst>
      <p:ext uri="{BB962C8B-B14F-4D97-AF65-F5344CB8AC3E}">
        <p14:creationId xmlns:p14="http://schemas.microsoft.com/office/powerpoint/2010/main" val="6788309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TotalTime>
  <Words>2894</Words>
  <Application>Microsoft Office PowerPoint</Application>
  <PresentationFormat>Widescreen</PresentationFormat>
  <Paragraphs>145</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Amazon OpenSearch: From Search Engine to GenAI Vector Store Search, Analytics, Shards, Serverless, Semantic Search, Hybrid Search, and Vector Retrieval</vt:lpstr>
      <vt:lpstr>Why Are We Learning OpenSearch?</vt:lpstr>
      <vt:lpstr>What Is Amazon OpenSearch?</vt:lpstr>
      <vt:lpstr>Documents, Indices, and Search Structure</vt:lpstr>
      <vt:lpstr>Why Does OpenSearch Use Shards?</vt:lpstr>
      <vt:lpstr>Primary Shards and Replica Shards</vt:lpstr>
      <vt:lpstr>Amazon OpenSearch Service: Managed Option</vt:lpstr>
      <vt:lpstr>Hot, UltraWarm, and Cold Storage</vt:lpstr>
      <vt:lpstr>Index State Management</vt:lpstr>
      <vt:lpstr>Security in Amazon OpenSearch</vt:lpstr>
      <vt:lpstr>Performance Problems and OpenSearch Anti-Patterns</vt:lpstr>
      <vt:lpstr>Amazon OpenSearch Serverless</vt:lpstr>
      <vt:lpstr>OpenSearch as a Vector Store</vt:lpstr>
      <vt:lpstr>Semantic Search vs. Hybrid Search</vt:lpstr>
      <vt:lpstr>How Vector Search Finds Similar Results</vt:lpstr>
      <vt:lpstr>Example: OpenSearch in a Student Support GenAI System</vt:lpstr>
      <vt:lpstr>Key Takeaways &amp;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Akash Patel</dc:creator>
  <cp:lastModifiedBy>Akash Patel</cp:lastModifiedBy>
  <cp:revision>1</cp:revision>
  <dcterms:created xsi:type="dcterms:W3CDTF">2026-09-24T19:58:32Z</dcterms:created>
  <dcterms:modified xsi:type="dcterms:W3CDTF">2026-09-24T20:44:26Z</dcterms:modified>
</cp:coreProperties>
</file>