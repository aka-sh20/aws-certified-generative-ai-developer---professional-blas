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5" Type="http://schemas.openxmlformats.org/officeDocument/2006/relationships/image" Target="../media/image11.svg"/><Relationship Id="rId4" Type="http://schemas.openxmlformats.org/officeDocument/2006/relationships/image" Target="../media/image10.svg"/></Relationships>
</file>

<file path=ppt/diagrams/_rels/data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7.svg"/></Relationships>
</file>

<file path=ppt/diagrams/_rels/data6.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2.svg"/><Relationship Id="rId7" Type="http://schemas.openxmlformats.org/officeDocument/2006/relationships/image" Target="../media/image23.svg"/><Relationship Id="rId2" Type="http://schemas.openxmlformats.org/officeDocument/2006/relationships/image" Target="../media/image19.svg"/><Relationship Id="rId1" Type="http://schemas.openxmlformats.org/officeDocument/2006/relationships/image" Target="../media/image18.svg"/><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5" Type="http://schemas.openxmlformats.org/officeDocument/2006/relationships/image" Target="../media/image11.svg"/><Relationship Id="rId4"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7.svg"/></Relationships>
</file>

<file path=ppt/diagrams/_rels/drawing6.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2.svg"/><Relationship Id="rId7" Type="http://schemas.openxmlformats.org/officeDocument/2006/relationships/image" Target="../media/image23.svg"/><Relationship Id="rId2" Type="http://schemas.openxmlformats.org/officeDocument/2006/relationships/image" Target="../media/image19.svg"/><Relationship Id="rId1" Type="http://schemas.openxmlformats.org/officeDocument/2006/relationships/image" Target="../media/image18.svg"/><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3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5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6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716F89-85B0-4155-9485-D4839594A918}" type="doc">
      <dgm:prSet loTypeId="urn:microsoft.com/office/officeart/2018/2/layout/IconVerticalSolidList" loCatId="icon" qsTypeId="urn:microsoft.com/office/officeart/2005/8/quickstyle/simple1#1" qsCatId="simple" csTypeId="urn:microsoft.com/office/officeart/2018/5/colors/Iconchunking_neutralicontext_colorful1" csCatId="colorful" phldr="1"/>
      <dgm:spPr/>
      <dgm:t>
        <a:bodyPr/>
        <a:lstStyle/>
        <a:p>
          <a:endParaRPr lang="en-US"/>
        </a:p>
      </dgm:t>
    </dgm:pt>
    <dgm:pt modelId="{0C6BF19B-EB2A-4B81-A9ED-808BF72242CE}">
      <dgm:prSet/>
      <dgm:spPr/>
      <dgm:t>
        <a:bodyPr/>
        <a:lstStyle/>
        <a:p>
          <a:r>
            <a:rPr lang="en-IN"/>
            <a:t>In the previous videos, I studied different places where a Generative AI application can store and search information, including OpenSearch, S3 Vectors, Aurora, and DynamoDB. </a:t>
          </a:r>
          <a:endParaRPr lang="en-US"/>
        </a:p>
      </dgm:t>
    </dgm:pt>
    <dgm:pt modelId="{1A8744BF-5175-4913-A3FF-128DEF126203}" type="parTrans" cxnId="{F8F9EF09-55D5-441A-9373-66A11E540B2A}">
      <dgm:prSet/>
      <dgm:spPr/>
      <dgm:t>
        <a:bodyPr/>
        <a:lstStyle/>
        <a:p>
          <a:endParaRPr lang="en-US"/>
        </a:p>
      </dgm:t>
    </dgm:pt>
    <dgm:pt modelId="{5001CEDD-B28D-4E63-8AEE-36E2946A549C}" type="sibTrans" cxnId="{F8F9EF09-55D5-441A-9373-66A11E540B2A}">
      <dgm:prSet/>
      <dgm:spPr/>
      <dgm:t>
        <a:bodyPr/>
        <a:lstStyle/>
        <a:p>
          <a:endParaRPr lang="en-US"/>
        </a:p>
      </dgm:t>
    </dgm:pt>
    <dgm:pt modelId="{C78428C4-B1C1-46B6-8969-11F94C8338EB}">
      <dgm:prSet/>
      <dgm:spPr/>
      <dgm:t>
        <a:bodyPr/>
        <a:lstStyle/>
        <a:p>
          <a:r>
            <a:rPr lang="en-IN"/>
            <a:t>But </a:t>
          </a:r>
          <a:r>
            <a:rPr lang="en-IN" b="1"/>
            <a:t>storing the data one time is not enough</a:t>
          </a:r>
          <a:r>
            <a:rPr lang="en-IN"/>
            <a:t>. Real business information keeps changing. New documents are uploaded, old information is replaced, product details change, and new conversations are created. </a:t>
          </a:r>
          <a:endParaRPr lang="en-US"/>
        </a:p>
      </dgm:t>
    </dgm:pt>
    <dgm:pt modelId="{591903C2-6203-411D-8028-467EBF6E5DBC}" type="parTrans" cxnId="{23558691-1FB7-4BFF-991A-B35A3AC57A90}">
      <dgm:prSet/>
      <dgm:spPr/>
      <dgm:t>
        <a:bodyPr/>
        <a:lstStyle/>
        <a:p>
          <a:endParaRPr lang="en-US"/>
        </a:p>
      </dgm:t>
    </dgm:pt>
    <dgm:pt modelId="{0F5D8674-C907-4935-A7CB-EC1186B8D823}" type="sibTrans" cxnId="{23558691-1FB7-4BFF-991A-B35A3AC57A90}">
      <dgm:prSet/>
      <dgm:spPr/>
      <dgm:t>
        <a:bodyPr/>
        <a:lstStyle/>
        <a:p>
          <a:endParaRPr lang="en-US"/>
        </a:p>
      </dgm:t>
    </dgm:pt>
    <dgm:pt modelId="{B98F75E7-0860-4A4D-A078-878CB55A5290}">
      <dgm:prSet/>
      <dgm:spPr/>
      <dgm:t>
        <a:bodyPr/>
        <a:lstStyle/>
        <a:p>
          <a:r>
            <a:rPr lang="en-IN"/>
            <a:t>If the vector store is not updated, the AI system may continue retrieving old information even when the original source has already changed. </a:t>
          </a:r>
          <a:endParaRPr lang="en-US"/>
        </a:p>
      </dgm:t>
    </dgm:pt>
    <dgm:pt modelId="{011D0A93-205F-4C7D-AD9C-E64F036D8CF5}" type="parTrans" cxnId="{EF1376AA-7747-42E8-917A-B73775271B29}">
      <dgm:prSet/>
      <dgm:spPr/>
      <dgm:t>
        <a:bodyPr/>
        <a:lstStyle/>
        <a:p>
          <a:endParaRPr lang="en-US"/>
        </a:p>
      </dgm:t>
    </dgm:pt>
    <dgm:pt modelId="{A4CAA032-3682-41F1-A1C3-0A68137A89BC}" type="sibTrans" cxnId="{EF1376AA-7747-42E8-917A-B73775271B29}">
      <dgm:prSet/>
      <dgm:spPr/>
      <dgm:t>
        <a:bodyPr/>
        <a:lstStyle/>
        <a:p>
          <a:endParaRPr lang="en-US"/>
        </a:p>
      </dgm:t>
    </dgm:pt>
    <dgm:pt modelId="{5B80BF78-8DC7-418D-A0B1-51E1994D1EFB}">
      <dgm:prSet/>
      <dgm:spPr/>
      <dgm:t>
        <a:bodyPr/>
        <a:lstStyle/>
        <a:p>
          <a:r>
            <a:rPr lang="en-IN"/>
            <a:t>At the same time, companies also need to think about </a:t>
          </a:r>
          <a:r>
            <a:rPr lang="en-IN" b="1"/>
            <a:t>storage cost, security, backup, encryption, and who is allowed to access the data</a:t>
          </a:r>
          <a:r>
            <a:rPr lang="en-IN"/>
            <a:t>. </a:t>
          </a:r>
          <a:endParaRPr lang="en-US"/>
        </a:p>
      </dgm:t>
    </dgm:pt>
    <dgm:pt modelId="{11046F25-48E7-4ECF-BF90-9DF3C7652CD0}" type="parTrans" cxnId="{CF452CE4-BA86-4D8F-9CE8-605043F05F38}">
      <dgm:prSet/>
      <dgm:spPr/>
      <dgm:t>
        <a:bodyPr/>
        <a:lstStyle/>
        <a:p>
          <a:endParaRPr lang="en-US"/>
        </a:p>
      </dgm:t>
    </dgm:pt>
    <dgm:pt modelId="{4694E988-E36C-485E-9C88-DCBF8113A7CC}" type="sibTrans" cxnId="{CF452CE4-BA86-4D8F-9CE8-605043F05F38}">
      <dgm:prSet/>
      <dgm:spPr/>
      <dgm:t>
        <a:bodyPr/>
        <a:lstStyle/>
        <a:p>
          <a:endParaRPr lang="en-US"/>
        </a:p>
      </dgm:t>
    </dgm:pt>
    <dgm:pt modelId="{E95D1A8E-FA33-4AE2-8D4F-4187DE671DF5}">
      <dgm:prSet/>
      <dgm:spPr/>
      <dgm:t>
        <a:bodyPr/>
        <a:lstStyle/>
        <a:p>
          <a:r>
            <a:rPr lang="en-IN"/>
            <a:t>So this video focuses on the operational side of GenAI data: keeping vector information fresh and managing the underlying S3 data correctly.</a:t>
          </a:r>
          <a:endParaRPr lang="en-US"/>
        </a:p>
      </dgm:t>
    </dgm:pt>
    <dgm:pt modelId="{7F1CF49C-5F9D-4026-AF80-89D4FDE2E3EC}" type="parTrans" cxnId="{B17D8238-1991-4922-AEA7-1261E8C473C9}">
      <dgm:prSet/>
      <dgm:spPr/>
      <dgm:t>
        <a:bodyPr/>
        <a:lstStyle/>
        <a:p>
          <a:endParaRPr lang="en-US"/>
        </a:p>
      </dgm:t>
    </dgm:pt>
    <dgm:pt modelId="{548A3E4B-297A-4165-90B1-4D7E06D6ADA0}" type="sibTrans" cxnId="{B17D8238-1991-4922-AEA7-1261E8C473C9}">
      <dgm:prSet/>
      <dgm:spPr/>
      <dgm:t>
        <a:bodyPr/>
        <a:lstStyle/>
        <a:p>
          <a:endParaRPr lang="en-US"/>
        </a:p>
      </dgm:t>
    </dgm:pt>
    <dgm:pt modelId="{78D35296-0814-470B-B9E1-516BB576FECD}" type="pres">
      <dgm:prSet presAssocID="{5A716F89-85B0-4155-9485-D4839594A918}" presName="root" presStyleCnt="0">
        <dgm:presLayoutVars>
          <dgm:dir/>
          <dgm:resizeHandles val="exact"/>
        </dgm:presLayoutVars>
      </dgm:prSet>
      <dgm:spPr/>
    </dgm:pt>
    <dgm:pt modelId="{13A14163-DC48-4E0D-B58C-E037A2564D96}" type="pres">
      <dgm:prSet presAssocID="{0C6BF19B-EB2A-4B81-A9ED-808BF72242CE}" presName="compNode" presStyleCnt="0"/>
      <dgm:spPr/>
    </dgm:pt>
    <dgm:pt modelId="{30F2F56F-5177-44A5-A1AA-2DA463BF208B}" type="pres">
      <dgm:prSet presAssocID="{0C6BF19B-EB2A-4B81-A9ED-808BF72242CE}" presName="bgRect" presStyleLbl="bgShp" presStyleIdx="0" presStyleCnt="5"/>
      <dgm:spPr/>
    </dgm:pt>
    <dgm:pt modelId="{56E7BD53-3136-4092-AC0E-97C68CAA9102}" type="pres">
      <dgm:prSet presAssocID="{0C6BF19B-EB2A-4B81-A9ED-808BF72242CE}"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esearch"/>
        </a:ext>
      </dgm:extLst>
    </dgm:pt>
    <dgm:pt modelId="{F0EDB491-259D-483D-B7A4-28D620C63DF2}" type="pres">
      <dgm:prSet presAssocID="{0C6BF19B-EB2A-4B81-A9ED-808BF72242CE}" presName="spaceRect" presStyleCnt="0"/>
      <dgm:spPr/>
    </dgm:pt>
    <dgm:pt modelId="{4D0D1056-ABF1-4884-84CE-ABFF58BDD6B6}" type="pres">
      <dgm:prSet presAssocID="{0C6BF19B-EB2A-4B81-A9ED-808BF72242CE}" presName="parTx" presStyleLbl="revTx" presStyleIdx="0" presStyleCnt="5">
        <dgm:presLayoutVars>
          <dgm:chMax val="0"/>
          <dgm:chPref val="0"/>
        </dgm:presLayoutVars>
      </dgm:prSet>
      <dgm:spPr/>
    </dgm:pt>
    <dgm:pt modelId="{7874A8A7-079E-4477-B5B1-9A0D773CF17C}" type="pres">
      <dgm:prSet presAssocID="{5001CEDD-B28D-4E63-8AEE-36E2946A549C}" presName="sibTrans" presStyleCnt="0"/>
      <dgm:spPr/>
    </dgm:pt>
    <dgm:pt modelId="{1D3A3D9B-00BE-43E0-BC60-2EF9F3174CB6}" type="pres">
      <dgm:prSet presAssocID="{C78428C4-B1C1-46B6-8969-11F94C8338EB}" presName="compNode" presStyleCnt="0"/>
      <dgm:spPr/>
    </dgm:pt>
    <dgm:pt modelId="{4903BEC2-A13D-4E2E-8F25-2F34D24D1A90}" type="pres">
      <dgm:prSet presAssocID="{C78428C4-B1C1-46B6-8969-11F94C8338EB}" presName="bgRect" presStyleLbl="bgShp" presStyleIdx="1" presStyleCnt="5"/>
      <dgm:spPr/>
    </dgm:pt>
    <dgm:pt modelId="{D1E4783D-0CD6-4302-8733-20A0F135FD4E}" type="pres">
      <dgm:prSet presAssocID="{C78428C4-B1C1-46B6-8969-11F94C8338EB}"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B03EEC1E-01DC-4F56-AB74-EEBFEE8219A1}" type="pres">
      <dgm:prSet presAssocID="{C78428C4-B1C1-46B6-8969-11F94C8338EB}" presName="spaceRect" presStyleCnt="0"/>
      <dgm:spPr/>
    </dgm:pt>
    <dgm:pt modelId="{7661563D-0461-4C55-AC46-0C6DDDF58C96}" type="pres">
      <dgm:prSet presAssocID="{C78428C4-B1C1-46B6-8969-11F94C8338EB}" presName="parTx" presStyleLbl="revTx" presStyleIdx="1" presStyleCnt="5">
        <dgm:presLayoutVars>
          <dgm:chMax val="0"/>
          <dgm:chPref val="0"/>
        </dgm:presLayoutVars>
      </dgm:prSet>
      <dgm:spPr/>
    </dgm:pt>
    <dgm:pt modelId="{8D830C38-9D13-4CD9-AC9A-0957A756D504}" type="pres">
      <dgm:prSet presAssocID="{0F5D8674-C907-4935-A7CB-EC1186B8D823}" presName="sibTrans" presStyleCnt="0"/>
      <dgm:spPr/>
    </dgm:pt>
    <dgm:pt modelId="{7771E394-37BC-41A9-AE88-DC6F1EF2F8F8}" type="pres">
      <dgm:prSet presAssocID="{B98F75E7-0860-4A4D-A078-878CB55A5290}" presName="compNode" presStyleCnt="0"/>
      <dgm:spPr/>
    </dgm:pt>
    <dgm:pt modelId="{F8FAA4A2-7060-4F42-8FC0-48A6E11609D8}" type="pres">
      <dgm:prSet presAssocID="{B98F75E7-0860-4A4D-A078-878CB55A5290}" presName="bgRect" presStyleLbl="bgShp" presStyleIdx="2" presStyleCnt="5"/>
      <dgm:spPr/>
    </dgm:pt>
    <dgm:pt modelId="{0749B59A-C9CD-43D7-96AC-A01CBDFBEAF4}" type="pres">
      <dgm:prSet presAssocID="{B98F75E7-0860-4A4D-A078-878CB55A5290}"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atabase"/>
        </a:ext>
      </dgm:extLst>
    </dgm:pt>
    <dgm:pt modelId="{E1D6B057-E8F2-45C5-87F3-99B8E75CE9B1}" type="pres">
      <dgm:prSet presAssocID="{B98F75E7-0860-4A4D-A078-878CB55A5290}" presName="spaceRect" presStyleCnt="0"/>
      <dgm:spPr/>
    </dgm:pt>
    <dgm:pt modelId="{A1C7BBC6-0A91-4AED-BB0C-C886F57EEF85}" type="pres">
      <dgm:prSet presAssocID="{B98F75E7-0860-4A4D-A078-878CB55A5290}" presName="parTx" presStyleLbl="revTx" presStyleIdx="2" presStyleCnt="5">
        <dgm:presLayoutVars>
          <dgm:chMax val="0"/>
          <dgm:chPref val="0"/>
        </dgm:presLayoutVars>
      </dgm:prSet>
      <dgm:spPr/>
    </dgm:pt>
    <dgm:pt modelId="{82859C4B-1334-42B3-B054-44C0BEA33BE8}" type="pres">
      <dgm:prSet presAssocID="{A4CAA032-3682-41F1-A1C3-0A68137A89BC}" presName="sibTrans" presStyleCnt="0"/>
      <dgm:spPr/>
    </dgm:pt>
    <dgm:pt modelId="{EEE56658-C70A-4506-933F-B1E7DA1EEAFA}" type="pres">
      <dgm:prSet presAssocID="{5B80BF78-8DC7-418D-A0B1-51E1994D1EFB}" presName="compNode" presStyleCnt="0"/>
      <dgm:spPr/>
    </dgm:pt>
    <dgm:pt modelId="{17A87637-C7DB-4452-AAE8-643BE3D559EA}" type="pres">
      <dgm:prSet presAssocID="{5B80BF78-8DC7-418D-A0B1-51E1994D1EFB}" presName="bgRect" presStyleLbl="bgShp" presStyleIdx="3" presStyleCnt="5"/>
      <dgm:spPr/>
    </dgm:pt>
    <dgm:pt modelId="{C755CC15-EC89-4DB4-8A28-ABC82EC01E50}" type="pres">
      <dgm:prSet presAssocID="{5B80BF78-8DC7-418D-A0B1-51E1994D1EFB}"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k"/>
        </a:ext>
      </dgm:extLst>
    </dgm:pt>
    <dgm:pt modelId="{F6C6A3ED-191D-4D54-B030-C3EAA6688A17}" type="pres">
      <dgm:prSet presAssocID="{5B80BF78-8DC7-418D-A0B1-51E1994D1EFB}" presName="spaceRect" presStyleCnt="0"/>
      <dgm:spPr/>
    </dgm:pt>
    <dgm:pt modelId="{0E626AD3-C231-4D51-88E3-0A9F6DE0217B}" type="pres">
      <dgm:prSet presAssocID="{5B80BF78-8DC7-418D-A0B1-51E1994D1EFB}" presName="parTx" presStyleLbl="revTx" presStyleIdx="3" presStyleCnt="5">
        <dgm:presLayoutVars>
          <dgm:chMax val="0"/>
          <dgm:chPref val="0"/>
        </dgm:presLayoutVars>
      </dgm:prSet>
      <dgm:spPr/>
    </dgm:pt>
    <dgm:pt modelId="{7519A2F6-50B6-49F9-B7F1-00973ACBF022}" type="pres">
      <dgm:prSet presAssocID="{4694E988-E36C-485E-9C88-DCBF8113A7CC}" presName="sibTrans" presStyleCnt="0"/>
      <dgm:spPr/>
    </dgm:pt>
    <dgm:pt modelId="{9A5653A0-28A8-4952-BC7C-971F0BAA9B20}" type="pres">
      <dgm:prSet presAssocID="{E95D1A8E-FA33-4AE2-8D4F-4187DE671DF5}" presName="compNode" presStyleCnt="0"/>
      <dgm:spPr/>
    </dgm:pt>
    <dgm:pt modelId="{E332E87B-D566-4CDB-A216-07EFE614D267}" type="pres">
      <dgm:prSet presAssocID="{E95D1A8E-FA33-4AE2-8D4F-4187DE671DF5}" presName="bgRect" presStyleLbl="bgShp" presStyleIdx="4" presStyleCnt="5"/>
      <dgm:spPr/>
    </dgm:pt>
    <dgm:pt modelId="{96BD835E-265C-4D06-BD4A-40459671CB88}" type="pres">
      <dgm:prSet presAssocID="{E95D1A8E-FA33-4AE2-8D4F-4187DE671DF5}"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Processor"/>
        </a:ext>
      </dgm:extLst>
    </dgm:pt>
    <dgm:pt modelId="{FCBF18FB-E8C1-4916-B891-B4D86CCCDDAF}" type="pres">
      <dgm:prSet presAssocID="{E95D1A8E-FA33-4AE2-8D4F-4187DE671DF5}" presName="spaceRect" presStyleCnt="0"/>
      <dgm:spPr/>
    </dgm:pt>
    <dgm:pt modelId="{F9404694-3DFC-45F9-A1B4-DA6900A44A52}" type="pres">
      <dgm:prSet presAssocID="{E95D1A8E-FA33-4AE2-8D4F-4187DE671DF5}" presName="parTx" presStyleLbl="revTx" presStyleIdx="4" presStyleCnt="5">
        <dgm:presLayoutVars>
          <dgm:chMax val="0"/>
          <dgm:chPref val="0"/>
        </dgm:presLayoutVars>
      </dgm:prSet>
      <dgm:spPr/>
    </dgm:pt>
  </dgm:ptLst>
  <dgm:cxnLst>
    <dgm:cxn modelId="{F8F9EF09-55D5-441A-9373-66A11E540B2A}" srcId="{5A716F89-85B0-4155-9485-D4839594A918}" destId="{0C6BF19B-EB2A-4B81-A9ED-808BF72242CE}" srcOrd="0" destOrd="0" parTransId="{1A8744BF-5175-4913-A3FF-128DEF126203}" sibTransId="{5001CEDD-B28D-4E63-8AEE-36E2946A549C}"/>
    <dgm:cxn modelId="{186C0315-0391-4C03-97DA-262CFAE0AA3F}" type="presOf" srcId="{E95D1A8E-FA33-4AE2-8D4F-4187DE671DF5}" destId="{F9404694-3DFC-45F9-A1B4-DA6900A44A52}" srcOrd="0" destOrd="0" presId="urn:microsoft.com/office/officeart/2018/2/layout/IconVerticalSolidList"/>
    <dgm:cxn modelId="{ABC3D129-5A73-4C49-8852-1C8C60EAD7B9}" type="presOf" srcId="{5B80BF78-8DC7-418D-A0B1-51E1994D1EFB}" destId="{0E626AD3-C231-4D51-88E3-0A9F6DE0217B}" srcOrd="0" destOrd="0" presId="urn:microsoft.com/office/officeart/2018/2/layout/IconVerticalSolidList"/>
    <dgm:cxn modelId="{3D397D2A-B801-4FEA-8B3C-8AAF64D96083}" type="presOf" srcId="{0C6BF19B-EB2A-4B81-A9ED-808BF72242CE}" destId="{4D0D1056-ABF1-4884-84CE-ABFF58BDD6B6}" srcOrd="0" destOrd="0" presId="urn:microsoft.com/office/officeart/2018/2/layout/IconVerticalSolidList"/>
    <dgm:cxn modelId="{13CB852C-E5DA-401F-9023-C147F2850E40}" type="presOf" srcId="{5A716F89-85B0-4155-9485-D4839594A918}" destId="{78D35296-0814-470B-B9E1-516BB576FECD}" srcOrd="0" destOrd="0" presId="urn:microsoft.com/office/officeart/2018/2/layout/IconVerticalSolidList"/>
    <dgm:cxn modelId="{B17D8238-1991-4922-AEA7-1261E8C473C9}" srcId="{5A716F89-85B0-4155-9485-D4839594A918}" destId="{E95D1A8E-FA33-4AE2-8D4F-4187DE671DF5}" srcOrd="4" destOrd="0" parTransId="{7F1CF49C-5F9D-4026-AF80-89D4FDE2E3EC}" sibTransId="{548A3E4B-297A-4165-90B1-4D7E06D6ADA0}"/>
    <dgm:cxn modelId="{23558691-1FB7-4BFF-991A-B35A3AC57A90}" srcId="{5A716F89-85B0-4155-9485-D4839594A918}" destId="{C78428C4-B1C1-46B6-8969-11F94C8338EB}" srcOrd="1" destOrd="0" parTransId="{591903C2-6203-411D-8028-467EBF6E5DBC}" sibTransId="{0F5D8674-C907-4935-A7CB-EC1186B8D823}"/>
    <dgm:cxn modelId="{BA199691-D269-4250-8C03-57EAF147AD3B}" type="presOf" srcId="{B98F75E7-0860-4A4D-A078-878CB55A5290}" destId="{A1C7BBC6-0A91-4AED-BB0C-C886F57EEF85}" srcOrd="0" destOrd="0" presId="urn:microsoft.com/office/officeart/2018/2/layout/IconVerticalSolidList"/>
    <dgm:cxn modelId="{EF1376AA-7747-42E8-917A-B73775271B29}" srcId="{5A716F89-85B0-4155-9485-D4839594A918}" destId="{B98F75E7-0860-4A4D-A078-878CB55A5290}" srcOrd="2" destOrd="0" parTransId="{011D0A93-205F-4C7D-AD9C-E64F036D8CF5}" sibTransId="{A4CAA032-3682-41F1-A1C3-0A68137A89BC}"/>
    <dgm:cxn modelId="{7CB8ACE2-77BF-42C6-A63A-543823C00290}" type="presOf" srcId="{C78428C4-B1C1-46B6-8969-11F94C8338EB}" destId="{7661563D-0461-4C55-AC46-0C6DDDF58C96}" srcOrd="0" destOrd="0" presId="urn:microsoft.com/office/officeart/2018/2/layout/IconVerticalSolidList"/>
    <dgm:cxn modelId="{CF452CE4-BA86-4D8F-9CE8-605043F05F38}" srcId="{5A716F89-85B0-4155-9485-D4839594A918}" destId="{5B80BF78-8DC7-418D-A0B1-51E1994D1EFB}" srcOrd="3" destOrd="0" parTransId="{11046F25-48E7-4ECF-BF90-9DF3C7652CD0}" sibTransId="{4694E988-E36C-485E-9C88-DCBF8113A7CC}"/>
    <dgm:cxn modelId="{8D21D8EA-6A6B-4D84-B303-1A4956EB2CF4}" type="presParOf" srcId="{78D35296-0814-470B-B9E1-516BB576FECD}" destId="{13A14163-DC48-4E0D-B58C-E037A2564D96}" srcOrd="0" destOrd="0" presId="urn:microsoft.com/office/officeart/2018/2/layout/IconVerticalSolidList"/>
    <dgm:cxn modelId="{D1184721-EE25-4C08-8D33-158C85DA76DE}" type="presParOf" srcId="{13A14163-DC48-4E0D-B58C-E037A2564D96}" destId="{30F2F56F-5177-44A5-A1AA-2DA463BF208B}" srcOrd="0" destOrd="0" presId="urn:microsoft.com/office/officeart/2018/2/layout/IconVerticalSolidList"/>
    <dgm:cxn modelId="{27B0B817-3114-4E80-8BBB-D32C3F75B0A7}" type="presParOf" srcId="{13A14163-DC48-4E0D-B58C-E037A2564D96}" destId="{56E7BD53-3136-4092-AC0E-97C68CAA9102}" srcOrd="1" destOrd="0" presId="urn:microsoft.com/office/officeart/2018/2/layout/IconVerticalSolidList"/>
    <dgm:cxn modelId="{8652EC46-B49A-43AB-81BB-01B48CEDC5A7}" type="presParOf" srcId="{13A14163-DC48-4E0D-B58C-E037A2564D96}" destId="{F0EDB491-259D-483D-B7A4-28D620C63DF2}" srcOrd="2" destOrd="0" presId="urn:microsoft.com/office/officeart/2018/2/layout/IconVerticalSolidList"/>
    <dgm:cxn modelId="{DE00BACB-314E-4387-B168-603D40BDF943}" type="presParOf" srcId="{13A14163-DC48-4E0D-B58C-E037A2564D96}" destId="{4D0D1056-ABF1-4884-84CE-ABFF58BDD6B6}" srcOrd="3" destOrd="0" presId="urn:microsoft.com/office/officeart/2018/2/layout/IconVerticalSolidList"/>
    <dgm:cxn modelId="{1DA695B3-3221-47B8-B788-C05A24FB751A}" type="presParOf" srcId="{78D35296-0814-470B-B9E1-516BB576FECD}" destId="{7874A8A7-079E-4477-B5B1-9A0D773CF17C}" srcOrd="1" destOrd="0" presId="urn:microsoft.com/office/officeart/2018/2/layout/IconVerticalSolidList"/>
    <dgm:cxn modelId="{696B2E27-7DA2-42C2-B929-B5AB3A71318D}" type="presParOf" srcId="{78D35296-0814-470B-B9E1-516BB576FECD}" destId="{1D3A3D9B-00BE-43E0-BC60-2EF9F3174CB6}" srcOrd="2" destOrd="0" presId="urn:microsoft.com/office/officeart/2018/2/layout/IconVerticalSolidList"/>
    <dgm:cxn modelId="{2A2079CD-BA8E-40DA-B8EE-E3D11B7D7ED8}" type="presParOf" srcId="{1D3A3D9B-00BE-43E0-BC60-2EF9F3174CB6}" destId="{4903BEC2-A13D-4E2E-8F25-2F34D24D1A90}" srcOrd="0" destOrd="0" presId="urn:microsoft.com/office/officeart/2018/2/layout/IconVerticalSolidList"/>
    <dgm:cxn modelId="{303944AD-EAA3-4F25-8786-CBE03699B285}" type="presParOf" srcId="{1D3A3D9B-00BE-43E0-BC60-2EF9F3174CB6}" destId="{D1E4783D-0CD6-4302-8733-20A0F135FD4E}" srcOrd="1" destOrd="0" presId="urn:microsoft.com/office/officeart/2018/2/layout/IconVerticalSolidList"/>
    <dgm:cxn modelId="{09327DAA-022B-45DE-86E2-286C9369821B}" type="presParOf" srcId="{1D3A3D9B-00BE-43E0-BC60-2EF9F3174CB6}" destId="{B03EEC1E-01DC-4F56-AB74-EEBFEE8219A1}" srcOrd="2" destOrd="0" presId="urn:microsoft.com/office/officeart/2018/2/layout/IconVerticalSolidList"/>
    <dgm:cxn modelId="{E76791E8-0D4E-4071-856D-5F7802EA74EF}" type="presParOf" srcId="{1D3A3D9B-00BE-43E0-BC60-2EF9F3174CB6}" destId="{7661563D-0461-4C55-AC46-0C6DDDF58C96}" srcOrd="3" destOrd="0" presId="urn:microsoft.com/office/officeart/2018/2/layout/IconVerticalSolidList"/>
    <dgm:cxn modelId="{91A0415A-11A3-4A67-BD6C-1663E5442BD0}" type="presParOf" srcId="{78D35296-0814-470B-B9E1-516BB576FECD}" destId="{8D830C38-9D13-4CD9-AC9A-0957A756D504}" srcOrd="3" destOrd="0" presId="urn:microsoft.com/office/officeart/2018/2/layout/IconVerticalSolidList"/>
    <dgm:cxn modelId="{C54DD5B2-D0E5-4F6E-9D96-FE1A2C29048F}" type="presParOf" srcId="{78D35296-0814-470B-B9E1-516BB576FECD}" destId="{7771E394-37BC-41A9-AE88-DC6F1EF2F8F8}" srcOrd="4" destOrd="0" presId="urn:microsoft.com/office/officeart/2018/2/layout/IconVerticalSolidList"/>
    <dgm:cxn modelId="{1E90411C-5157-480B-AC39-04AF5F00A45C}" type="presParOf" srcId="{7771E394-37BC-41A9-AE88-DC6F1EF2F8F8}" destId="{F8FAA4A2-7060-4F42-8FC0-48A6E11609D8}" srcOrd="0" destOrd="0" presId="urn:microsoft.com/office/officeart/2018/2/layout/IconVerticalSolidList"/>
    <dgm:cxn modelId="{3BBE88E4-3B4D-4C9F-AB70-C03BE2C321A5}" type="presParOf" srcId="{7771E394-37BC-41A9-AE88-DC6F1EF2F8F8}" destId="{0749B59A-C9CD-43D7-96AC-A01CBDFBEAF4}" srcOrd="1" destOrd="0" presId="urn:microsoft.com/office/officeart/2018/2/layout/IconVerticalSolidList"/>
    <dgm:cxn modelId="{E4C01EDD-906F-4DB8-9BB8-D951C176E3B5}" type="presParOf" srcId="{7771E394-37BC-41A9-AE88-DC6F1EF2F8F8}" destId="{E1D6B057-E8F2-45C5-87F3-99B8E75CE9B1}" srcOrd="2" destOrd="0" presId="urn:microsoft.com/office/officeart/2018/2/layout/IconVerticalSolidList"/>
    <dgm:cxn modelId="{46A27C41-DA49-43B6-BDDA-F4ADDF42BF3E}" type="presParOf" srcId="{7771E394-37BC-41A9-AE88-DC6F1EF2F8F8}" destId="{A1C7BBC6-0A91-4AED-BB0C-C886F57EEF85}" srcOrd="3" destOrd="0" presId="urn:microsoft.com/office/officeart/2018/2/layout/IconVerticalSolidList"/>
    <dgm:cxn modelId="{DFE96062-E566-4E32-BFE8-BEC0B4838A19}" type="presParOf" srcId="{78D35296-0814-470B-B9E1-516BB576FECD}" destId="{82859C4B-1334-42B3-B054-44C0BEA33BE8}" srcOrd="5" destOrd="0" presId="urn:microsoft.com/office/officeart/2018/2/layout/IconVerticalSolidList"/>
    <dgm:cxn modelId="{8647BCD7-03D7-492F-8DB7-0EC0799C73F3}" type="presParOf" srcId="{78D35296-0814-470B-B9E1-516BB576FECD}" destId="{EEE56658-C70A-4506-933F-B1E7DA1EEAFA}" srcOrd="6" destOrd="0" presId="urn:microsoft.com/office/officeart/2018/2/layout/IconVerticalSolidList"/>
    <dgm:cxn modelId="{90594B5C-FCA4-442A-8333-ACC1FFCAA993}" type="presParOf" srcId="{EEE56658-C70A-4506-933F-B1E7DA1EEAFA}" destId="{17A87637-C7DB-4452-AAE8-643BE3D559EA}" srcOrd="0" destOrd="0" presId="urn:microsoft.com/office/officeart/2018/2/layout/IconVerticalSolidList"/>
    <dgm:cxn modelId="{62B4DC5C-3959-4142-84DF-3CC5489D8592}" type="presParOf" srcId="{EEE56658-C70A-4506-933F-B1E7DA1EEAFA}" destId="{C755CC15-EC89-4DB4-8A28-ABC82EC01E50}" srcOrd="1" destOrd="0" presId="urn:microsoft.com/office/officeart/2018/2/layout/IconVerticalSolidList"/>
    <dgm:cxn modelId="{D16D2FCD-065E-451F-9160-211E5090CF9B}" type="presParOf" srcId="{EEE56658-C70A-4506-933F-B1E7DA1EEAFA}" destId="{F6C6A3ED-191D-4D54-B030-C3EAA6688A17}" srcOrd="2" destOrd="0" presId="urn:microsoft.com/office/officeart/2018/2/layout/IconVerticalSolidList"/>
    <dgm:cxn modelId="{2D09BC47-E6CC-4D18-8B8E-CA3A1AF49C57}" type="presParOf" srcId="{EEE56658-C70A-4506-933F-B1E7DA1EEAFA}" destId="{0E626AD3-C231-4D51-88E3-0A9F6DE0217B}" srcOrd="3" destOrd="0" presId="urn:microsoft.com/office/officeart/2018/2/layout/IconVerticalSolidList"/>
    <dgm:cxn modelId="{421B4B72-8A2D-469C-BBF8-704CB7C27717}" type="presParOf" srcId="{78D35296-0814-470B-B9E1-516BB576FECD}" destId="{7519A2F6-50B6-49F9-B7F1-00973ACBF022}" srcOrd="7" destOrd="0" presId="urn:microsoft.com/office/officeart/2018/2/layout/IconVerticalSolidList"/>
    <dgm:cxn modelId="{CAD820AD-2B3C-4196-9E23-6E58E55464B4}" type="presParOf" srcId="{78D35296-0814-470B-B9E1-516BB576FECD}" destId="{9A5653A0-28A8-4952-BC7C-971F0BAA9B20}" srcOrd="8" destOrd="0" presId="urn:microsoft.com/office/officeart/2018/2/layout/IconVerticalSolidList"/>
    <dgm:cxn modelId="{41B0CDBA-5685-4FD0-BE8D-A3339A93FA89}" type="presParOf" srcId="{9A5653A0-28A8-4952-BC7C-971F0BAA9B20}" destId="{E332E87B-D566-4CDB-A216-07EFE614D267}" srcOrd="0" destOrd="0" presId="urn:microsoft.com/office/officeart/2018/2/layout/IconVerticalSolidList"/>
    <dgm:cxn modelId="{074B8D7D-A482-4FA5-812F-7A3719F5367B}" type="presParOf" srcId="{9A5653A0-28A8-4952-BC7C-971F0BAA9B20}" destId="{96BD835E-265C-4D06-BD4A-40459671CB88}" srcOrd="1" destOrd="0" presId="urn:microsoft.com/office/officeart/2018/2/layout/IconVerticalSolidList"/>
    <dgm:cxn modelId="{6ECDAFF8-4FD3-434A-8DB2-EBDCFDBD7C6A}" type="presParOf" srcId="{9A5653A0-28A8-4952-BC7C-971F0BAA9B20}" destId="{FCBF18FB-E8C1-4916-B891-B4D86CCCDDAF}" srcOrd="2" destOrd="0" presId="urn:microsoft.com/office/officeart/2018/2/layout/IconVerticalSolidList"/>
    <dgm:cxn modelId="{8FEECFCC-EE3E-4AA4-8A00-BF457D3DBAC6}" type="presParOf" srcId="{9A5653A0-28A8-4952-BC7C-971F0BAA9B20}" destId="{F9404694-3DFC-45F9-A1B4-DA6900A44A5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BE784D-5527-4775-A8EA-EA5804213E2F}" type="doc">
      <dgm:prSet loTypeId="urn:microsoft.com/office/officeart/2018/5/layout/IconCircleLabelList" loCatId="icon" qsTypeId="urn:microsoft.com/office/officeart/2005/8/quickstyle/simple1#14" qsCatId="simple" csTypeId="urn:microsoft.com/office/officeart/2005/8/colors/accent1_2#10" csCatId="accent1" phldr="1"/>
      <dgm:spPr/>
      <dgm:t>
        <a:bodyPr/>
        <a:lstStyle/>
        <a:p>
          <a:endParaRPr lang="en-US"/>
        </a:p>
      </dgm:t>
    </dgm:pt>
    <dgm:pt modelId="{1B3B53BB-25C0-48BF-876A-FFF5FE2CE6A3}">
      <dgm:prSet/>
      <dgm:spPr/>
      <dgm:t>
        <a:bodyPr/>
        <a:lstStyle/>
        <a:p>
          <a:pPr>
            <a:lnSpc>
              <a:spcPct val="100000"/>
            </a:lnSpc>
            <a:defRPr cap="all"/>
          </a:pPr>
          <a:r>
            <a:rPr lang="en-IN" b="1"/>
            <a:t>A vector store needs to stay synchronized with the original data source.</a:t>
          </a:r>
          <a:r>
            <a:rPr lang="en-IN"/>
            <a:t> If a company changes a policy document, the vector store should eventually reflect that new version instead of continuing to retrieve embeddings created from the old document. </a:t>
          </a:r>
          <a:endParaRPr lang="en-US"/>
        </a:p>
      </dgm:t>
    </dgm:pt>
    <dgm:pt modelId="{F78D6B2B-1716-4C21-BBF7-619DE276DEC0}" type="parTrans" cxnId="{3A761C42-A060-4637-9291-EE32DCEDF1A4}">
      <dgm:prSet/>
      <dgm:spPr/>
      <dgm:t>
        <a:bodyPr/>
        <a:lstStyle/>
        <a:p>
          <a:endParaRPr lang="en-US"/>
        </a:p>
      </dgm:t>
    </dgm:pt>
    <dgm:pt modelId="{C6901B4C-7F58-4EF7-A68F-91264C55EEB8}" type="sibTrans" cxnId="{3A761C42-A060-4637-9291-EE32DCEDF1A4}">
      <dgm:prSet/>
      <dgm:spPr/>
      <dgm:t>
        <a:bodyPr/>
        <a:lstStyle/>
        <a:p>
          <a:endParaRPr lang="en-US"/>
        </a:p>
      </dgm:t>
    </dgm:pt>
    <dgm:pt modelId="{54334843-1CFA-4FD2-9AFF-C64C9F2D04D3}">
      <dgm:prSet/>
      <dgm:spPr/>
      <dgm:t>
        <a:bodyPr/>
        <a:lstStyle/>
        <a:p>
          <a:pPr>
            <a:lnSpc>
              <a:spcPct val="100000"/>
            </a:lnSpc>
            <a:defRPr cap="all"/>
          </a:pPr>
          <a:r>
            <a:rPr lang="en-IN"/>
            <a:t>The course introduces several ways to handle this, including </a:t>
          </a:r>
          <a:r>
            <a:rPr lang="en-IN" b="1"/>
            <a:t>incremental updates, real-time change detection, automated synchronization, and scheduled refresh pipelines</a:t>
          </a:r>
          <a:r>
            <a:rPr lang="en-IN"/>
            <a:t>. </a:t>
          </a:r>
          <a:endParaRPr lang="en-US"/>
        </a:p>
      </dgm:t>
    </dgm:pt>
    <dgm:pt modelId="{DB260EC2-9F5D-457D-857D-B88D52EB3E17}" type="parTrans" cxnId="{55D84DC6-34B2-481D-B035-73DEE95BB203}">
      <dgm:prSet/>
      <dgm:spPr/>
      <dgm:t>
        <a:bodyPr/>
        <a:lstStyle/>
        <a:p>
          <a:endParaRPr lang="en-US"/>
        </a:p>
      </dgm:t>
    </dgm:pt>
    <dgm:pt modelId="{835E4870-C0AD-4EA8-A8D9-E4014A34678B}" type="sibTrans" cxnId="{55D84DC6-34B2-481D-B035-73DEE95BB203}">
      <dgm:prSet/>
      <dgm:spPr/>
      <dgm:t>
        <a:bodyPr/>
        <a:lstStyle/>
        <a:p>
          <a:endParaRPr lang="en-US"/>
        </a:p>
      </dgm:t>
    </dgm:pt>
    <dgm:pt modelId="{BD23E74C-7A23-4A1C-86BA-10290A28CDBB}">
      <dgm:prSet/>
      <dgm:spPr/>
      <dgm:t>
        <a:bodyPr/>
        <a:lstStyle/>
        <a:p>
          <a:pPr>
            <a:lnSpc>
              <a:spcPct val="100000"/>
            </a:lnSpc>
            <a:defRPr cap="all"/>
          </a:pPr>
          <a:r>
            <a:rPr lang="en-IN"/>
            <a:t>Incremental updates mean we update only the information that changed instead of rebuilding everything every time. This can save processing time when most of the data stays the same. </a:t>
          </a:r>
          <a:endParaRPr lang="en-US"/>
        </a:p>
      </dgm:t>
    </dgm:pt>
    <dgm:pt modelId="{0015D060-0452-4A58-A9A8-2461699E9B28}" type="parTrans" cxnId="{3040F101-3DEF-4E3D-997E-792B34EC72AD}">
      <dgm:prSet/>
      <dgm:spPr/>
      <dgm:t>
        <a:bodyPr/>
        <a:lstStyle/>
        <a:p>
          <a:endParaRPr lang="en-US"/>
        </a:p>
      </dgm:t>
    </dgm:pt>
    <dgm:pt modelId="{BC73AAC4-F9A8-419B-86CD-EE3F30252089}" type="sibTrans" cxnId="{3040F101-3DEF-4E3D-997E-792B34EC72AD}">
      <dgm:prSet/>
      <dgm:spPr/>
      <dgm:t>
        <a:bodyPr/>
        <a:lstStyle/>
        <a:p>
          <a:endParaRPr lang="en-US"/>
        </a:p>
      </dgm:t>
    </dgm:pt>
    <dgm:pt modelId="{D2807613-DE2E-44F3-A955-E71AFC7B1B5F}">
      <dgm:prSet/>
      <dgm:spPr/>
      <dgm:t>
        <a:bodyPr/>
        <a:lstStyle/>
        <a:p>
          <a:pPr>
            <a:lnSpc>
              <a:spcPct val="100000"/>
            </a:lnSpc>
            <a:defRPr cap="all"/>
          </a:pPr>
          <a:r>
            <a:rPr lang="en-IN"/>
            <a:t>Real-time change detection is useful when new or changed information needs to become searchable quickly. Scheduled refreshes are more suitable when the application can wait and update at a fixed time. </a:t>
          </a:r>
          <a:endParaRPr lang="en-US"/>
        </a:p>
      </dgm:t>
    </dgm:pt>
    <dgm:pt modelId="{667009BD-C7AA-487F-940B-0798CD44710C}" type="parTrans" cxnId="{5AE2DB78-8D43-428A-8858-32A5DCC4B5C9}">
      <dgm:prSet/>
      <dgm:spPr/>
      <dgm:t>
        <a:bodyPr/>
        <a:lstStyle/>
        <a:p>
          <a:endParaRPr lang="en-US"/>
        </a:p>
      </dgm:t>
    </dgm:pt>
    <dgm:pt modelId="{A3497BD4-BBFF-4B95-816B-ECC0069E92C9}" type="sibTrans" cxnId="{5AE2DB78-8D43-428A-8858-32A5DCC4B5C9}">
      <dgm:prSet/>
      <dgm:spPr/>
      <dgm:t>
        <a:bodyPr/>
        <a:lstStyle/>
        <a:p>
          <a:endParaRPr lang="en-US"/>
        </a:p>
      </dgm:t>
    </dgm:pt>
    <dgm:pt modelId="{FFF6935A-E67F-4CA6-90B4-3F4A44277C75}">
      <dgm:prSet/>
      <dgm:spPr/>
      <dgm:t>
        <a:bodyPr/>
        <a:lstStyle/>
        <a:p>
          <a:pPr>
            <a:lnSpc>
              <a:spcPct val="100000"/>
            </a:lnSpc>
            <a:defRPr cap="all"/>
          </a:pPr>
          <a:r>
            <a:rPr lang="en-IN" b="1"/>
            <a:t>Amazon EventBridge can help automate these update workflows</a:t>
          </a:r>
          <a:r>
            <a:rPr lang="en-IN"/>
            <a:t> by triggering actions when an event occurs or according to a schedule.</a:t>
          </a:r>
          <a:endParaRPr lang="en-US"/>
        </a:p>
      </dgm:t>
    </dgm:pt>
    <dgm:pt modelId="{DEA823B9-59CD-444D-BA63-095996C87B0F}" type="parTrans" cxnId="{8DD96160-5731-4C67-8101-2480D07A5D5D}">
      <dgm:prSet/>
      <dgm:spPr/>
      <dgm:t>
        <a:bodyPr/>
        <a:lstStyle/>
        <a:p>
          <a:endParaRPr lang="en-US"/>
        </a:p>
      </dgm:t>
    </dgm:pt>
    <dgm:pt modelId="{57E61100-9C9C-4464-8606-8DA7F2D0086F}" type="sibTrans" cxnId="{8DD96160-5731-4C67-8101-2480D07A5D5D}">
      <dgm:prSet/>
      <dgm:spPr/>
      <dgm:t>
        <a:bodyPr/>
        <a:lstStyle/>
        <a:p>
          <a:endParaRPr lang="en-US"/>
        </a:p>
      </dgm:t>
    </dgm:pt>
    <dgm:pt modelId="{554C07E4-3938-4096-95AD-D989A016F257}" type="pres">
      <dgm:prSet presAssocID="{55BE784D-5527-4775-A8EA-EA5804213E2F}" presName="root" presStyleCnt="0">
        <dgm:presLayoutVars>
          <dgm:dir/>
          <dgm:resizeHandles val="exact"/>
        </dgm:presLayoutVars>
      </dgm:prSet>
      <dgm:spPr/>
    </dgm:pt>
    <dgm:pt modelId="{79384D3F-5D6A-4A12-8D76-D48CA50F2549}" type="pres">
      <dgm:prSet presAssocID="{1B3B53BB-25C0-48BF-876A-FFF5FE2CE6A3}" presName="compNode" presStyleCnt="0"/>
      <dgm:spPr/>
    </dgm:pt>
    <dgm:pt modelId="{AA8E28E0-0FCA-49FC-8B62-787D130FF2A4}" type="pres">
      <dgm:prSet presAssocID="{1B3B53BB-25C0-48BF-876A-FFF5FE2CE6A3}" presName="iconBgRect" presStyleLbl="bgShp" presStyleIdx="0" presStyleCnt="5"/>
      <dgm:spPr/>
    </dgm:pt>
    <dgm:pt modelId="{B43DDAB5-B61B-4A6A-89D2-CD490CEA277E}" type="pres">
      <dgm:prSet presAssocID="{1B3B53BB-25C0-48BF-876A-FFF5FE2CE6A3}"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atabase"/>
        </a:ext>
      </dgm:extLst>
    </dgm:pt>
    <dgm:pt modelId="{7EF5AEB6-5D94-45E4-99C9-2C561E8AE6AC}" type="pres">
      <dgm:prSet presAssocID="{1B3B53BB-25C0-48BF-876A-FFF5FE2CE6A3}" presName="spaceRect" presStyleCnt="0"/>
      <dgm:spPr/>
    </dgm:pt>
    <dgm:pt modelId="{A9B36FEB-3683-42CD-859D-51AE00D44FB6}" type="pres">
      <dgm:prSet presAssocID="{1B3B53BB-25C0-48BF-876A-FFF5FE2CE6A3}" presName="textRect" presStyleLbl="revTx" presStyleIdx="0" presStyleCnt="5">
        <dgm:presLayoutVars>
          <dgm:chMax val="1"/>
          <dgm:chPref val="1"/>
        </dgm:presLayoutVars>
      </dgm:prSet>
      <dgm:spPr/>
    </dgm:pt>
    <dgm:pt modelId="{8CD17837-4B66-4607-8722-127EA7E789B1}" type="pres">
      <dgm:prSet presAssocID="{C6901B4C-7F58-4EF7-A68F-91264C55EEB8}" presName="sibTrans" presStyleCnt="0"/>
      <dgm:spPr/>
    </dgm:pt>
    <dgm:pt modelId="{B2C6CA18-5258-4F2F-AB08-31CBFA3AAFA8}" type="pres">
      <dgm:prSet presAssocID="{54334843-1CFA-4FD2-9AFF-C64C9F2D04D3}" presName="compNode" presStyleCnt="0"/>
      <dgm:spPr/>
    </dgm:pt>
    <dgm:pt modelId="{E9880D32-7ED3-4B81-9A44-A274E6E2DFE8}" type="pres">
      <dgm:prSet presAssocID="{54334843-1CFA-4FD2-9AFF-C64C9F2D04D3}" presName="iconBgRect" presStyleLbl="bgShp" presStyleIdx="1" presStyleCnt="5"/>
      <dgm:spPr/>
    </dgm:pt>
    <dgm:pt modelId="{225C4BDD-5C54-4F71-BAB8-BF08B77421A7}" type="pres">
      <dgm:prSet presAssocID="{54334843-1CFA-4FD2-9AFF-C64C9F2D04D3}"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1AC65B5D-AE73-459E-892F-CF351BBF05D5}" type="pres">
      <dgm:prSet presAssocID="{54334843-1CFA-4FD2-9AFF-C64C9F2D04D3}" presName="spaceRect" presStyleCnt="0"/>
      <dgm:spPr/>
    </dgm:pt>
    <dgm:pt modelId="{05C62DAB-53CA-432A-A82D-9571788429D3}" type="pres">
      <dgm:prSet presAssocID="{54334843-1CFA-4FD2-9AFF-C64C9F2D04D3}" presName="textRect" presStyleLbl="revTx" presStyleIdx="1" presStyleCnt="5">
        <dgm:presLayoutVars>
          <dgm:chMax val="1"/>
          <dgm:chPref val="1"/>
        </dgm:presLayoutVars>
      </dgm:prSet>
      <dgm:spPr/>
    </dgm:pt>
    <dgm:pt modelId="{3F92B421-AD1F-4721-8AB3-8166BE4D1CB6}" type="pres">
      <dgm:prSet presAssocID="{835E4870-C0AD-4EA8-A8D9-E4014A34678B}" presName="sibTrans" presStyleCnt="0"/>
      <dgm:spPr/>
    </dgm:pt>
    <dgm:pt modelId="{24D96DA5-1720-4C8A-938D-FD0A950E5372}" type="pres">
      <dgm:prSet presAssocID="{BD23E74C-7A23-4A1C-86BA-10290A28CDBB}" presName="compNode" presStyleCnt="0"/>
      <dgm:spPr/>
    </dgm:pt>
    <dgm:pt modelId="{676EC92D-7CA1-40E8-8D5A-4655797FD1D4}" type="pres">
      <dgm:prSet presAssocID="{BD23E74C-7A23-4A1C-86BA-10290A28CDBB}" presName="iconBgRect" presStyleLbl="bgShp" presStyleIdx="2" presStyleCnt="5"/>
      <dgm:spPr/>
    </dgm:pt>
    <dgm:pt modelId="{C83E7E4E-83AB-48B2-952B-4BD6C7155C51}" type="pres">
      <dgm:prSet presAssocID="{BD23E74C-7A23-4A1C-86BA-10290A28CDBB}"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topwatch"/>
        </a:ext>
      </dgm:extLst>
    </dgm:pt>
    <dgm:pt modelId="{2489AE57-42BF-4A36-B738-B27F8D6719F6}" type="pres">
      <dgm:prSet presAssocID="{BD23E74C-7A23-4A1C-86BA-10290A28CDBB}" presName="spaceRect" presStyleCnt="0"/>
      <dgm:spPr/>
    </dgm:pt>
    <dgm:pt modelId="{390D9CC6-018E-4E73-AE00-72D66A71524A}" type="pres">
      <dgm:prSet presAssocID="{BD23E74C-7A23-4A1C-86BA-10290A28CDBB}" presName="textRect" presStyleLbl="revTx" presStyleIdx="2" presStyleCnt="5">
        <dgm:presLayoutVars>
          <dgm:chMax val="1"/>
          <dgm:chPref val="1"/>
        </dgm:presLayoutVars>
      </dgm:prSet>
      <dgm:spPr/>
    </dgm:pt>
    <dgm:pt modelId="{8A655031-8AA9-431B-B957-146C8E900FAD}" type="pres">
      <dgm:prSet presAssocID="{BC73AAC4-F9A8-419B-86CD-EE3F30252089}" presName="sibTrans" presStyleCnt="0"/>
      <dgm:spPr/>
    </dgm:pt>
    <dgm:pt modelId="{1EEA2E6F-80CE-4B53-800C-5DA08D537B78}" type="pres">
      <dgm:prSet presAssocID="{D2807613-DE2E-44F3-A955-E71AFC7B1B5F}" presName="compNode" presStyleCnt="0"/>
      <dgm:spPr/>
    </dgm:pt>
    <dgm:pt modelId="{E4A91D79-9638-49F8-8E2E-3A1D83BD5399}" type="pres">
      <dgm:prSet presAssocID="{D2807613-DE2E-44F3-A955-E71AFC7B1B5F}" presName="iconBgRect" presStyleLbl="bgShp" presStyleIdx="3" presStyleCnt="5"/>
      <dgm:spPr/>
    </dgm:pt>
    <dgm:pt modelId="{4A6ED5B3-8860-483B-A3CB-C10236449CE5}" type="pres">
      <dgm:prSet presAssocID="{D2807613-DE2E-44F3-A955-E71AFC7B1B5F}"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owchart"/>
        </a:ext>
      </dgm:extLst>
    </dgm:pt>
    <dgm:pt modelId="{C3002B1E-B355-4778-AC01-091671360D38}" type="pres">
      <dgm:prSet presAssocID="{D2807613-DE2E-44F3-A955-E71AFC7B1B5F}" presName="spaceRect" presStyleCnt="0"/>
      <dgm:spPr/>
    </dgm:pt>
    <dgm:pt modelId="{20A8800E-DD89-42BC-9D40-659D05CD560A}" type="pres">
      <dgm:prSet presAssocID="{D2807613-DE2E-44F3-A955-E71AFC7B1B5F}" presName="textRect" presStyleLbl="revTx" presStyleIdx="3" presStyleCnt="5">
        <dgm:presLayoutVars>
          <dgm:chMax val="1"/>
          <dgm:chPref val="1"/>
        </dgm:presLayoutVars>
      </dgm:prSet>
      <dgm:spPr/>
    </dgm:pt>
    <dgm:pt modelId="{4622FF34-5430-4C48-BAF1-52C30E8C6E3D}" type="pres">
      <dgm:prSet presAssocID="{A3497BD4-BBFF-4B95-816B-ECC0069E92C9}" presName="sibTrans" presStyleCnt="0"/>
      <dgm:spPr/>
    </dgm:pt>
    <dgm:pt modelId="{38795AF5-2284-4B0D-9163-D97A1CB489DF}" type="pres">
      <dgm:prSet presAssocID="{FFF6935A-E67F-4CA6-90B4-3F4A44277C75}" presName="compNode" presStyleCnt="0"/>
      <dgm:spPr/>
    </dgm:pt>
    <dgm:pt modelId="{59824929-4961-4BF7-8F8A-D698DD41360F}" type="pres">
      <dgm:prSet presAssocID="{FFF6935A-E67F-4CA6-90B4-3F4A44277C75}" presName="iconBgRect" presStyleLbl="bgShp" presStyleIdx="4" presStyleCnt="5"/>
      <dgm:spPr/>
    </dgm:pt>
    <dgm:pt modelId="{EE35399D-CA70-4AB7-8748-71EBCC4619F7}" type="pres">
      <dgm:prSet presAssocID="{FFF6935A-E67F-4CA6-90B4-3F4A44277C75}"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Syncing Cloud"/>
        </a:ext>
      </dgm:extLst>
    </dgm:pt>
    <dgm:pt modelId="{9CAA1FD1-F64D-4E57-8F1B-ED30CFB86FB1}" type="pres">
      <dgm:prSet presAssocID="{FFF6935A-E67F-4CA6-90B4-3F4A44277C75}" presName="spaceRect" presStyleCnt="0"/>
      <dgm:spPr/>
    </dgm:pt>
    <dgm:pt modelId="{87CB3F7E-CA43-4D12-907C-8D26DB3DD9A8}" type="pres">
      <dgm:prSet presAssocID="{FFF6935A-E67F-4CA6-90B4-3F4A44277C75}" presName="textRect" presStyleLbl="revTx" presStyleIdx="4" presStyleCnt="5">
        <dgm:presLayoutVars>
          <dgm:chMax val="1"/>
          <dgm:chPref val="1"/>
        </dgm:presLayoutVars>
      </dgm:prSet>
      <dgm:spPr/>
    </dgm:pt>
  </dgm:ptLst>
  <dgm:cxnLst>
    <dgm:cxn modelId="{3040F101-3DEF-4E3D-997E-792B34EC72AD}" srcId="{55BE784D-5527-4775-A8EA-EA5804213E2F}" destId="{BD23E74C-7A23-4A1C-86BA-10290A28CDBB}" srcOrd="2" destOrd="0" parTransId="{0015D060-0452-4A58-A9A8-2461699E9B28}" sibTransId="{BC73AAC4-F9A8-419B-86CD-EE3F30252089}"/>
    <dgm:cxn modelId="{D0EA1014-FA81-47B1-8FC9-CD697BFCAAE5}" type="presOf" srcId="{FFF6935A-E67F-4CA6-90B4-3F4A44277C75}" destId="{87CB3F7E-CA43-4D12-907C-8D26DB3DD9A8}" srcOrd="0" destOrd="0" presId="urn:microsoft.com/office/officeart/2018/5/layout/IconCircleLabelList"/>
    <dgm:cxn modelId="{F584032D-4DFC-48B8-935F-547AF4F9F84D}" type="presOf" srcId="{55BE784D-5527-4775-A8EA-EA5804213E2F}" destId="{554C07E4-3938-4096-95AD-D989A016F257}" srcOrd="0" destOrd="0" presId="urn:microsoft.com/office/officeart/2018/5/layout/IconCircleLabelList"/>
    <dgm:cxn modelId="{8DD96160-5731-4C67-8101-2480D07A5D5D}" srcId="{55BE784D-5527-4775-A8EA-EA5804213E2F}" destId="{FFF6935A-E67F-4CA6-90B4-3F4A44277C75}" srcOrd="4" destOrd="0" parTransId="{DEA823B9-59CD-444D-BA63-095996C87B0F}" sibTransId="{57E61100-9C9C-4464-8606-8DA7F2D0086F}"/>
    <dgm:cxn modelId="{3A761C42-A060-4637-9291-EE32DCEDF1A4}" srcId="{55BE784D-5527-4775-A8EA-EA5804213E2F}" destId="{1B3B53BB-25C0-48BF-876A-FFF5FE2CE6A3}" srcOrd="0" destOrd="0" parTransId="{F78D6B2B-1716-4C21-BBF7-619DE276DEC0}" sibTransId="{C6901B4C-7F58-4EF7-A68F-91264C55EEB8}"/>
    <dgm:cxn modelId="{5AE2DB78-8D43-428A-8858-32A5DCC4B5C9}" srcId="{55BE784D-5527-4775-A8EA-EA5804213E2F}" destId="{D2807613-DE2E-44F3-A955-E71AFC7B1B5F}" srcOrd="3" destOrd="0" parTransId="{667009BD-C7AA-487F-940B-0798CD44710C}" sibTransId="{A3497BD4-BBFF-4B95-816B-ECC0069E92C9}"/>
    <dgm:cxn modelId="{6BC36785-E48E-43D7-8D0C-AB9AC161E497}" type="presOf" srcId="{1B3B53BB-25C0-48BF-876A-FFF5FE2CE6A3}" destId="{A9B36FEB-3683-42CD-859D-51AE00D44FB6}" srcOrd="0" destOrd="0" presId="urn:microsoft.com/office/officeart/2018/5/layout/IconCircleLabelList"/>
    <dgm:cxn modelId="{1C24FA9B-07C2-4F56-8B31-2349CE445FF1}" type="presOf" srcId="{54334843-1CFA-4FD2-9AFF-C64C9F2D04D3}" destId="{05C62DAB-53CA-432A-A82D-9571788429D3}" srcOrd="0" destOrd="0" presId="urn:microsoft.com/office/officeart/2018/5/layout/IconCircleLabelList"/>
    <dgm:cxn modelId="{55D84DC6-34B2-481D-B035-73DEE95BB203}" srcId="{55BE784D-5527-4775-A8EA-EA5804213E2F}" destId="{54334843-1CFA-4FD2-9AFF-C64C9F2D04D3}" srcOrd="1" destOrd="0" parTransId="{DB260EC2-9F5D-457D-857D-B88D52EB3E17}" sibTransId="{835E4870-C0AD-4EA8-A8D9-E4014A34678B}"/>
    <dgm:cxn modelId="{8B25D2D1-AFF5-46A5-AC16-4A64A88A0EA3}" type="presOf" srcId="{BD23E74C-7A23-4A1C-86BA-10290A28CDBB}" destId="{390D9CC6-018E-4E73-AE00-72D66A71524A}" srcOrd="0" destOrd="0" presId="urn:microsoft.com/office/officeart/2018/5/layout/IconCircleLabelList"/>
    <dgm:cxn modelId="{DE2193D4-8F38-438F-B89D-EC551B000849}" type="presOf" srcId="{D2807613-DE2E-44F3-A955-E71AFC7B1B5F}" destId="{20A8800E-DD89-42BC-9D40-659D05CD560A}" srcOrd="0" destOrd="0" presId="urn:microsoft.com/office/officeart/2018/5/layout/IconCircleLabelList"/>
    <dgm:cxn modelId="{937B0BAF-AFBC-4A71-90FC-7713C4B4DABA}" type="presParOf" srcId="{554C07E4-3938-4096-95AD-D989A016F257}" destId="{79384D3F-5D6A-4A12-8D76-D48CA50F2549}" srcOrd="0" destOrd="0" presId="urn:microsoft.com/office/officeart/2018/5/layout/IconCircleLabelList"/>
    <dgm:cxn modelId="{70C3D283-AAE0-44DE-966C-CC4B2BE5018E}" type="presParOf" srcId="{79384D3F-5D6A-4A12-8D76-D48CA50F2549}" destId="{AA8E28E0-0FCA-49FC-8B62-787D130FF2A4}" srcOrd="0" destOrd="0" presId="urn:microsoft.com/office/officeart/2018/5/layout/IconCircleLabelList"/>
    <dgm:cxn modelId="{654CA620-E969-4653-843B-DDB30911E2A7}" type="presParOf" srcId="{79384D3F-5D6A-4A12-8D76-D48CA50F2549}" destId="{B43DDAB5-B61B-4A6A-89D2-CD490CEA277E}" srcOrd="1" destOrd="0" presId="urn:microsoft.com/office/officeart/2018/5/layout/IconCircleLabelList"/>
    <dgm:cxn modelId="{DEF327B8-7E7D-44A2-9A52-0CBB67889648}" type="presParOf" srcId="{79384D3F-5D6A-4A12-8D76-D48CA50F2549}" destId="{7EF5AEB6-5D94-45E4-99C9-2C561E8AE6AC}" srcOrd="2" destOrd="0" presId="urn:microsoft.com/office/officeart/2018/5/layout/IconCircleLabelList"/>
    <dgm:cxn modelId="{F0616322-0C86-4ED9-9653-3A18F9E7A732}" type="presParOf" srcId="{79384D3F-5D6A-4A12-8D76-D48CA50F2549}" destId="{A9B36FEB-3683-42CD-859D-51AE00D44FB6}" srcOrd="3" destOrd="0" presId="urn:microsoft.com/office/officeart/2018/5/layout/IconCircleLabelList"/>
    <dgm:cxn modelId="{268E126B-2D75-4785-955A-3BD7F5F3958E}" type="presParOf" srcId="{554C07E4-3938-4096-95AD-D989A016F257}" destId="{8CD17837-4B66-4607-8722-127EA7E789B1}" srcOrd="1" destOrd="0" presId="urn:microsoft.com/office/officeart/2018/5/layout/IconCircleLabelList"/>
    <dgm:cxn modelId="{1842C6E0-78AE-4650-99A7-81420AA526D6}" type="presParOf" srcId="{554C07E4-3938-4096-95AD-D989A016F257}" destId="{B2C6CA18-5258-4F2F-AB08-31CBFA3AAFA8}" srcOrd="2" destOrd="0" presId="urn:microsoft.com/office/officeart/2018/5/layout/IconCircleLabelList"/>
    <dgm:cxn modelId="{21D74031-B2D4-4AAF-843A-4AE071F6B40C}" type="presParOf" srcId="{B2C6CA18-5258-4F2F-AB08-31CBFA3AAFA8}" destId="{E9880D32-7ED3-4B81-9A44-A274E6E2DFE8}" srcOrd="0" destOrd="0" presId="urn:microsoft.com/office/officeart/2018/5/layout/IconCircleLabelList"/>
    <dgm:cxn modelId="{0B972588-33EF-49B4-A2C7-D713EE4E6448}" type="presParOf" srcId="{B2C6CA18-5258-4F2F-AB08-31CBFA3AAFA8}" destId="{225C4BDD-5C54-4F71-BAB8-BF08B77421A7}" srcOrd="1" destOrd="0" presId="urn:microsoft.com/office/officeart/2018/5/layout/IconCircleLabelList"/>
    <dgm:cxn modelId="{D557CF97-0EEA-46AB-A88F-573F02077458}" type="presParOf" srcId="{B2C6CA18-5258-4F2F-AB08-31CBFA3AAFA8}" destId="{1AC65B5D-AE73-459E-892F-CF351BBF05D5}" srcOrd="2" destOrd="0" presId="urn:microsoft.com/office/officeart/2018/5/layout/IconCircleLabelList"/>
    <dgm:cxn modelId="{92280B19-9797-4DA5-B1A1-CD2B88BB5497}" type="presParOf" srcId="{B2C6CA18-5258-4F2F-AB08-31CBFA3AAFA8}" destId="{05C62DAB-53CA-432A-A82D-9571788429D3}" srcOrd="3" destOrd="0" presId="urn:microsoft.com/office/officeart/2018/5/layout/IconCircleLabelList"/>
    <dgm:cxn modelId="{533FA3B3-8F53-4C33-837B-7E9C70B3BD76}" type="presParOf" srcId="{554C07E4-3938-4096-95AD-D989A016F257}" destId="{3F92B421-AD1F-4721-8AB3-8166BE4D1CB6}" srcOrd="3" destOrd="0" presId="urn:microsoft.com/office/officeart/2018/5/layout/IconCircleLabelList"/>
    <dgm:cxn modelId="{F3B19F55-2595-4247-B0CC-8F42DF7B1198}" type="presParOf" srcId="{554C07E4-3938-4096-95AD-D989A016F257}" destId="{24D96DA5-1720-4C8A-938D-FD0A950E5372}" srcOrd="4" destOrd="0" presId="urn:microsoft.com/office/officeart/2018/5/layout/IconCircleLabelList"/>
    <dgm:cxn modelId="{FF1562EE-B41E-456C-BF9C-47DBE137841E}" type="presParOf" srcId="{24D96DA5-1720-4C8A-938D-FD0A950E5372}" destId="{676EC92D-7CA1-40E8-8D5A-4655797FD1D4}" srcOrd="0" destOrd="0" presId="urn:microsoft.com/office/officeart/2018/5/layout/IconCircleLabelList"/>
    <dgm:cxn modelId="{E50D4FF8-D9BB-4CBA-BFE3-54D3D1826A08}" type="presParOf" srcId="{24D96DA5-1720-4C8A-938D-FD0A950E5372}" destId="{C83E7E4E-83AB-48B2-952B-4BD6C7155C51}" srcOrd="1" destOrd="0" presId="urn:microsoft.com/office/officeart/2018/5/layout/IconCircleLabelList"/>
    <dgm:cxn modelId="{7F546C21-F770-4408-A7AF-3D4B9BBC9EAF}" type="presParOf" srcId="{24D96DA5-1720-4C8A-938D-FD0A950E5372}" destId="{2489AE57-42BF-4A36-B738-B27F8D6719F6}" srcOrd="2" destOrd="0" presId="urn:microsoft.com/office/officeart/2018/5/layout/IconCircleLabelList"/>
    <dgm:cxn modelId="{73ACE6CF-C903-4AAB-BB15-CBB58C3D3B12}" type="presParOf" srcId="{24D96DA5-1720-4C8A-938D-FD0A950E5372}" destId="{390D9CC6-018E-4E73-AE00-72D66A71524A}" srcOrd="3" destOrd="0" presId="urn:microsoft.com/office/officeart/2018/5/layout/IconCircleLabelList"/>
    <dgm:cxn modelId="{A5E4E6F2-3365-4BCF-A8A6-5D0AA4740C17}" type="presParOf" srcId="{554C07E4-3938-4096-95AD-D989A016F257}" destId="{8A655031-8AA9-431B-B957-146C8E900FAD}" srcOrd="5" destOrd="0" presId="urn:microsoft.com/office/officeart/2018/5/layout/IconCircleLabelList"/>
    <dgm:cxn modelId="{49E8C004-6BE8-4F2D-8B1C-F69DD5197CB1}" type="presParOf" srcId="{554C07E4-3938-4096-95AD-D989A016F257}" destId="{1EEA2E6F-80CE-4B53-800C-5DA08D537B78}" srcOrd="6" destOrd="0" presId="urn:microsoft.com/office/officeart/2018/5/layout/IconCircleLabelList"/>
    <dgm:cxn modelId="{1EB27CCD-AD5A-43C0-91A1-B48A09803017}" type="presParOf" srcId="{1EEA2E6F-80CE-4B53-800C-5DA08D537B78}" destId="{E4A91D79-9638-49F8-8E2E-3A1D83BD5399}" srcOrd="0" destOrd="0" presId="urn:microsoft.com/office/officeart/2018/5/layout/IconCircleLabelList"/>
    <dgm:cxn modelId="{DE425FA4-3058-429B-8CB8-668495512DBC}" type="presParOf" srcId="{1EEA2E6F-80CE-4B53-800C-5DA08D537B78}" destId="{4A6ED5B3-8860-483B-A3CB-C10236449CE5}" srcOrd="1" destOrd="0" presId="urn:microsoft.com/office/officeart/2018/5/layout/IconCircleLabelList"/>
    <dgm:cxn modelId="{8090C59B-037D-4FF0-812B-B80E5500907D}" type="presParOf" srcId="{1EEA2E6F-80CE-4B53-800C-5DA08D537B78}" destId="{C3002B1E-B355-4778-AC01-091671360D38}" srcOrd="2" destOrd="0" presId="urn:microsoft.com/office/officeart/2018/5/layout/IconCircleLabelList"/>
    <dgm:cxn modelId="{2BF944D0-D7AD-4BAC-A723-A4F6B844C1A0}" type="presParOf" srcId="{1EEA2E6F-80CE-4B53-800C-5DA08D537B78}" destId="{20A8800E-DD89-42BC-9D40-659D05CD560A}" srcOrd="3" destOrd="0" presId="urn:microsoft.com/office/officeart/2018/5/layout/IconCircleLabelList"/>
    <dgm:cxn modelId="{127AC3E0-E77D-4351-9A78-CD52E52793D8}" type="presParOf" srcId="{554C07E4-3938-4096-95AD-D989A016F257}" destId="{4622FF34-5430-4C48-BAF1-52C30E8C6E3D}" srcOrd="7" destOrd="0" presId="urn:microsoft.com/office/officeart/2018/5/layout/IconCircleLabelList"/>
    <dgm:cxn modelId="{D525451D-3C7A-42BC-ABE4-06CC87A3F0AE}" type="presParOf" srcId="{554C07E4-3938-4096-95AD-D989A016F257}" destId="{38795AF5-2284-4B0D-9163-D97A1CB489DF}" srcOrd="8" destOrd="0" presId="urn:microsoft.com/office/officeart/2018/5/layout/IconCircleLabelList"/>
    <dgm:cxn modelId="{B47A8E63-F569-4EA9-B59D-A182284BBF22}" type="presParOf" srcId="{38795AF5-2284-4B0D-9163-D97A1CB489DF}" destId="{59824929-4961-4BF7-8F8A-D698DD41360F}" srcOrd="0" destOrd="0" presId="urn:microsoft.com/office/officeart/2018/5/layout/IconCircleLabelList"/>
    <dgm:cxn modelId="{DF8D0B00-B46A-4802-BC92-B7C31FA2EEB4}" type="presParOf" srcId="{38795AF5-2284-4B0D-9163-D97A1CB489DF}" destId="{EE35399D-CA70-4AB7-8748-71EBCC4619F7}" srcOrd="1" destOrd="0" presId="urn:microsoft.com/office/officeart/2018/5/layout/IconCircleLabelList"/>
    <dgm:cxn modelId="{875A296C-1BF4-449E-B6CB-009D5F7CE6E8}" type="presParOf" srcId="{38795AF5-2284-4B0D-9163-D97A1CB489DF}" destId="{9CAA1FD1-F64D-4E57-8F1B-ED30CFB86FB1}" srcOrd="2" destOrd="0" presId="urn:microsoft.com/office/officeart/2018/5/layout/IconCircleLabelList"/>
    <dgm:cxn modelId="{F1F84E88-C411-4FD8-800D-2988A28EF0DE}" type="presParOf" srcId="{38795AF5-2284-4B0D-9163-D97A1CB489DF}" destId="{87CB3F7E-CA43-4D12-907C-8D26DB3DD9A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9F5BB25-2B19-48C7-B5A9-7E41F1065762}" type="doc">
      <dgm:prSet loTypeId="urn:microsoft.com/office/officeart/2018/2/layout/IconCircleList" loCatId="icon" qsTypeId="urn:microsoft.com/office/officeart/2005/8/quickstyle/simple1#30" qsCatId="simple" csTypeId="urn:microsoft.com/office/officeart/2005/8/colors/accent1_2#26" csCatId="accent1" phldr="1"/>
      <dgm:spPr/>
      <dgm:t>
        <a:bodyPr/>
        <a:lstStyle/>
        <a:p>
          <a:endParaRPr lang="en-US"/>
        </a:p>
      </dgm:t>
    </dgm:pt>
    <dgm:pt modelId="{0AC414DF-0429-40DB-895C-AB44EC510E8A}">
      <dgm:prSet/>
      <dgm:spPr/>
      <dgm:t>
        <a:bodyPr/>
        <a:lstStyle/>
        <a:p>
          <a:pPr>
            <a:lnSpc>
              <a:spcPct val="100000"/>
            </a:lnSpc>
          </a:pPr>
          <a:r>
            <a:rPr lang="en-IN"/>
            <a:t>Amazon S3 is not a vector database in the traditional sense, but it is still a very important part of many Generative AI systems.</a:t>
          </a:r>
          <a:endParaRPr lang="en-US"/>
        </a:p>
      </dgm:t>
    </dgm:pt>
    <dgm:pt modelId="{6B8EBFA3-FA05-46C5-8F70-843D5FABB4B5}" type="parTrans" cxnId="{7053C9E8-9FA6-4713-AE52-001EB5EEA66B}">
      <dgm:prSet/>
      <dgm:spPr/>
      <dgm:t>
        <a:bodyPr/>
        <a:lstStyle/>
        <a:p>
          <a:endParaRPr lang="en-US"/>
        </a:p>
      </dgm:t>
    </dgm:pt>
    <dgm:pt modelId="{D4198F91-3CE8-41A1-825B-93083E4BF7CB}" type="sibTrans" cxnId="{7053C9E8-9FA6-4713-AE52-001EB5EEA66B}">
      <dgm:prSet/>
      <dgm:spPr/>
      <dgm:t>
        <a:bodyPr/>
        <a:lstStyle/>
        <a:p>
          <a:pPr>
            <a:lnSpc>
              <a:spcPct val="100000"/>
            </a:lnSpc>
          </a:pPr>
          <a:endParaRPr lang="en-US"/>
        </a:p>
      </dgm:t>
    </dgm:pt>
    <dgm:pt modelId="{73CEC26F-6A6C-47B8-9E5B-40E73957C77D}">
      <dgm:prSet/>
      <dgm:spPr/>
      <dgm:t>
        <a:bodyPr/>
        <a:lstStyle/>
        <a:p>
          <a:pPr>
            <a:lnSpc>
              <a:spcPct val="100000"/>
            </a:lnSpc>
          </a:pPr>
          <a:r>
            <a:rPr lang="en-IN" b="1"/>
            <a:t>S3 is commonly used to store the original source data</a:t>
          </a:r>
          <a:r>
            <a:rPr lang="en-IN"/>
            <a:t> such as PDFs, text files, reports, images, audio files, logs, and training datasets. </a:t>
          </a:r>
          <a:endParaRPr lang="en-US"/>
        </a:p>
      </dgm:t>
    </dgm:pt>
    <dgm:pt modelId="{E92CB280-D5C8-4D5D-9C3A-61CB653014F4}" type="parTrans" cxnId="{3BCBB117-F6E5-49B5-BD74-C5BCF2C625F0}">
      <dgm:prSet/>
      <dgm:spPr/>
      <dgm:t>
        <a:bodyPr/>
        <a:lstStyle/>
        <a:p>
          <a:endParaRPr lang="en-US"/>
        </a:p>
      </dgm:t>
    </dgm:pt>
    <dgm:pt modelId="{ADE1BBBF-FC5C-4D11-830F-DEF4FB8C74EB}" type="sibTrans" cxnId="{3BCBB117-F6E5-49B5-BD74-C5BCF2C625F0}">
      <dgm:prSet/>
      <dgm:spPr/>
      <dgm:t>
        <a:bodyPr/>
        <a:lstStyle/>
        <a:p>
          <a:pPr>
            <a:lnSpc>
              <a:spcPct val="100000"/>
            </a:lnSpc>
          </a:pPr>
          <a:endParaRPr lang="en-US"/>
        </a:p>
      </dgm:t>
    </dgm:pt>
    <dgm:pt modelId="{77AF7822-B4F5-4125-9B8E-4B4D19C8927A}">
      <dgm:prSet/>
      <dgm:spPr/>
      <dgm:t>
        <a:bodyPr/>
        <a:lstStyle/>
        <a:p>
          <a:pPr>
            <a:lnSpc>
              <a:spcPct val="100000"/>
            </a:lnSpc>
          </a:pPr>
          <a:r>
            <a:rPr lang="en-IN"/>
            <a:t>A Knowledge Base or data-processing pipeline may read files from S3, prepare them, create embeddings, and then send those embeddings into a vector store. </a:t>
          </a:r>
          <a:endParaRPr lang="en-US"/>
        </a:p>
      </dgm:t>
    </dgm:pt>
    <dgm:pt modelId="{CED26BB9-C86E-4D07-B023-2E61DE05A2CC}" type="parTrans" cxnId="{68BB5D30-9CDD-4B07-8475-B840FD0700F6}">
      <dgm:prSet/>
      <dgm:spPr/>
      <dgm:t>
        <a:bodyPr/>
        <a:lstStyle/>
        <a:p>
          <a:endParaRPr lang="en-US"/>
        </a:p>
      </dgm:t>
    </dgm:pt>
    <dgm:pt modelId="{BD4AE7C4-FF5D-46A8-AFAB-E74BB69F1885}" type="sibTrans" cxnId="{68BB5D30-9CDD-4B07-8475-B840FD0700F6}">
      <dgm:prSet/>
      <dgm:spPr/>
      <dgm:t>
        <a:bodyPr/>
        <a:lstStyle/>
        <a:p>
          <a:pPr>
            <a:lnSpc>
              <a:spcPct val="100000"/>
            </a:lnSpc>
          </a:pPr>
          <a:endParaRPr lang="en-US"/>
        </a:p>
      </dgm:t>
    </dgm:pt>
    <dgm:pt modelId="{939BA046-683E-410F-A804-97160884DF72}">
      <dgm:prSet/>
      <dgm:spPr/>
      <dgm:t>
        <a:bodyPr/>
        <a:lstStyle/>
        <a:p>
          <a:pPr>
            <a:lnSpc>
              <a:spcPct val="100000"/>
            </a:lnSpc>
          </a:pPr>
          <a:r>
            <a:rPr lang="en-IN"/>
            <a:t>Because companies may keep very large amounts of AI-related data, </a:t>
          </a:r>
          <a:r>
            <a:rPr lang="en-IN" b="1"/>
            <a:t>storage cost becomes important over time</a:t>
          </a:r>
          <a:r>
            <a:rPr lang="en-IN"/>
            <a:t>. </a:t>
          </a:r>
          <a:endParaRPr lang="en-US"/>
        </a:p>
      </dgm:t>
    </dgm:pt>
    <dgm:pt modelId="{99A141DE-1542-4F53-839B-7C090030A683}" type="parTrans" cxnId="{B6F22DD3-24C1-4312-BDD4-765F28E16F20}">
      <dgm:prSet/>
      <dgm:spPr/>
      <dgm:t>
        <a:bodyPr/>
        <a:lstStyle/>
        <a:p>
          <a:endParaRPr lang="en-US"/>
        </a:p>
      </dgm:t>
    </dgm:pt>
    <dgm:pt modelId="{AF32785B-7374-4CA9-BCF6-88DB918C1FF0}" type="sibTrans" cxnId="{B6F22DD3-24C1-4312-BDD4-765F28E16F20}">
      <dgm:prSet/>
      <dgm:spPr/>
      <dgm:t>
        <a:bodyPr/>
        <a:lstStyle/>
        <a:p>
          <a:pPr>
            <a:lnSpc>
              <a:spcPct val="100000"/>
            </a:lnSpc>
          </a:pPr>
          <a:endParaRPr lang="en-US"/>
        </a:p>
      </dgm:t>
    </dgm:pt>
    <dgm:pt modelId="{4D5B7099-34CC-42D8-92F9-269BF349A026}">
      <dgm:prSet/>
      <dgm:spPr/>
      <dgm:t>
        <a:bodyPr/>
        <a:lstStyle/>
        <a:p>
          <a:pPr>
            <a:lnSpc>
              <a:spcPct val="100000"/>
            </a:lnSpc>
          </a:pPr>
          <a:r>
            <a:rPr lang="en-IN"/>
            <a:t>Some files may be used every day, while others may be needed only a few times per year. </a:t>
          </a:r>
          <a:endParaRPr lang="en-US"/>
        </a:p>
      </dgm:t>
    </dgm:pt>
    <dgm:pt modelId="{16320467-767A-44AC-BAC4-D93521F78FE2}" type="parTrans" cxnId="{72B49050-C130-4CE1-B88D-D77113A1CB3E}">
      <dgm:prSet/>
      <dgm:spPr/>
      <dgm:t>
        <a:bodyPr/>
        <a:lstStyle/>
        <a:p>
          <a:endParaRPr lang="en-US"/>
        </a:p>
      </dgm:t>
    </dgm:pt>
    <dgm:pt modelId="{4BF3C977-E294-4A64-A646-9B7B9F1E35AC}" type="sibTrans" cxnId="{72B49050-C130-4CE1-B88D-D77113A1CB3E}">
      <dgm:prSet/>
      <dgm:spPr/>
      <dgm:t>
        <a:bodyPr/>
        <a:lstStyle/>
        <a:p>
          <a:pPr>
            <a:lnSpc>
              <a:spcPct val="100000"/>
            </a:lnSpc>
          </a:pPr>
          <a:endParaRPr lang="en-US"/>
        </a:p>
      </dgm:t>
    </dgm:pt>
    <dgm:pt modelId="{1458635C-8E49-4A0C-AAC9-5F3CCE8059D4}">
      <dgm:prSet/>
      <dgm:spPr/>
      <dgm:t>
        <a:bodyPr/>
        <a:lstStyle/>
        <a:p>
          <a:pPr>
            <a:lnSpc>
              <a:spcPct val="100000"/>
            </a:lnSpc>
          </a:pPr>
          <a:r>
            <a:rPr lang="en-IN"/>
            <a:t>This is why S3 provides several storage classes instead of treating every object the same way.</a:t>
          </a:r>
          <a:endParaRPr lang="en-US"/>
        </a:p>
      </dgm:t>
    </dgm:pt>
    <dgm:pt modelId="{4ADD4E0A-B478-44A9-8497-EA0DAE6F5EED}" type="parTrans" cxnId="{2D22C8BB-7F88-4FDC-9D7B-B64D88809523}">
      <dgm:prSet/>
      <dgm:spPr/>
      <dgm:t>
        <a:bodyPr/>
        <a:lstStyle/>
        <a:p>
          <a:endParaRPr lang="en-US"/>
        </a:p>
      </dgm:t>
    </dgm:pt>
    <dgm:pt modelId="{1AE73990-97D1-484A-967C-E1C67F81A28F}" type="sibTrans" cxnId="{2D22C8BB-7F88-4FDC-9D7B-B64D88809523}">
      <dgm:prSet/>
      <dgm:spPr/>
      <dgm:t>
        <a:bodyPr/>
        <a:lstStyle/>
        <a:p>
          <a:endParaRPr lang="en-US"/>
        </a:p>
      </dgm:t>
    </dgm:pt>
    <dgm:pt modelId="{7A20AE5A-734C-4CFD-A877-11FDF43216C7}" type="pres">
      <dgm:prSet presAssocID="{69F5BB25-2B19-48C7-B5A9-7E41F1065762}" presName="root" presStyleCnt="0">
        <dgm:presLayoutVars>
          <dgm:dir/>
          <dgm:resizeHandles val="exact"/>
        </dgm:presLayoutVars>
      </dgm:prSet>
      <dgm:spPr/>
    </dgm:pt>
    <dgm:pt modelId="{C760F47B-1062-442B-B3E7-14B623FD8D82}" type="pres">
      <dgm:prSet presAssocID="{69F5BB25-2B19-48C7-B5A9-7E41F1065762}" presName="container" presStyleCnt="0">
        <dgm:presLayoutVars>
          <dgm:dir/>
          <dgm:resizeHandles val="exact"/>
        </dgm:presLayoutVars>
      </dgm:prSet>
      <dgm:spPr/>
    </dgm:pt>
    <dgm:pt modelId="{489D94BB-70D8-4C10-AAEF-01C8F6F184F6}" type="pres">
      <dgm:prSet presAssocID="{0AC414DF-0429-40DB-895C-AB44EC510E8A}" presName="compNode" presStyleCnt="0"/>
      <dgm:spPr/>
    </dgm:pt>
    <dgm:pt modelId="{DE9396B4-F82F-4979-A0B2-3A338FFD37F1}" type="pres">
      <dgm:prSet presAssocID="{0AC414DF-0429-40DB-895C-AB44EC510E8A}" presName="iconBgRect" presStyleLbl="bgShp" presStyleIdx="0" presStyleCnt="6"/>
      <dgm:spPr/>
    </dgm:pt>
    <dgm:pt modelId="{466A5BA6-2B0A-42F3-8614-D056160EC7ED}" type="pres">
      <dgm:prSet presAssocID="{0AC414DF-0429-40DB-895C-AB44EC510E8A}"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rocessor"/>
        </a:ext>
      </dgm:extLst>
    </dgm:pt>
    <dgm:pt modelId="{0AE81431-14BC-4A5F-9D60-CDDE83B4E120}" type="pres">
      <dgm:prSet presAssocID="{0AC414DF-0429-40DB-895C-AB44EC510E8A}" presName="spaceRect" presStyleCnt="0"/>
      <dgm:spPr/>
    </dgm:pt>
    <dgm:pt modelId="{BE8E2760-A7CF-4948-B497-BC24D3646C1C}" type="pres">
      <dgm:prSet presAssocID="{0AC414DF-0429-40DB-895C-AB44EC510E8A}" presName="textRect" presStyleLbl="revTx" presStyleIdx="0" presStyleCnt="6">
        <dgm:presLayoutVars>
          <dgm:chMax val="1"/>
          <dgm:chPref val="1"/>
        </dgm:presLayoutVars>
      </dgm:prSet>
      <dgm:spPr/>
    </dgm:pt>
    <dgm:pt modelId="{7CDE9827-79F1-4B55-ABD7-07DFBCBFE146}" type="pres">
      <dgm:prSet presAssocID="{D4198F91-3CE8-41A1-825B-93083E4BF7CB}" presName="sibTrans" presStyleLbl="sibTrans2D1" presStyleIdx="0" presStyleCnt="0"/>
      <dgm:spPr/>
    </dgm:pt>
    <dgm:pt modelId="{4B94076C-4593-4161-A052-839C502C631C}" type="pres">
      <dgm:prSet presAssocID="{73CEC26F-6A6C-47B8-9E5B-40E73957C77D}" presName="compNode" presStyleCnt="0"/>
      <dgm:spPr/>
    </dgm:pt>
    <dgm:pt modelId="{4E92C38E-C401-409C-A69E-9DF1585C8779}" type="pres">
      <dgm:prSet presAssocID="{73CEC26F-6A6C-47B8-9E5B-40E73957C77D}" presName="iconBgRect" presStyleLbl="bgShp" presStyleIdx="1" presStyleCnt="6"/>
      <dgm:spPr/>
    </dgm:pt>
    <dgm:pt modelId="{89FC6BC7-93C8-44BA-A4A1-7E4324D03514}" type="pres">
      <dgm:prSet presAssocID="{73CEC26F-6A6C-47B8-9E5B-40E73957C77D}"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odcast"/>
        </a:ext>
      </dgm:extLst>
    </dgm:pt>
    <dgm:pt modelId="{2F342C39-3993-4A7F-8EC0-B2710ADBD738}" type="pres">
      <dgm:prSet presAssocID="{73CEC26F-6A6C-47B8-9E5B-40E73957C77D}" presName="spaceRect" presStyleCnt="0"/>
      <dgm:spPr/>
    </dgm:pt>
    <dgm:pt modelId="{41480CF6-5DBB-4D75-A159-D4326C8F5611}" type="pres">
      <dgm:prSet presAssocID="{73CEC26F-6A6C-47B8-9E5B-40E73957C77D}" presName="textRect" presStyleLbl="revTx" presStyleIdx="1" presStyleCnt="6">
        <dgm:presLayoutVars>
          <dgm:chMax val="1"/>
          <dgm:chPref val="1"/>
        </dgm:presLayoutVars>
      </dgm:prSet>
      <dgm:spPr/>
    </dgm:pt>
    <dgm:pt modelId="{DEE2A9D2-00C4-4506-9A75-7DA24B810354}" type="pres">
      <dgm:prSet presAssocID="{ADE1BBBF-FC5C-4D11-830F-DEF4FB8C74EB}" presName="sibTrans" presStyleLbl="sibTrans2D1" presStyleIdx="0" presStyleCnt="0"/>
      <dgm:spPr/>
    </dgm:pt>
    <dgm:pt modelId="{B006EFF4-4498-461D-9B07-AF86A1F77F1F}" type="pres">
      <dgm:prSet presAssocID="{77AF7822-B4F5-4125-9B8E-4B4D19C8927A}" presName="compNode" presStyleCnt="0"/>
      <dgm:spPr/>
    </dgm:pt>
    <dgm:pt modelId="{C9BBA037-E17F-4906-BE1E-B55ACC84C703}" type="pres">
      <dgm:prSet presAssocID="{77AF7822-B4F5-4125-9B8E-4B4D19C8927A}" presName="iconBgRect" presStyleLbl="bgShp" presStyleIdx="2" presStyleCnt="6"/>
      <dgm:spPr/>
    </dgm:pt>
    <dgm:pt modelId="{A3A2DDBE-88F2-412D-9564-3FE6E9D8905C}" type="pres">
      <dgm:prSet presAssocID="{77AF7822-B4F5-4125-9B8E-4B4D19C8927A}"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rogrammer"/>
        </a:ext>
      </dgm:extLst>
    </dgm:pt>
    <dgm:pt modelId="{78DA91C5-2818-4F2E-AB85-30223FA62012}" type="pres">
      <dgm:prSet presAssocID="{77AF7822-B4F5-4125-9B8E-4B4D19C8927A}" presName="spaceRect" presStyleCnt="0"/>
      <dgm:spPr/>
    </dgm:pt>
    <dgm:pt modelId="{D42B2068-3D4C-4FDB-92A0-089CF01C3253}" type="pres">
      <dgm:prSet presAssocID="{77AF7822-B4F5-4125-9B8E-4B4D19C8927A}" presName="textRect" presStyleLbl="revTx" presStyleIdx="2" presStyleCnt="6">
        <dgm:presLayoutVars>
          <dgm:chMax val="1"/>
          <dgm:chPref val="1"/>
        </dgm:presLayoutVars>
      </dgm:prSet>
      <dgm:spPr/>
    </dgm:pt>
    <dgm:pt modelId="{2BD454AD-30B9-4FF4-831E-4CE2D3493DA1}" type="pres">
      <dgm:prSet presAssocID="{BD4AE7C4-FF5D-46A8-AFAB-E74BB69F1885}" presName="sibTrans" presStyleLbl="sibTrans2D1" presStyleIdx="0" presStyleCnt="0"/>
      <dgm:spPr/>
    </dgm:pt>
    <dgm:pt modelId="{A025C7F6-2FDC-457C-9BF2-81DCC19E9DB2}" type="pres">
      <dgm:prSet presAssocID="{939BA046-683E-410F-A804-97160884DF72}" presName="compNode" presStyleCnt="0"/>
      <dgm:spPr/>
    </dgm:pt>
    <dgm:pt modelId="{ED84F06F-238C-4806-9990-245CA1C82684}" type="pres">
      <dgm:prSet presAssocID="{939BA046-683E-410F-A804-97160884DF72}" presName="iconBgRect" presStyleLbl="bgShp" presStyleIdx="3" presStyleCnt="6"/>
      <dgm:spPr/>
    </dgm:pt>
    <dgm:pt modelId="{D57B2FC8-4C35-4D09-9CF6-8FDFAFA60D89}" type="pres">
      <dgm:prSet presAssocID="{939BA046-683E-410F-A804-97160884DF72}"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1DA65D69-85E6-40A0-8237-7DBD43B3BDEF}" type="pres">
      <dgm:prSet presAssocID="{939BA046-683E-410F-A804-97160884DF72}" presName="spaceRect" presStyleCnt="0"/>
      <dgm:spPr/>
    </dgm:pt>
    <dgm:pt modelId="{E1422F07-915D-4EDE-AEAF-366374C2AC8E}" type="pres">
      <dgm:prSet presAssocID="{939BA046-683E-410F-A804-97160884DF72}" presName="textRect" presStyleLbl="revTx" presStyleIdx="3" presStyleCnt="6">
        <dgm:presLayoutVars>
          <dgm:chMax val="1"/>
          <dgm:chPref val="1"/>
        </dgm:presLayoutVars>
      </dgm:prSet>
      <dgm:spPr/>
    </dgm:pt>
    <dgm:pt modelId="{F31FCE7D-5295-4A57-A3B8-C77626A78215}" type="pres">
      <dgm:prSet presAssocID="{AF32785B-7374-4CA9-BCF6-88DB918C1FF0}" presName="sibTrans" presStyleLbl="sibTrans2D1" presStyleIdx="0" presStyleCnt="0"/>
      <dgm:spPr/>
    </dgm:pt>
    <dgm:pt modelId="{8889757C-31B3-4037-A313-9125FE2CC6CF}" type="pres">
      <dgm:prSet presAssocID="{4D5B7099-34CC-42D8-92F9-269BF349A026}" presName="compNode" presStyleCnt="0"/>
      <dgm:spPr/>
    </dgm:pt>
    <dgm:pt modelId="{51AA222A-49AF-4619-8492-EE1DEA010C68}" type="pres">
      <dgm:prSet presAssocID="{4D5B7099-34CC-42D8-92F9-269BF349A026}" presName="iconBgRect" presStyleLbl="bgShp" presStyleIdx="4" presStyleCnt="6"/>
      <dgm:spPr/>
    </dgm:pt>
    <dgm:pt modelId="{8650E4D0-9323-4714-BD13-DE436B8DC5E9}" type="pres">
      <dgm:prSet presAssocID="{4D5B7099-34CC-42D8-92F9-269BF349A026}"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Boot"/>
        </a:ext>
      </dgm:extLst>
    </dgm:pt>
    <dgm:pt modelId="{12001F2A-258B-4EDB-A08C-05505E8EA58A}" type="pres">
      <dgm:prSet presAssocID="{4D5B7099-34CC-42D8-92F9-269BF349A026}" presName="spaceRect" presStyleCnt="0"/>
      <dgm:spPr/>
    </dgm:pt>
    <dgm:pt modelId="{403DF93F-3BC9-467D-86E4-0905E9D5AC86}" type="pres">
      <dgm:prSet presAssocID="{4D5B7099-34CC-42D8-92F9-269BF349A026}" presName="textRect" presStyleLbl="revTx" presStyleIdx="4" presStyleCnt="6">
        <dgm:presLayoutVars>
          <dgm:chMax val="1"/>
          <dgm:chPref val="1"/>
        </dgm:presLayoutVars>
      </dgm:prSet>
      <dgm:spPr/>
    </dgm:pt>
    <dgm:pt modelId="{572ED296-D3FC-40E3-9672-48C8F34F5978}" type="pres">
      <dgm:prSet presAssocID="{4BF3C977-E294-4A64-A646-9B7B9F1E35AC}" presName="sibTrans" presStyleLbl="sibTrans2D1" presStyleIdx="0" presStyleCnt="0"/>
      <dgm:spPr/>
    </dgm:pt>
    <dgm:pt modelId="{F40384C1-04DF-4240-B15E-599A39B33976}" type="pres">
      <dgm:prSet presAssocID="{1458635C-8E49-4A0C-AAC9-5F3CCE8059D4}" presName="compNode" presStyleCnt="0"/>
      <dgm:spPr/>
    </dgm:pt>
    <dgm:pt modelId="{E233BC82-9F88-4863-ABBE-16474BB46D6D}" type="pres">
      <dgm:prSet presAssocID="{1458635C-8E49-4A0C-AAC9-5F3CCE8059D4}" presName="iconBgRect" presStyleLbl="bgShp" presStyleIdx="5" presStyleCnt="6"/>
      <dgm:spPr/>
    </dgm:pt>
    <dgm:pt modelId="{2630A05A-423B-4783-BA76-16FC5362BFCA}" type="pres">
      <dgm:prSet presAssocID="{1458635C-8E49-4A0C-AAC9-5F3CCE8059D4}"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ocument"/>
        </a:ext>
      </dgm:extLst>
    </dgm:pt>
    <dgm:pt modelId="{3C6F693A-321B-4721-9B73-2C130D9E5E8A}" type="pres">
      <dgm:prSet presAssocID="{1458635C-8E49-4A0C-AAC9-5F3CCE8059D4}" presName="spaceRect" presStyleCnt="0"/>
      <dgm:spPr/>
    </dgm:pt>
    <dgm:pt modelId="{89641F43-C031-4D7B-995F-C087F909F1B8}" type="pres">
      <dgm:prSet presAssocID="{1458635C-8E49-4A0C-AAC9-5F3CCE8059D4}" presName="textRect" presStyleLbl="revTx" presStyleIdx="5" presStyleCnt="6">
        <dgm:presLayoutVars>
          <dgm:chMax val="1"/>
          <dgm:chPref val="1"/>
        </dgm:presLayoutVars>
      </dgm:prSet>
      <dgm:spPr/>
    </dgm:pt>
  </dgm:ptLst>
  <dgm:cxnLst>
    <dgm:cxn modelId="{13000406-B198-4E19-9016-29A8598D51D6}" type="presOf" srcId="{4D5B7099-34CC-42D8-92F9-269BF349A026}" destId="{403DF93F-3BC9-467D-86E4-0905E9D5AC86}" srcOrd="0" destOrd="0" presId="urn:microsoft.com/office/officeart/2018/2/layout/IconCircleList"/>
    <dgm:cxn modelId="{C3FE6E0A-374A-44F8-872E-0343E0781F51}" type="presOf" srcId="{939BA046-683E-410F-A804-97160884DF72}" destId="{E1422F07-915D-4EDE-AEAF-366374C2AC8E}" srcOrd="0" destOrd="0" presId="urn:microsoft.com/office/officeart/2018/2/layout/IconCircleList"/>
    <dgm:cxn modelId="{3BCBB117-F6E5-49B5-BD74-C5BCF2C625F0}" srcId="{69F5BB25-2B19-48C7-B5A9-7E41F1065762}" destId="{73CEC26F-6A6C-47B8-9E5B-40E73957C77D}" srcOrd="1" destOrd="0" parTransId="{E92CB280-D5C8-4D5D-9C3A-61CB653014F4}" sibTransId="{ADE1BBBF-FC5C-4D11-830F-DEF4FB8C74EB}"/>
    <dgm:cxn modelId="{68BB5D30-9CDD-4B07-8475-B840FD0700F6}" srcId="{69F5BB25-2B19-48C7-B5A9-7E41F1065762}" destId="{77AF7822-B4F5-4125-9B8E-4B4D19C8927A}" srcOrd="2" destOrd="0" parTransId="{CED26BB9-C86E-4D07-B023-2E61DE05A2CC}" sibTransId="{BD4AE7C4-FF5D-46A8-AFAB-E74BB69F1885}"/>
    <dgm:cxn modelId="{F1922243-7554-4FFA-9DDF-CE35882E89F3}" type="presOf" srcId="{D4198F91-3CE8-41A1-825B-93083E4BF7CB}" destId="{7CDE9827-79F1-4B55-ABD7-07DFBCBFE146}" srcOrd="0" destOrd="0" presId="urn:microsoft.com/office/officeart/2018/2/layout/IconCircleList"/>
    <dgm:cxn modelId="{1136DA46-D2A3-4887-BB11-3BD915E2E8B4}" type="presOf" srcId="{69F5BB25-2B19-48C7-B5A9-7E41F1065762}" destId="{7A20AE5A-734C-4CFD-A877-11FDF43216C7}" srcOrd="0" destOrd="0" presId="urn:microsoft.com/office/officeart/2018/2/layout/IconCircleList"/>
    <dgm:cxn modelId="{F2133468-ABA4-46D5-9DF3-01EC7B3700A8}" type="presOf" srcId="{77AF7822-B4F5-4125-9B8E-4B4D19C8927A}" destId="{D42B2068-3D4C-4FDB-92A0-089CF01C3253}" srcOrd="0" destOrd="0" presId="urn:microsoft.com/office/officeart/2018/2/layout/IconCircleList"/>
    <dgm:cxn modelId="{72B49050-C130-4CE1-B88D-D77113A1CB3E}" srcId="{69F5BB25-2B19-48C7-B5A9-7E41F1065762}" destId="{4D5B7099-34CC-42D8-92F9-269BF349A026}" srcOrd="4" destOrd="0" parTransId="{16320467-767A-44AC-BAC4-D93521F78FE2}" sibTransId="{4BF3C977-E294-4A64-A646-9B7B9F1E35AC}"/>
    <dgm:cxn modelId="{472B637D-1E2A-43A0-A693-81D4DB03EDAC}" type="presOf" srcId="{AF32785B-7374-4CA9-BCF6-88DB918C1FF0}" destId="{F31FCE7D-5295-4A57-A3B8-C77626A78215}" srcOrd="0" destOrd="0" presId="urn:microsoft.com/office/officeart/2018/2/layout/IconCircleList"/>
    <dgm:cxn modelId="{F1B58E99-16B3-4E8C-BF88-893E8F878F3F}" type="presOf" srcId="{1458635C-8E49-4A0C-AAC9-5F3CCE8059D4}" destId="{89641F43-C031-4D7B-995F-C087F909F1B8}" srcOrd="0" destOrd="0" presId="urn:microsoft.com/office/officeart/2018/2/layout/IconCircleList"/>
    <dgm:cxn modelId="{342E6F9A-DBAA-4947-AC9C-F5D075DBDC21}" type="presOf" srcId="{4BF3C977-E294-4A64-A646-9B7B9F1E35AC}" destId="{572ED296-D3FC-40E3-9672-48C8F34F5978}" srcOrd="0" destOrd="0" presId="urn:microsoft.com/office/officeart/2018/2/layout/IconCircleList"/>
    <dgm:cxn modelId="{2D22C8BB-7F88-4FDC-9D7B-B64D88809523}" srcId="{69F5BB25-2B19-48C7-B5A9-7E41F1065762}" destId="{1458635C-8E49-4A0C-AAC9-5F3CCE8059D4}" srcOrd="5" destOrd="0" parTransId="{4ADD4E0A-B478-44A9-8497-EA0DAE6F5EED}" sibTransId="{1AE73990-97D1-484A-967C-E1C67F81A28F}"/>
    <dgm:cxn modelId="{464A52D2-8352-46AE-A008-5B3BA2741689}" type="presOf" srcId="{73CEC26F-6A6C-47B8-9E5B-40E73957C77D}" destId="{41480CF6-5DBB-4D75-A159-D4326C8F5611}" srcOrd="0" destOrd="0" presId="urn:microsoft.com/office/officeart/2018/2/layout/IconCircleList"/>
    <dgm:cxn modelId="{B7F280D2-181B-4149-A4DC-EFAE2207D3C8}" type="presOf" srcId="{0AC414DF-0429-40DB-895C-AB44EC510E8A}" destId="{BE8E2760-A7CF-4948-B497-BC24D3646C1C}" srcOrd="0" destOrd="0" presId="urn:microsoft.com/office/officeart/2018/2/layout/IconCircleList"/>
    <dgm:cxn modelId="{B6F22DD3-24C1-4312-BDD4-765F28E16F20}" srcId="{69F5BB25-2B19-48C7-B5A9-7E41F1065762}" destId="{939BA046-683E-410F-A804-97160884DF72}" srcOrd="3" destOrd="0" parTransId="{99A141DE-1542-4F53-839B-7C090030A683}" sibTransId="{AF32785B-7374-4CA9-BCF6-88DB918C1FF0}"/>
    <dgm:cxn modelId="{256DA7DA-A9D4-48AC-8320-F8A8DA1E4617}" type="presOf" srcId="{BD4AE7C4-FF5D-46A8-AFAB-E74BB69F1885}" destId="{2BD454AD-30B9-4FF4-831E-4CE2D3493DA1}" srcOrd="0" destOrd="0" presId="urn:microsoft.com/office/officeart/2018/2/layout/IconCircleList"/>
    <dgm:cxn modelId="{7053C9E8-9FA6-4713-AE52-001EB5EEA66B}" srcId="{69F5BB25-2B19-48C7-B5A9-7E41F1065762}" destId="{0AC414DF-0429-40DB-895C-AB44EC510E8A}" srcOrd="0" destOrd="0" parTransId="{6B8EBFA3-FA05-46C5-8F70-843D5FABB4B5}" sibTransId="{D4198F91-3CE8-41A1-825B-93083E4BF7CB}"/>
    <dgm:cxn modelId="{7F7755F1-9EC1-4D6D-B56C-3B58BC879CEC}" type="presOf" srcId="{ADE1BBBF-FC5C-4D11-830F-DEF4FB8C74EB}" destId="{DEE2A9D2-00C4-4506-9A75-7DA24B810354}" srcOrd="0" destOrd="0" presId="urn:microsoft.com/office/officeart/2018/2/layout/IconCircleList"/>
    <dgm:cxn modelId="{96FBD96B-6000-4A9B-90DF-173AB5CE38FC}" type="presParOf" srcId="{7A20AE5A-734C-4CFD-A877-11FDF43216C7}" destId="{C760F47B-1062-442B-B3E7-14B623FD8D82}" srcOrd="0" destOrd="0" presId="urn:microsoft.com/office/officeart/2018/2/layout/IconCircleList"/>
    <dgm:cxn modelId="{04232AF4-C651-4A36-9257-96DF83CE0E78}" type="presParOf" srcId="{C760F47B-1062-442B-B3E7-14B623FD8D82}" destId="{489D94BB-70D8-4C10-AAEF-01C8F6F184F6}" srcOrd="0" destOrd="0" presId="urn:microsoft.com/office/officeart/2018/2/layout/IconCircleList"/>
    <dgm:cxn modelId="{6464FB3F-491A-4462-A777-F9DE761DC410}" type="presParOf" srcId="{489D94BB-70D8-4C10-AAEF-01C8F6F184F6}" destId="{DE9396B4-F82F-4979-A0B2-3A338FFD37F1}" srcOrd="0" destOrd="0" presId="urn:microsoft.com/office/officeart/2018/2/layout/IconCircleList"/>
    <dgm:cxn modelId="{3186955D-7CBF-4EDA-9068-26554069160B}" type="presParOf" srcId="{489D94BB-70D8-4C10-AAEF-01C8F6F184F6}" destId="{466A5BA6-2B0A-42F3-8614-D056160EC7ED}" srcOrd="1" destOrd="0" presId="urn:microsoft.com/office/officeart/2018/2/layout/IconCircleList"/>
    <dgm:cxn modelId="{3750AD6F-E7FC-41E4-995A-8C6C31EDA1EB}" type="presParOf" srcId="{489D94BB-70D8-4C10-AAEF-01C8F6F184F6}" destId="{0AE81431-14BC-4A5F-9D60-CDDE83B4E120}" srcOrd="2" destOrd="0" presId="urn:microsoft.com/office/officeart/2018/2/layout/IconCircleList"/>
    <dgm:cxn modelId="{9B7414F8-9704-4DE4-AE19-D0938B1C6C37}" type="presParOf" srcId="{489D94BB-70D8-4C10-AAEF-01C8F6F184F6}" destId="{BE8E2760-A7CF-4948-B497-BC24D3646C1C}" srcOrd="3" destOrd="0" presId="urn:microsoft.com/office/officeart/2018/2/layout/IconCircleList"/>
    <dgm:cxn modelId="{EFC8BE5A-B00E-4BFD-A880-4EDEA4E170AD}" type="presParOf" srcId="{C760F47B-1062-442B-B3E7-14B623FD8D82}" destId="{7CDE9827-79F1-4B55-ABD7-07DFBCBFE146}" srcOrd="1" destOrd="0" presId="urn:microsoft.com/office/officeart/2018/2/layout/IconCircleList"/>
    <dgm:cxn modelId="{ADEC5563-1994-4FCE-A701-5F93A9403867}" type="presParOf" srcId="{C760F47B-1062-442B-B3E7-14B623FD8D82}" destId="{4B94076C-4593-4161-A052-839C502C631C}" srcOrd="2" destOrd="0" presId="urn:microsoft.com/office/officeart/2018/2/layout/IconCircleList"/>
    <dgm:cxn modelId="{208B89E3-6B81-4359-9D07-4412351D078D}" type="presParOf" srcId="{4B94076C-4593-4161-A052-839C502C631C}" destId="{4E92C38E-C401-409C-A69E-9DF1585C8779}" srcOrd="0" destOrd="0" presId="urn:microsoft.com/office/officeart/2018/2/layout/IconCircleList"/>
    <dgm:cxn modelId="{34A3FA00-811A-4D96-931B-D89709848141}" type="presParOf" srcId="{4B94076C-4593-4161-A052-839C502C631C}" destId="{89FC6BC7-93C8-44BA-A4A1-7E4324D03514}" srcOrd="1" destOrd="0" presId="urn:microsoft.com/office/officeart/2018/2/layout/IconCircleList"/>
    <dgm:cxn modelId="{8C504102-E1A8-4C65-A044-E2671FE5EF90}" type="presParOf" srcId="{4B94076C-4593-4161-A052-839C502C631C}" destId="{2F342C39-3993-4A7F-8EC0-B2710ADBD738}" srcOrd="2" destOrd="0" presId="urn:microsoft.com/office/officeart/2018/2/layout/IconCircleList"/>
    <dgm:cxn modelId="{28867897-AFC8-4C5D-AD15-CA2E0589DED6}" type="presParOf" srcId="{4B94076C-4593-4161-A052-839C502C631C}" destId="{41480CF6-5DBB-4D75-A159-D4326C8F5611}" srcOrd="3" destOrd="0" presId="urn:microsoft.com/office/officeart/2018/2/layout/IconCircleList"/>
    <dgm:cxn modelId="{4233DB17-17AA-415F-BDAF-1C2CBFA32721}" type="presParOf" srcId="{C760F47B-1062-442B-B3E7-14B623FD8D82}" destId="{DEE2A9D2-00C4-4506-9A75-7DA24B810354}" srcOrd="3" destOrd="0" presId="urn:microsoft.com/office/officeart/2018/2/layout/IconCircleList"/>
    <dgm:cxn modelId="{3468906B-8622-421A-8551-E6800DE31D31}" type="presParOf" srcId="{C760F47B-1062-442B-B3E7-14B623FD8D82}" destId="{B006EFF4-4498-461D-9B07-AF86A1F77F1F}" srcOrd="4" destOrd="0" presId="urn:microsoft.com/office/officeart/2018/2/layout/IconCircleList"/>
    <dgm:cxn modelId="{F651DAEA-6E49-4CC7-B33F-568386913DAC}" type="presParOf" srcId="{B006EFF4-4498-461D-9B07-AF86A1F77F1F}" destId="{C9BBA037-E17F-4906-BE1E-B55ACC84C703}" srcOrd="0" destOrd="0" presId="urn:microsoft.com/office/officeart/2018/2/layout/IconCircleList"/>
    <dgm:cxn modelId="{CA80924C-3224-40DA-9B73-42497C220A59}" type="presParOf" srcId="{B006EFF4-4498-461D-9B07-AF86A1F77F1F}" destId="{A3A2DDBE-88F2-412D-9564-3FE6E9D8905C}" srcOrd="1" destOrd="0" presId="urn:microsoft.com/office/officeart/2018/2/layout/IconCircleList"/>
    <dgm:cxn modelId="{9A9BAA84-8CA8-4358-B57D-FC1BE6DC8710}" type="presParOf" srcId="{B006EFF4-4498-461D-9B07-AF86A1F77F1F}" destId="{78DA91C5-2818-4F2E-AB85-30223FA62012}" srcOrd="2" destOrd="0" presId="urn:microsoft.com/office/officeart/2018/2/layout/IconCircleList"/>
    <dgm:cxn modelId="{F114C05A-CD11-4DEC-BFDF-8D7F31CE0A4F}" type="presParOf" srcId="{B006EFF4-4498-461D-9B07-AF86A1F77F1F}" destId="{D42B2068-3D4C-4FDB-92A0-089CF01C3253}" srcOrd="3" destOrd="0" presId="urn:microsoft.com/office/officeart/2018/2/layout/IconCircleList"/>
    <dgm:cxn modelId="{33993906-29CA-40A2-A118-296116DA44EB}" type="presParOf" srcId="{C760F47B-1062-442B-B3E7-14B623FD8D82}" destId="{2BD454AD-30B9-4FF4-831E-4CE2D3493DA1}" srcOrd="5" destOrd="0" presId="urn:microsoft.com/office/officeart/2018/2/layout/IconCircleList"/>
    <dgm:cxn modelId="{2ADEAA55-5B67-46D2-BCE9-FCAFA09BD11C}" type="presParOf" srcId="{C760F47B-1062-442B-B3E7-14B623FD8D82}" destId="{A025C7F6-2FDC-457C-9BF2-81DCC19E9DB2}" srcOrd="6" destOrd="0" presId="urn:microsoft.com/office/officeart/2018/2/layout/IconCircleList"/>
    <dgm:cxn modelId="{92A289D0-3651-4D5D-98DA-2863AC496188}" type="presParOf" srcId="{A025C7F6-2FDC-457C-9BF2-81DCC19E9DB2}" destId="{ED84F06F-238C-4806-9990-245CA1C82684}" srcOrd="0" destOrd="0" presId="urn:microsoft.com/office/officeart/2018/2/layout/IconCircleList"/>
    <dgm:cxn modelId="{147A0F38-6FB0-41AD-8842-C37915FBAFFA}" type="presParOf" srcId="{A025C7F6-2FDC-457C-9BF2-81DCC19E9DB2}" destId="{D57B2FC8-4C35-4D09-9CF6-8FDFAFA60D89}" srcOrd="1" destOrd="0" presId="urn:microsoft.com/office/officeart/2018/2/layout/IconCircleList"/>
    <dgm:cxn modelId="{C3A829E3-7917-4DBA-A42C-D1E5CC46A6FA}" type="presParOf" srcId="{A025C7F6-2FDC-457C-9BF2-81DCC19E9DB2}" destId="{1DA65D69-85E6-40A0-8237-7DBD43B3BDEF}" srcOrd="2" destOrd="0" presId="urn:microsoft.com/office/officeart/2018/2/layout/IconCircleList"/>
    <dgm:cxn modelId="{F25D9B02-2F8B-4C2F-9F16-793A57218F4A}" type="presParOf" srcId="{A025C7F6-2FDC-457C-9BF2-81DCC19E9DB2}" destId="{E1422F07-915D-4EDE-AEAF-366374C2AC8E}" srcOrd="3" destOrd="0" presId="urn:microsoft.com/office/officeart/2018/2/layout/IconCircleList"/>
    <dgm:cxn modelId="{4DB41306-3A31-4DF3-A3F2-CD4111E13045}" type="presParOf" srcId="{C760F47B-1062-442B-B3E7-14B623FD8D82}" destId="{F31FCE7D-5295-4A57-A3B8-C77626A78215}" srcOrd="7" destOrd="0" presId="urn:microsoft.com/office/officeart/2018/2/layout/IconCircleList"/>
    <dgm:cxn modelId="{8C9EBF17-4E92-4BBB-B15D-806EB6A1590C}" type="presParOf" srcId="{C760F47B-1062-442B-B3E7-14B623FD8D82}" destId="{8889757C-31B3-4037-A313-9125FE2CC6CF}" srcOrd="8" destOrd="0" presId="urn:microsoft.com/office/officeart/2018/2/layout/IconCircleList"/>
    <dgm:cxn modelId="{32798CFC-379C-4B23-B032-69B7D111FEC2}" type="presParOf" srcId="{8889757C-31B3-4037-A313-9125FE2CC6CF}" destId="{51AA222A-49AF-4619-8492-EE1DEA010C68}" srcOrd="0" destOrd="0" presId="urn:microsoft.com/office/officeart/2018/2/layout/IconCircleList"/>
    <dgm:cxn modelId="{86B40A23-ABCF-440A-BD35-7FC75BF088E3}" type="presParOf" srcId="{8889757C-31B3-4037-A313-9125FE2CC6CF}" destId="{8650E4D0-9323-4714-BD13-DE436B8DC5E9}" srcOrd="1" destOrd="0" presId="urn:microsoft.com/office/officeart/2018/2/layout/IconCircleList"/>
    <dgm:cxn modelId="{9F82A510-ACE7-4095-B4FC-B0117FA93A16}" type="presParOf" srcId="{8889757C-31B3-4037-A313-9125FE2CC6CF}" destId="{12001F2A-258B-4EDB-A08C-05505E8EA58A}" srcOrd="2" destOrd="0" presId="urn:microsoft.com/office/officeart/2018/2/layout/IconCircleList"/>
    <dgm:cxn modelId="{CD4C7CD2-D877-407F-9EFA-952DD7681F00}" type="presParOf" srcId="{8889757C-31B3-4037-A313-9125FE2CC6CF}" destId="{403DF93F-3BC9-467D-86E4-0905E9D5AC86}" srcOrd="3" destOrd="0" presId="urn:microsoft.com/office/officeart/2018/2/layout/IconCircleList"/>
    <dgm:cxn modelId="{CEC6F317-B462-4D46-AA16-A7ECE2419527}" type="presParOf" srcId="{C760F47B-1062-442B-B3E7-14B623FD8D82}" destId="{572ED296-D3FC-40E3-9672-48C8F34F5978}" srcOrd="9" destOrd="0" presId="urn:microsoft.com/office/officeart/2018/2/layout/IconCircleList"/>
    <dgm:cxn modelId="{03966C2B-C578-455C-B953-281DCB5A01FC}" type="presParOf" srcId="{C760F47B-1062-442B-B3E7-14B623FD8D82}" destId="{F40384C1-04DF-4240-B15E-599A39B33976}" srcOrd="10" destOrd="0" presId="urn:microsoft.com/office/officeart/2018/2/layout/IconCircleList"/>
    <dgm:cxn modelId="{C5410608-6A40-48A0-813E-EB129E60B19A}" type="presParOf" srcId="{F40384C1-04DF-4240-B15E-599A39B33976}" destId="{E233BC82-9F88-4863-ABBE-16474BB46D6D}" srcOrd="0" destOrd="0" presId="urn:microsoft.com/office/officeart/2018/2/layout/IconCircleList"/>
    <dgm:cxn modelId="{A68C27FC-ED5C-412B-B9E0-1EC0F3ED3CD4}" type="presParOf" srcId="{F40384C1-04DF-4240-B15E-599A39B33976}" destId="{2630A05A-423B-4783-BA76-16FC5362BFCA}" srcOrd="1" destOrd="0" presId="urn:microsoft.com/office/officeart/2018/2/layout/IconCircleList"/>
    <dgm:cxn modelId="{1458BAAE-2F37-4EF6-8C83-5A8A8141DEBD}" type="presParOf" srcId="{F40384C1-04DF-4240-B15E-599A39B33976}" destId="{3C6F693A-321B-4721-9B73-2C130D9E5E8A}" srcOrd="2" destOrd="0" presId="urn:microsoft.com/office/officeart/2018/2/layout/IconCircleList"/>
    <dgm:cxn modelId="{1FADC507-ACD5-4A96-9A85-870FAEE6E06D}" type="presParOf" srcId="{F40384C1-04DF-4240-B15E-599A39B33976}" destId="{89641F43-C031-4D7B-995F-C087F909F1B8}"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68E53A1-659D-4EF0-8A9D-8396A1317D72}" type="doc">
      <dgm:prSet loTypeId="urn:microsoft.com/office/officeart/2005/8/layout/vList2" loCatId="list" qsTypeId="urn:microsoft.com/office/officeart/2005/8/quickstyle/simple1#39" qsCatId="simple" csTypeId="urn:microsoft.com/office/officeart/2005/8/colors/accent1_2#34" csCatId="accent1"/>
      <dgm:spPr/>
      <dgm:t>
        <a:bodyPr/>
        <a:lstStyle/>
        <a:p>
          <a:endParaRPr lang="en-US"/>
        </a:p>
      </dgm:t>
    </dgm:pt>
    <dgm:pt modelId="{EACBA326-E0EF-43CA-8C5A-3EF9B7DE6815}">
      <dgm:prSet/>
      <dgm:spPr/>
      <dgm:t>
        <a:bodyPr/>
        <a:lstStyle/>
        <a:p>
          <a:r>
            <a:rPr lang="en-IN" b="1"/>
            <a:t>S3 Standard</a:t>
          </a:r>
          <a:endParaRPr lang="en-US"/>
        </a:p>
      </dgm:t>
    </dgm:pt>
    <dgm:pt modelId="{F046D42D-7089-4DEF-BA25-99AE76E11D7A}" type="parTrans" cxnId="{20937390-287F-46C2-8E81-698F6A55B855}">
      <dgm:prSet/>
      <dgm:spPr/>
      <dgm:t>
        <a:bodyPr/>
        <a:lstStyle/>
        <a:p>
          <a:endParaRPr lang="en-US"/>
        </a:p>
      </dgm:t>
    </dgm:pt>
    <dgm:pt modelId="{CFDD2958-DF1F-4C65-A236-8BD35BCBB2EC}" type="sibTrans" cxnId="{20937390-287F-46C2-8E81-698F6A55B855}">
      <dgm:prSet/>
      <dgm:spPr/>
      <dgm:t>
        <a:bodyPr/>
        <a:lstStyle/>
        <a:p>
          <a:endParaRPr lang="en-US"/>
        </a:p>
      </dgm:t>
    </dgm:pt>
    <dgm:pt modelId="{1591E252-2387-4D01-BC7D-CB13468999B1}">
      <dgm:prSet/>
      <dgm:spPr/>
      <dgm:t>
        <a:bodyPr/>
        <a:lstStyle/>
        <a:p>
          <a:r>
            <a:rPr lang="en-IN" b="1"/>
            <a:t>S3 Standard is designed for frequently accessed data.</a:t>
          </a:r>
          <a:r>
            <a:rPr lang="en-IN"/>
            <a:t> </a:t>
          </a:r>
          <a:endParaRPr lang="en-US"/>
        </a:p>
      </dgm:t>
    </dgm:pt>
    <dgm:pt modelId="{5DAF86DA-35CD-4D81-A792-5BDA7630986B}" type="parTrans" cxnId="{7BF04057-03B3-4CE1-BCAC-0972FDCDCBFE}">
      <dgm:prSet/>
      <dgm:spPr/>
      <dgm:t>
        <a:bodyPr/>
        <a:lstStyle/>
        <a:p>
          <a:endParaRPr lang="en-US"/>
        </a:p>
      </dgm:t>
    </dgm:pt>
    <dgm:pt modelId="{17C84C4A-2224-4C62-A051-0DFAB83DB31C}" type="sibTrans" cxnId="{7BF04057-03B3-4CE1-BCAC-0972FDCDCBFE}">
      <dgm:prSet/>
      <dgm:spPr/>
      <dgm:t>
        <a:bodyPr/>
        <a:lstStyle/>
        <a:p>
          <a:endParaRPr lang="en-US"/>
        </a:p>
      </dgm:t>
    </dgm:pt>
    <dgm:pt modelId="{CEC9DBED-E33D-4E7F-8FA8-8C736F275643}">
      <dgm:prSet/>
      <dgm:spPr/>
      <dgm:t>
        <a:bodyPr/>
        <a:lstStyle/>
        <a:p>
          <a:r>
            <a:rPr lang="en-IN"/>
            <a:t>It provides low latency and high throughput, which makes it suitable when files need to be accessed often. </a:t>
          </a:r>
          <a:endParaRPr lang="en-US"/>
        </a:p>
      </dgm:t>
    </dgm:pt>
    <dgm:pt modelId="{C6DFC505-6C25-4F1B-A42C-19472FD832B8}" type="parTrans" cxnId="{95222240-6774-4D33-BB1F-62F083AE3F8B}">
      <dgm:prSet/>
      <dgm:spPr/>
      <dgm:t>
        <a:bodyPr/>
        <a:lstStyle/>
        <a:p>
          <a:endParaRPr lang="en-US"/>
        </a:p>
      </dgm:t>
    </dgm:pt>
    <dgm:pt modelId="{E7A8AEA7-E3C4-4310-81C4-FD2618B95A02}" type="sibTrans" cxnId="{95222240-6774-4D33-BB1F-62F083AE3F8B}">
      <dgm:prSet/>
      <dgm:spPr/>
      <dgm:t>
        <a:bodyPr/>
        <a:lstStyle/>
        <a:p>
          <a:endParaRPr lang="en-US"/>
        </a:p>
      </dgm:t>
    </dgm:pt>
    <dgm:pt modelId="{9FF35297-30F6-4E37-830E-0E50EF7BB3BB}">
      <dgm:prSet/>
      <dgm:spPr/>
      <dgm:t>
        <a:bodyPr/>
        <a:lstStyle/>
        <a:p>
          <a:r>
            <a:rPr lang="en-IN"/>
            <a:t>In a GenAI application, this could include active documents used regularly by a Knowledge Base or current datasets used by an application. </a:t>
          </a:r>
          <a:endParaRPr lang="en-US"/>
        </a:p>
      </dgm:t>
    </dgm:pt>
    <dgm:pt modelId="{93BF7CE0-A59F-4B68-8413-B469FA18B953}" type="parTrans" cxnId="{2F9964F6-38D4-40B3-9D8D-170DBF6A2710}">
      <dgm:prSet/>
      <dgm:spPr/>
      <dgm:t>
        <a:bodyPr/>
        <a:lstStyle/>
        <a:p>
          <a:endParaRPr lang="en-US"/>
        </a:p>
      </dgm:t>
    </dgm:pt>
    <dgm:pt modelId="{D7FB4F92-BFF3-46BE-A058-DE81BC063BCD}" type="sibTrans" cxnId="{2F9964F6-38D4-40B3-9D8D-170DBF6A2710}">
      <dgm:prSet/>
      <dgm:spPr/>
      <dgm:t>
        <a:bodyPr/>
        <a:lstStyle/>
        <a:p>
          <a:endParaRPr lang="en-US"/>
        </a:p>
      </dgm:t>
    </dgm:pt>
    <dgm:pt modelId="{BB527E46-8BDF-4F5F-B5D9-FDB7AC52D3C0}">
      <dgm:prSet/>
      <dgm:spPr/>
      <dgm:t>
        <a:bodyPr/>
        <a:lstStyle/>
        <a:p>
          <a:r>
            <a:rPr lang="en-IN" b="1"/>
            <a:t>S3 Standard-IA</a:t>
          </a:r>
          <a:endParaRPr lang="en-US"/>
        </a:p>
      </dgm:t>
    </dgm:pt>
    <dgm:pt modelId="{7A7D9EFE-B9EE-4047-A864-B9EEC9B894B5}" type="parTrans" cxnId="{58F17814-718C-40DC-9828-6CEBD6D30B18}">
      <dgm:prSet/>
      <dgm:spPr/>
      <dgm:t>
        <a:bodyPr/>
        <a:lstStyle/>
        <a:p>
          <a:endParaRPr lang="en-US"/>
        </a:p>
      </dgm:t>
    </dgm:pt>
    <dgm:pt modelId="{AF0F2104-5596-4B0E-A55C-9BEB657CCA6A}" type="sibTrans" cxnId="{58F17814-718C-40DC-9828-6CEBD6D30B18}">
      <dgm:prSet/>
      <dgm:spPr/>
      <dgm:t>
        <a:bodyPr/>
        <a:lstStyle/>
        <a:p>
          <a:endParaRPr lang="en-US"/>
        </a:p>
      </dgm:t>
    </dgm:pt>
    <dgm:pt modelId="{EA73900B-3164-4390-A54E-8F91FDD3CD36}">
      <dgm:prSet/>
      <dgm:spPr/>
      <dgm:t>
        <a:bodyPr/>
        <a:lstStyle/>
        <a:p>
          <a:r>
            <a:rPr lang="en-IN" b="1"/>
            <a:t>Standard-Infrequent Access is designed for data that is accessed less often but still needs fast access when requested.</a:t>
          </a:r>
          <a:r>
            <a:rPr lang="en-IN"/>
            <a:t> </a:t>
          </a:r>
          <a:endParaRPr lang="en-US"/>
        </a:p>
      </dgm:t>
    </dgm:pt>
    <dgm:pt modelId="{1EDF22BA-13C0-4BF4-81A8-B4A8C404AA1F}" type="parTrans" cxnId="{C66AFD33-A128-4725-8D60-67A753028375}">
      <dgm:prSet/>
      <dgm:spPr/>
      <dgm:t>
        <a:bodyPr/>
        <a:lstStyle/>
        <a:p>
          <a:endParaRPr lang="en-US"/>
        </a:p>
      </dgm:t>
    </dgm:pt>
    <dgm:pt modelId="{038E91A3-AD74-4402-8DBC-4EE2EB93AFF1}" type="sibTrans" cxnId="{C66AFD33-A128-4725-8D60-67A753028375}">
      <dgm:prSet/>
      <dgm:spPr/>
      <dgm:t>
        <a:bodyPr/>
        <a:lstStyle/>
        <a:p>
          <a:endParaRPr lang="en-US"/>
        </a:p>
      </dgm:t>
    </dgm:pt>
    <dgm:pt modelId="{0FB71D40-3DF4-4EDC-809D-41DF77E42745}">
      <dgm:prSet/>
      <dgm:spPr/>
      <dgm:t>
        <a:bodyPr/>
        <a:lstStyle/>
        <a:p>
          <a:r>
            <a:rPr lang="en-IN"/>
            <a:t>The storage cost is lower than Standard, but the access pattern should really be infrequent. </a:t>
          </a:r>
          <a:endParaRPr lang="en-US"/>
        </a:p>
      </dgm:t>
    </dgm:pt>
    <dgm:pt modelId="{569B1446-8AF4-4D13-B2ED-AE5EE1050491}" type="parTrans" cxnId="{FDE38E04-19E6-4DAB-8F99-049F71367393}">
      <dgm:prSet/>
      <dgm:spPr/>
      <dgm:t>
        <a:bodyPr/>
        <a:lstStyle/>
        <a:p>
          <a:endParaRPr lang="en-US"/>
        </a:p>
      </dgm:t>
    </dgm:pt>
    <dgm:pt modelId="{6911850A-8F64-410A-9CD5-A38B9660A83D}" type="sibTrans" cxnId="{FDE38E04-19E6-4DAB-8F99-049F71367393}">
      <dgm:prSet/>
      <dgm:spPr/>
      <dgm:t>
        <a:bodyPr/>
        <a:lstStyle/>
        <a:p>
          <a:endParaRPr lang="en-US"/>
        </a:p>
      </dgm:t>
    </dgm:pt>
    <dgm:pt modelId="{8BF3C352-8E13-47FB-AEC3-EB1D4E4A4CCD}">
      <dgm:prSet/>
      <dgm:spPr/>
      <dgm:t>
        <a:bodyPr/>
        <a:lstStyle/>
        <a:p>
          <a:r>
            <a:rPr lang="en-IN" b="1"/>
            <a:t>S3 One Zone-IA</a:t>
          </a:r>
          <a:endParaRPr lang="en-US"/>
        </a:p>
      </dgm:t>
    </dgm:pt>
    <dgm:pt modelId="{09F6E9BD-8BB6-4049-A338-E2F4B490374C}" type="parTrans" cxnId="{5A0689E7-20EF-4BEB-87F4-610812DBE4C5}">
      <dgm:prSet/>
      <dgm:spPr/>
      <dgm:t>
        <a:bodyPr/>
        <a:lstStyle/>
        <a:p>
          <a:endParaRPr lang="en-US"/>
        </a:p>
      </dgm:t>
    </dgm:pt>
    <dgm:pt modelId="{7DCC900D-BCAF-4DD8-BD70-1488600992FF}" type="sibTrans" cxnId="{5A0689E7-20EF-4BEB-87F4-610812DBE4C5}">
      <dgm:prSet/>
      <dgm:spPr/>
      <dgm:t>
        <a:bodyPr/>
        <a:lstStyle/>
        <a:p>
          <a:endParaRPr lang="en-US"/>
        </a:p>
      </dgm:t>
    </dgm:pt>
    <dgm:pt modelId="{2A461542-5E74-41CE-B364-3EFD607C3D11}">
      <dgm:prSet/>
      <dgm:spPr/>
      <dgm:t>
        <a:bodyPr/>
        <a:lstStyle/>
        <a:p>
          <a:r>
            <a:rPr lang="en-IN"/>
            <a:t>One Zone-IA keeps data in a </a:t>
          </a:r>
          <a:r>
            <a:rPr lang="en-IN" b="1"/>
            <a:t>single Availability Zone</a:t>
          </a:r>
          <a:r>
            <a:rPr lang="en-IN"/>
            <a:t> instead of multiple AZs. </a:t>
          </a:r>
          <a:endParaRPr lang="en-US"/>
        </a:p>
      </dgm:t>
    </dgm:pt>
    <dgm:pt modelId="{79F6BCF8-F484-479D-BF4B-69CFF97B3B84}" type="parTrans" cxnId="{4F8C71F6-413E-43FB-8E9E-A10B774E54C8}">
      <dgm:prSet/>
      <dgm:spPr/>
      <dgm:t>
        <a:bodyPr/>
        <a:lstStyle/>
        <a:p>
          <a:endParaRPr lang="en-US"/>
        </a:p>
      </dgm:t>
    </dgm:pt>
    <dgm:pt modelId="{B2AD3E39-DFCF-42C5-A127-9E5C2713EDAA}" type="sibTrans" cxnId="{4F8C71F6-413E-43FB-8E9E-A10B774E54C8}">
      <dgm:prSet/>
      <dgm:spPr/>
      <dgm:t>
        <a:bodyPr/>
        <a:lstStyle/>
        <a:p>
          <a:endParaRPr lang="en-US"/>
        </a:p>
      </dgm:t>
    </dgm:pt>
    <dgm:pt modelId="{AD0DEE0F-E816-41F1-98C3-1E616ACECD57}">
      <dgm:prSet/>
      <dgm:spPr/>
      <dgm:t>
        <a:bodyPr/>
        <a:lstStyle/>
        <a:p>
          <a:r>
            <a:rPr lang="en-IN"/>
            <a:t>This can make sense for secondary copies or information that can be recreated if necessary. </a:t>
          </a:r>
          <a:endParaRPr lang="en-US"/>
        </a:p>
      </dgm:t>
    </dgm:pt>
    <dgm:pt modelId="{DE6576B0-0D25-49A0-861B-5A893BF2ACEB}" type="parTrans" cxnId="{E402762D-297D-4F7E-822E-0E0F6FEC47C0}">
      <dgm:prSet/>
      <dgm:spPr/>
      <dgm:t>
        <a:bodyPr/>
        <a:lstStyle/>
        <a:p>
          <a:endParaRPr lang="en-US"/>
        </a:p>
      </dgm:t>
    </dgm:pt>
    <dgm:pt modelId="{6536715A-FB90-4CD6-8BF6-B702EA0410C2}" type="sibTrans" cxnId="{E402762D-297D-4F7E-822E-0E0F6FEC47C0}">
      <dgm:prSet/>
      <dgm:spPr/>
      <dgm:t>
        <a:bodyPr/>
        <a:lstStyle/>
        <a:p>
          <a:endParaRPr lang="en-US"/>
        </a:p>
      </dgm:t>
    </dgm:pt>
    <dgm:pt modelId="{2C2AAFE6-C44F-4F10-8E9E-03A2786C4404}">
      <dgm:prSet/>
      <dgm:spPr/>
      <dgm:t>
        <a:bodyPr/>
        <a:lstStyle/>
        <a:p>
          <a:r>
            <a:rPr lang="en-IN" b="1"/>
            <a:t>Example</a:t>
          </a:r>
          <a:endParaRPr lang="en-US"/>
        </a:p>
      </dgm:t>
    </dgm:pt>
    <dgm:pt modelId="{B83C1492-307A-4B3F-9400-0AB6EFAA4FCE}" type="parTrans" cxnId="{543E3336-3CC6-4DB3-A47D-B06C6BB2F76E}">
      <dgm:prSet/>
      <dgm:spPr/>
      <dgm:t>
        <a:bodyPr/>
        <a:lstStyle/>
        <a:p>
          <a:endParaRPr lang="en-US"/>
        </a:p>
      </dgm:t>
    </dgm:pt>
    <dgm:pt modelId="{513F4F21-D505-47FB-A691-C38AAC5DE2F0}" type="sibTrans" cxnId="{543E3336-3CC6-4DB3-A47D-B06C6BB2F76E}">
      <dgm:prSet/>
      <dgm:spPr/>
      <dgm:t>
        <a:bodyPr/>
        <a:lstStyle/>
        <a:p>
          <a:endParaRPr lang="en-US"/>
        </a:p>
      </dgm:t>
    </dgm:pt>
    <dgm:pt modelId="{6D7D58CD-2721-40E7-A2DB-62171CDBA493}">
      <dgm:prSet/>
      <dgm:spPr/>
      <dgm:t>
        <a:bodyPr/>
        <a:lstStyle/>
        <a:p>
          <a:r>
            <a:rPr lang="en-IN" b="1"/>
            <a:t>Current product manuals:</a:t>
          </a:r>
          <a:r>
            <a:rPr lang="en-IN"/>
            <a:t> S3 Standard</a:t>
          </a:r>
          <a:endParaRPr lang="en-US"/>
        </a:p>
      </dgm:t>
    </dgm:pt>
    <dgm:pt modelId="{5D34C44B-E487-4111-9BD7-F90FEF32EF58}" type="parTrans" cxnId="{C8915394-6EDF-4848-86BA-407B5D5B4E00}">
      <dgm:prSet/>
      <dgm:spPr/>
      <dgm:t>
        <a:bodyPr/>
        <a:lstStyle/>
        <a:p>
          <a:endParaRPr lang="en-US"/>
        </a:p>
      </dgm:t>
    </dgm:pt>
    <dgm:pt modelId="{3F311D1E-6CF9-4FE6-AC8D-4D8246C5E5B4}" type="sibTrans" cxnId="{C8915394-6EDF-4848-86BA-407B5D5B4E00}">
      <dgm:prSet/>
      <dgm:spPr/>
      <dgm:t>
        <a:bodyPr/>
        <a:lstStyle/>
        <a:p>
          <a:endParaRPr lang="en-US"/>
        </a:p>
      </dgm:t>
    </dgm:pt>
    <dgm:pt modelId="{E7706656-7973-4E7E-8FD6-8FF292AEA9BF}">
      <dgm:prSet/>
      <dgm:spPr/>
      <dgm:t>
        <a:bodyPr/>
        <a:lstStyle/>
        <a:p>
          <a:r>
            <a:rPr lang="en-IN" b="1"/>
            <a:t>Older but still needed manuals:</a:t>
          </a:r>
          <a:r>
            <a:rPr lang="en-IN"/>
            <a:t> Standard-IA</a:t>
          </a:r>
          <a:endParaRPr lang="en-US"/>
        </a:p>
      </dgm:t>
    </dgm:pt>
    <dgm:pt modelId="{30B3734F-BE1E-48AD-84D3-4F3D9051D494}" type="parTrans" cxnId="{4EFF05BF-72C2-43DD-97B3-E77D04A6ACB7}">
      <dgm:prSet/>
      <dgm:spPr/>
      <dgm:t>
        <a:bodyPr/>
        <a:lstStyle/>
        <a:p>
          <a:endParaRPr lang="en-US"/>
        </a:p>
      </dgm:t>
    </dgm:pt>
    <dgm:pt modelId="{F852EA43-F1B8-4D94-8F98-E6A72DE137A7}" type="sibTrans" cxnId="{4EFF05BF-72C2-43DD-97B3-E77D04A6ACB7}">
      <dgm:prSet/>
      <dgm:spPr/>
      <dgm:t>
        <a:bodyPr/>
        <a:lstStyle/>
        <a:p>
          <a:endParaRPr lang="en-US"/>
        </a:p>
      </dgm:t>
    </dgm:pt>
    <dgm:pt modelId="{746EBAE9-ED79-4A39-AD95-DE2180C8F6A5}">
      <dgm:prSet/>
      <dgm:spPr/>
      <dgm:t>
        <a:bodyPr/>
        <a:lstStyle/>
        <a:p>
          <a:r>
            <a:rPr lang="en-IN" b="1"/>
            <a:t>Re-creatable processed files:</a:t>
          </a:r>
          <a:r>
            <a:rPr lang="en-IN"/>
            <a:t> One Zone-IA</a:t>
          </a:r>
          <a:endParaRPr lang="en-US"/>
        </a:p>
      </dgm:t>
    </dgm:pt>
    <dgm:pt modelId="{F3BAC0AA-D6F2-4712-B804-A4A841B896F8}" type="parTrans" cxnId="{63A9DFF4-381A-4E3A-920E-AB3B03099C54}">
      <dgm:prSet/>
      <dgm:spPr/>
      <dgm:t>
        <a:bodyPr/>
        <a:lstStyle/>
        <a:p>
          <a:endParaRPr lang="en-US"/>
        </a:p>
      </dgm:t>
    </dgm:pt>
    <dgm:pt modelId="{CD635137-860F-4E4F-ABFB-471F22D622F8}" type="sibTrans" cxnId="{63A9DFF4-381A-4E3A-920E-AB3B03099C54}">
      <dgm:prSet/>
      <dgm:spPr/>
      <dgm:t>
        <a:bodyPr/>
        <a:lstStyle/>
        <a:p>
          <a:endParaRPr lang="en-US"/>
        </a:p>
      </dgm:t>
    </dgm:pt>
    <dgm:pt modelId="{11B76E18-36AB-4192-8F98-505EF72E36A5}" type="pres">
      <dgm:prSet presAssocID="{B68E53A1-659D-4EF0-8A9D-8396A1317D72}" presName="linear" presStyleCnt="0">
        <dgm:presLayoutVars>
          <dgm:animLvl val="lvl"/>
          <dgm:resizeHandles val="exact"/>
        </dgm:presLayoutVars>
      </dgm:prSet>
      <dgm:spPr/>
    </dgm:pt>
    <dgm:pt modelId="{1EF37316-A8C5-4145-ACA8-CC9232943672}" type="pres">
      <dgm:prSet presAssocID="{EACBA326-E0EF-43CA-8C5A-3EF9B7DE6815}" presName="parentText" presStyleLbl="node1" presStyleIdx="0" presStyleCnt="14">
        <dgm:presLayoutVars>
          <dgm:chMax val="0"/>
          <dgm:bulletEnabled val="1"/>
        </dgm:presLayoutVars>
      </dgm:prSet>
      <dgm:spPr/>
    </dgm:pt>
    <dgm:pt modelId="{CB69FB85-0799-4855-B01B-5D2E58434F08}" type="pres">
      <dgm:prSet presAssocID="{CFDD2958-DF1F-4C65-A236-8BD35BCBB2EC}" presName="spacer" presStyleCnt="0"/>
      <dgm:spPr/>
    </dgm:pt>
    <dgm:pt modelId="{5F5C4F69-81F7-4301-A80A-4DEE10C162B7}" type="pres">
      <dgm:prSet presAssocID="{1591E252-2387-4D01-BC7D-CB13468999B1}" presName="parentText" presStyleLbl="node1" presStyleIdx="1" presStyleCnt="14">
        <dgm:presLayoutVars>
          <dgm:chMax val="0"/>
          <dgm:bulletEnabled val="1"/>
        </dgm:presLayoutVars>
      </dgm:prSet>
      <dgm:spPr/>
    </dgm:pt>
    <dgm:pt modelId="{6E3885B2-664C-4CC5-B9B8-DF3A78AFB78B}" type="pres">
      <dgm:prSet presAssocID="{17C84C4A-2224-4C62-A051-0DFAB83DB31C}" presName="spacer" presStyleCnt="0"/>
      <dgm:spPr/>
    </dgm:pt>
    <dgm:pt modelId="{C7CF396E-5712-49B4-94B0-4CF188C0A3D2}" type="pres">
      <dgm:prSet presAssocID="{CEC9DBED-E33D-4E7F-8FA8-8C736F275643}" presName="parentText" presStyleLbl="node1" presStyleIdx="2" presStyleCnt="14">
        <dgm:presLayoutVars>
          <dgm:chMax val="0"/>
          <dgm:bulletEnabled val="1"/>
        </dgm:presLayoutVars>
      </dgm:prSet>
      <dgm:spPr/>
    </dgm:pt>
    <dgm:pt modelId="{F2D6E3CA-7FC1-482D-AE1D-BEE9F1B9CE85}" type="pres">
      <dgm:prSet presAssocID="{E7A8AEA7-E3C4-4310-81C4-FD2618B95A02}" presName="spacer" presStyleCnt="0"/>
      <dgm:spPr/>
    </dgm:pt>
    <dgm:pt modelId="{7939A9D6-AFFE-46C1-B128-336EB53D8D79}" type="pres">
      <dgm:prSet presAssocID="{9FF35297-30F6-4E37-830E-0E50EF7BB3BB}" presName="parentText" presStyleLbl="node1" presStyleIdx="3" presStyleCnt="14">
        <dgm:presLayoutVars>
          <dgm:chMax val="0"/>
          <dgm:bulletEnabled val="1"/>
        </dgm:presLayoutVars>
      </dgm:prSet>
      <dgm:spPr/>
    </dgm:pt>
    <dgm:pt modelId="{6BF3B8C3-673F-41AF-BEC9-48CDC4BE377A}" type="pres">
      <dgm:prSet presAssocID="{D7FB4F92-BFF3-46BE-A058-DE81BC063BCD}" presName="spacer" presStyleCnt="0"/>
      <dgm:spPr/>
    </dgm:pt>
    <dgm:pt modelId="{2FC407F6-C80D-4FCA-8641-B8B30AF20EDC}" type="pres">
      <dgm:prSet presAssocID="{BB527E46-8BDF-4F5F-B5D9-FDB7AC52D3C0}" presName="parentText" presStyleLbl="node1" presStyleIdx="4" presStyleCnt="14">
        <dgm:presLayoutVars>
          <dgm:chMax val="0"/>
          <dgm:bulletEnabled val="1"/>
        </dgm:presLayoutVars>
      </dgm:prSet>
      <dgm:spPr/>
    </dgm:pt>
    <dgm:pt modelId="{30E3890F-9C6C-43E0-88C2-4DCF71138226}" type="pres">
      <dgm:prSet presAssocID="{AF0F2104-5596-4B0E-A55C-9BEB657CCA6A}" presName="spacer" presStyleCnt="0"/>
      <dgm:spPr/>
    </dgm:pt>
    <dgm:pt modelId="{7450ADA1-79B9-4F73-8873-598184D96F3D}" type="pres">
      <dgm:prSet presAssocID="{EA73900B-3164-4390-A54E-8F91FDD3CD36}" presName="parentText" presStyleLbl="node1" presStyleIdx="5" presStyleCnt="14">
        <dgm:presLayoutVars>
          <dgm:chMax val="0"/>
          <dgm:bulletEnabled val="1"/>
        </dgm:presLayoutVars>
      </dgm:prSet>
      <dgm:spPr/>
    </dgm:pt>
    <dgm:pt modelId="{3AA89F40-3911-41F9-8B71-D5A5D28024F4}" type="pres">
      <dgm:prSet presAssocID="{038E91A3-AD74-4402-8DBC-4EE2EB93AFF1}" presName="spacer" presStyleCnt="0"/>
      <dgm:spPr/>
    </dgm:pt>
    <dgm:pt modelId="{F301D03E-24AF-4DE6-A756-07237BBD9596}" type="pres">
      <dgm:prSet presAssocID="{0FB71D40-3DF4-4EDC-809D-41DF77E42745}" presName="parentText" presStyleLbl="node1" presStyleIdx="6" presStyleCnt="14">
        <dgm:presLayoutVars>
          <dgm:chMax val="0"/>
          <dgm:bulletEnabled val="1"/>
        </dgm:presLayoutVars>
      </dgm:prSet>
      <dgm:spPr/>
    </dgm:pt>
    <dgm:pt modelId="{15722B53-3EA1-4E5C-9239-C8FB0546E03E}" type="pres">
      <dgm:prSet presAssocID="{6911850A-8F64-410A-9CD5-A38B9660A83D}" presName="spacer" presStyleCnt="0"/>
      <dgm:spPr/>
    </dgm:pt>
    <dgm:pt modelId="{FA7FD512-94AD-487B-BC7A-7A819B5030A1}" type="pres">
      <dgm:prSet presAssocID="{8BF3C352-8E13-47FB-AEC3-EB1D4E4A4CCD}" presName="parentText" presStyleLbl="node1" presStyleIdx="7" presStyleCnt="14">
        <dgm:presLayoutVars>
          <dgm:chMax val="0"/>
          <dgm:bulletEnabled val="1"/>
        </dgm:presLayoutVars>
      </dgm:prSet>
      <dgm:spPr/>
    </dgm:pt>
    <dgm:pt modelId="{4856EC79-5947-4AC7-9B88-33EDA34AC357}" type="pres">
      <dgm:prSet presAssocID="{7DCC900D-BCAF-4DD8-BD70-1488600992FF}" presName="spacer" presStyleCnt="0"/>
      <dgm:spPr/>
    </dgm:pt>
    <dgm:pt modelId="{007B5030-C151-459C-978D-8EFC05004F20}" type="pres">
      <dgm:prSet presAssocID="{2A461542-5E74-41CE-B364-3EFD607C3D11}" presName="parentText" presStyleLbl="node1" presStyleIdx="8" presStyleCnt="14">
        <dgm:presLayoutVars>
          <dgm:chMax val="0"/>
          <dgm:bulletEnabled val="1"/>
        </dgm:presLayoutVars>
      </dgm:prSet>
      <dgm:spPr/>
    </dgm:pt>
    <dgm:pt modelId="{D1C05A4B-50F8-4410-9EFF-6FA209233C31}" type="pres">
      <dgm:prSet presAssocID="{B2AD3E39-DFCF-42C5-A127-9E5C2713EDAA}" presName="spacer" presStyleCnt="0"/>
      <dgm:spPr/>
    </dgm:pt>
    <dgm:pt modelId="{FA5B8686-66E9-4493-BD6B-7650A54BD77A}" type="pres">
      <dgm:prSet presAssocID="{AD0DEE0F-E816-41F1-98C3-1E616ACECD57}" presName="parentText" presStyleLbl="node1" presStyleIdx="9" presStyleCnt="14">
        <dgm:presLayoutVars>
          <dgm:chMax val="0"/>
          <dgm:bulletEnabled val="1"/>
        </dgm:presLayoutVars>
      </dgm:prSet>
      <dgm:spPr/>
    </dgm:pt>
    <dgm:pt modelId="{A4204B1E-B6BC-44F3-A9B6-E02E5F165F27}" type="pres">
      <dgm:prSet presAssocID="{6536715A-FB90-4CD6-8BF6-B702EA0410C2}" presName="spacer" presStyleCnt="0"/>
      <dgm:spPr/>
    </dgm:pt>
    <dgm:pt modelId="{E7ACF5E0-D657-46AB-BF52-AF8F73F13B90}" type="pres">
      <dgm:prSet presAssocID="{2C2AAFE6-C44F-4F10-8E9E-03A2786C4404}" presName="parentText" presStyleLbl="node1" presStyleIdx="10" presStyleCnt="14">
        <dgm:presLayoutVars>
          <dgm:chMax val="0"/>
          <dgm:bulletEnabled val="1"/>
        </dgm:presLayoutVars>
      </dgm:prSet>
      <dgm:spPr/>
    </dgm:pt>
    <dgm:pt modelId="{9CD1B7B0-40E9-4FF4-A03E-4F5F72786DE3}" type="pres">
      <dgm:prSet presAssocID="{513F4F21-D505-47FB-A691-C38AAC5DE2F0}" presName="spacer" presStyleCnt="0"/>
      <dgm:spPr/>
    </dgm:pt>
    <dgm:pt modelId="{E7FA8462-E7A3-40B9-9353-051775547B63}" type="pres">
      <dgm:prSet presAssocID="{6D7D58CD-2721-40E7-A2DB-62171CDBA493}" presName="parentText" presStyleLbl="node1" presStyleIdx="11" presStyleCnt="14">
        <dgm:presLayoutVars>
          <dgm:chMax val="0"/>
          <dgm:bulletEnabled val="1"/>
        </dgm:presLayoutVars>
      </dgm:prSet>
      <dgm:spPr/>
    </dgm:pt>
    <dgm:pt modelId="{93630FFD-3159-49A2-89D7-21BD214121B1}" type="pres">
      <dgm:prSet presAssocID="{3F311D1E-6CF9-4FE6-AC8D-4D8246C5E5B4}" presName="spacer" presStyleCnt="0"/>
      <dgm:spPr/>
    </dgm:pt>
    <dgm:pt modelId="{9478736B-34E8-4368-9A52-BB67752B42D9}" type="pres">
      <dgm:prSet presAssocID="{E7706656-7973-4E7E-8FD6-8FF292AEA9BF}" presName="parentText" presStyleLbl="node1" presStyleIdx="12" presStyleCnt="14">
        <dgm:presLayoutVars>
          <dgm:chMax val="0"/>
          <dgm:bulletEnabled val="1"/>
        </dgm:presLayoutVars>
      </dgm:prSet>
      <dgm:spPr/>
    </dgm:pt>
    <dgm:pt modelId="{E1A8195D-E1B4-4012-ADBC-9B2BFBF05F53}" type="pres">
      <dgm:prSet presAssocID="{F852EA43-F1B8-4D94-8F98-E6A72DE137A7}" presName="spacer" presStyleCnt="0"/>
      <dgm:spPr/>
    </dgm:pt>
    <dgm:pt modelId="{171C97EE-A833-4D23-B401-73680D24AC21}" type="pres">
      <dgm:prSet presAssocID="{746EBAE9-ED79-4A39-AD95-DE2180C8F6A5}" presName="parentText" presStyleLbl="node1" presStyleIdx="13" presStyleCnt="14">
        <dgm:presLayoutVars>
          <dgm:chMax val="0"/>
          <dgm:bulletEnabled val="1"/>
        </dgm:presLayoutVars>
      </dgm:prSet>
      <dgm:spPr/>
    </dgm:pt>
  </dgm:ptLst>
  <dgm:cxnLst>
    <dgm:cxn modelId="{FDE38E04-19E6-4DAB-8F99-049F71367393}" srcId="{B68E53A1-659D-4EF0-8A9D-8396A1317D72}" destId="{0FB71D40-3DF4-4EDC-809D-41DF77E42745}" srcOrd="6" destOrd="0" parTransId="{569B1446-8AF4-4D13-B2ED-AE5EE1050491}" sibTransId="{6911850A-8F64-410A-9CD5-A38B9660A83D}"/>
    <dgm:cxn modelId="{D11AEA0B-D286-458B-9846-A7E30625603D}" type="presOf" srcId="{AD0DEE0F-E816-41F1-98C3-1E616ACECD57}" destId="{FA5B8686-66E9-4493-BD6B-7650A54BD77A}" srcOrd="0" destOrd="0" presId="urn:microsoft.com/office/officeart/2005/8/layout/vList2"/>
    <dgm:cxn modelId="{194CF30F-544A-4883-98F0-8972EE13EA32}" type="presOf" srcId="{0FB71D40-3DF4-4EDC-809D-41DF77E42745}" destId="{F301D03E-24AF-4DE6-A756-07237BBD9596}" srcOrd="0" destOrd="0" presId="urn:microsoft.com/office/officeart/2005/8/layout/vList2"/>
    <dgm:cxn modelId="{58F17814-718C-40DC-9828-6CEBD6D30B18}" srcId="{B68E53A1-659D-4EF0-8A9D-8396A1317D72}" destId="{BB527E46-8BDF-4F5F-B5D9-FDB7AC52D3C0}" srcOrd="4" destOrd="0" parTransId="{7A7D9EFE-B9EE-4047-A864-B9EEC9B894B5}" sibTransId="{AF0F2104-5596-4B0E-A55C-9BEB657CCA6A}"/>
    <dgm:cxn modelId="{7CCD0224-F987-4B6F-996E-96419F6C7980}" type="presOf" srcId="{746EBAE9-ED79-4A39-AD95-DE2180C8F6A5}" destId="{171C97EE-A833-4D23-B401-73680D24AC21}" srcOrd="0" destOrd="0" presId="urn:microsoft.com/office/officeart/2005/8/layout/vList2"/>
    <dgm:cxn modelId="{E402762D-297D-4F7E-822E-0E0F6FEC47C0}" srcId="{B68E53A1-659D-4EF0-8A9D-8396A1317D72}" destId="{AD0DEE0F-E816-41F1-98C3-1E616ACECD57}" srcOrd="9" destOrd="0" parTransId="{DE6576B0-0D25-49A0-861B-5A893BF2ACEB}" sibTransId="{6536715A-FB90-4CD6-8BF6-B702EA0410C2}"/>
    <dgm:cxn modelId="{C66AFD33-A128-4725-8D60-67A753028375}" srcId="{B68E53A1-659D-4EF0-8A9D-8396A1317D72}" destId="{EA73900B-3164-4390-A54E-8F91FDD3CD36}" srcOrd="5" destOrd="0" parTransId="{1EDF22BA-13C0-4BF4-81A8-B4A8C404AA1F}" sibTransId="{038E91A3-AD74-4402-8DBC-4EE2EB93AFF1}"/>
    <dgm:cxn modelId="{543E3336-3CC6-4DB3-A47D-B06C6BB2F76E}" srcId="{B68E53A1-659D-4EF0-8A9D-8396A1317D72}" destId="{2C2AAFE6-C44F-4F10-8E9E-03A2786C4404}" srcOrd="10" destOrd="0" parTransId="{B83C1492-307A-4B3F-9400-0AB6EFAA4FCE}" sibTransId="{513F4F21-D505-47FB-A691-C38AAC5DE2F0}"/>
    <dgm:cxn modelId="{90DCB537-5A29-43B7-9B39-0750D0B310D0}" type="presOf" srcId="{EA73900B-3164-4390-A54E-8F91FDD3CD36}" destId="{7450ADA1-79B9-4F73-8873-598184D96F3D}" srcOrd="0" destOrd="0" presId="urn:microsoft.com/office/officeart/2005/8/layout/vList2"/>
    <dgm:cxn modelId="{95222240-6774-4D33-BB1F-62F083AE3F8B}" srcId="{B68E53A1-659D-4EF0-8A9D-8396A1317D72}" destId="{CEC9DBED-E33D-4E7F-8FA8-8C736F275643}" srcOrd="2" destOrd="0" parTransId="{C6DFC505-6C25-4F1B-A42C-19472FD832B8}" sibTransId="{E7A8AEA7-E3C4-4310-81C4-FD2618B95A02}"/>
    <dgm:cxn modelId="{C49A2544-C2BF-4F19-97DB-4077D847306E}" type="presOf" srcId="{6D7D58CD-2721-40E7-A2DB-62171CDBA493}" destId="{E7FA8462-E7A3-40B9-9353-051775547B63}" srcOrd="0" destOrd="0" presId="urn:microsoft.com/office/officeart/2005/8/layout/vList2"/>
    <dgm:cxn modelId="{FE686F46-BAC0-435A-8D0E-DED194DAC626}" type="presOf" srcId="{8BF3C352-8E13-47FB-AEC3-EB1D4E4A4CCD}" destId="{FA7FD512-94AD-487B-BC7A-7A819B5030A1}" srcOrd="0" destOrd="0" presId="urn:microsoft.com/office/officeart/2005/8/layout/vList2"/>
    <dgm:cxn modelId="{2CE83E4A-68A0-4204-AF4B-BB51E5D17837}" type="presOf" srcId="{9FF35297-30F6-4E37-830E-0E50EF7BB3BB}" destId="{7939A9D6-AFFE-46C1-B128-336EB53D8D79}" srcOrd="0" destOrd="0" presId="urn:microsoft.com/office/officeart/2005/8/layout/vList2"/>
    <dgm:cxn modelId="{E2FABA55-02D7-431E-B396-A9B8F20B9FB5}" type="presOf" srcId="{2A461542-5E74-41CE-B364-3EFD607C3D11}" destId="{007B5030-C151-459C-978D-8EFC05004F20}" srcOrd="0" destOrd="0" presId="urn:microsoft.com/office/officeart/2005/8/layout/vList2"/>
    <dgm:cxn modelId="{7BF04057-03B3-4CE1-BCAC-0972FDCDCBFE}" srcId="{B68E53A1-659D-4EF0-8A9D-8396A1317D72}" destId="{1591E252-2387-4D01-BC7D-CB13468999B1}" srcOrd="1" destOrd="0" parTransId="{5DAF86DA-35CD-4D81-A792-5BDA7630986B}" sibTransId="{17C84C4A-2224-4C62-A051-0DFAB83DB31C}"/>
    <dgm:cxn modelId="{94EA8A58-01B1-4754-ADEC-4CEFD4F2EC34}" type="presOf" srcId="{BB527E46-8BDF-4F5F-B5D9-FDB7AC52D3C0}" destId="{2FC407F6-C80D-4FCA-8641-B8B30AF20EDC}" srcOrd="0" destOrd="0" presId="urn:microsoft.com/office/officeart/2005/8/layout/vList2"/>
    <dgm:cxn modelId="{3C84488A-FFD7-4AF3-9DF0-100DC8AA3E99}" type="presOf" srcId="{CEC9DBED-E33D-4E7F-8FA8-8C736F275643}" destId="{C7CF396E-5712-49B4-94B0-4CF188C0A3D2}" srcOrd="0" destOrd="0" presId="urn:microsoft.com/office/officeart/2005/8/layout/vList2"/>
    <dgm:cxn modelId="{20937390-287F-46C2-8E81-698F6A55B855}" srcId="{B68E53A1-659D-4EF0-8A9D-8396A1317D72}" destId="{EACBA326-E0EF-43CA-8C5A-3EF9B7DE6815}" srcOrd="0" destOrd="0" parTransId="{F046D42D-7089-4DEF-BA25-99AE76E11D7A}" sibTransId="{CFDD2958-DF1F-4C65-A236-8BD35BCBB2EC}"/>
    <dgm:cxn modelId="{C8915394-6EDF-4848-86BA-407B5D5B4E00}" srcId="{B68E53A1-659D-4EF0-8A9D-8396A1317D72}" destId="{6D7D58CD-2721-40E7-A2DB-62171CDBA493}" srcOrd="11" destOrd="0" parTransId="{5D34C44B-E487-4111-9BD7-F90FEF32EF58}" sibTransId="{3F311D1E-6CF9-4FE6-AC8D-4D8246C5E5B4}"/>
    <dgm:cxn modelId="{2E7BB09C-41EE-4226-B418-EA8747CA16B1}" type="presOf" srcId="{2C2AAFE6-C44F-4F10-8E9E-03A2786C4404}" destId="{E7ACF5E0-D657-46AB-BF52-AF8F73F13B90}" srcOrd="0" destOrd="0" presId="urn:microsoft.com/office/officeart/2005/8/layout/vList2"/>
    <dgm:cxn modelId="{E19766A3-E9F7-4B38-AD38-74220B76B585}" type="presOf" srcId="{EACBA326-E0EF-43CA-8C5A-3EF9B7DE6815}" destId="{1EF37316-A8C5-4145-ACA8-CC9232943672}" srcOrd="0" destOrd="0" presId="urn:microsoft.com/office/officeart/2005/8/layout/vList2"/>
    <dgm:cxn modelId="{9900B7B6-7E6A-4980-AB89-C5FACDA3EFE8}" type="presOf" srcId="{E7706656-7973-4E7E-8FD6-8FF292AEA9BF}" destId="{9478736B-34E8-4368-9A52-BB67752B42D9}" srcOrd="0" destOrd="0" presId="urn:microsoft.com/office/officeart/2005/8/layout/vList2"/>
    <dgm:cxn modelId="{4EFF05BF-72C2-43DD-97B3-E77D04A6ACB7}" srcId="{B68E53A1-659D-4EF0-8A9D-8396A1317D72}" destId="{E7706656-7973-4E7E-8FD6-8FF292AEA9BF}" srcOrd="12" destOrd="0" parTransId="{30B3734F-BE1E-48AD-84D3-4F3D9051D494}" sibTransId="{F852EA43-F1B8-4D94-8F98-E6A72DE137A7}"/>
    <dgm:cxn modelId="{6120CDBF-77E6-4CD6-A533-E2EA9FA305C1}" type="presOf" srcId="{B68E53A1-659D-4EF0-8A9D-8396A1317D72}" destId="{11B76E18-36AB-4192-8F98-505EF72E36A5}" srcOrd="0" destOrd="0" presId="urn:microsoft.com/office/officeart/2005/8/layout/vList2"/>
    <dgm:cxn modelId="{5A0689E7-20EF-4BEB-87F4-610812DBE4C5}" srcId="{B68E53A1-659D-4EF0-8A9D-8396A1317D72}" destId="{8BF3C352-8E13-47FB-AEC3-EB1D4E4A4CCD}" srcOrd="7" destOrd="0" parTransId="{09F6E9BD-8BB6-4049-A338-E2F4B490374C}" sibTransId="{7DCC900D-BCAF-4DD8-BD70-1488600992FF}"/>
    <dgm:cxn modelId="{63A9DFF4-381A-4E3A-920E-AB3B03099C54}" srcId="{B68E53A1-659D-4EF0-8A9D-8396A1317D72}" destId="{746EBAE9-ED79-4A39-AD95-DE2180C8F6A5}" srcOrd="13" destOrd="0" parTransId="{F3BAC0AA-D6F2-4712-B804-A4A841B896F8}" sibTransId="{CD635137-860F-4E4F-ABFB-471F22D622F8}"/>
    <dgm:cxn modelId="{2F9964F6-38D4-40B3-9D8D-170DBF6A2710}" srcId="{B68E53A1-659D-4EF0-8A9D-8396A1317D72}" destId="{9FF35297-30F6-4E37-830E-0E50EF7BB3BB}" srcOrd="3" destOrd="0" parTransId="{93BF7CE0-A59F-4B68-8413-B469FA18B953}" sibTransId="{D7FB4F92-BFF3-46BE-A058-DE81BC063BCD}"/>
    <dgm:cxn modelId="{4F8C71F6-413E-43FB-8E9E-A10B774E54C8}" srcId="{B68E53A1-659D-4EF0-8A9D-8396A1317D72}" destId="{2A461542-5E74-41CE-B364-3EFD607C3D11}" srcOrd="8" destOrd="0" parTransId="{79F6BCF8-F484-479D-BF4B-69CFF97B3B84}" sibTransId="{B2AD3E39-DFCF-42C5-A127-9E5C2713EDAA}"/>
    <dgm:cxn modelId="{B01FBFFC-26F8-43AE-A631-5BC7C2ECF1E0}" type="presOf" srcId="{1591E252-2387-4D01-BC7D-CB13468999B1}" destId="{5F5C4F69-81F7-4301-A80A-4DEE10C162B7}" srcOrd="0" destOrd="0" presId="urn:microsoft.com/office/officeart/2005/8/layout/vList2"/>
    <dgm:cxn modelId="{8EB2BC5D-A4D4-41E8-ACD7-4915707BBB98}" type="presParOf" srcId="{11B76E18-36AB-4192-8F98-505EF72E36A5}" destId="{1EF37316-A8C5-4145-ACA8-CC9232943672}" srcOrd="0" destOrd="0" presId="urn:microsoft.com/office/officeart/2005/8/layout/vList2"/>
    <dgm:cxn modelId="{6A498554-7511-4CF8-A056-06305F01D3B1}" type="presParOf" srcId="{11B76E18-36AB-4192-8F98-505EF72E36A5}" destId="{CB69FB85-0799-4855-B01B-5D2E58434F08}" srcOrd="1" destOrd="0" presId="urn:microsoft.com/office/officeart/2005/8/layout/vList2"/>
    <dgm:cxn modelId="{1FB9981E-10ED-44C6-B335-A960CAB3307C}" type="presParOf" srcId="{11B76E18-36AB-4192-8F98-505EF72E36A5}" destId="{5F5C4F69-81F7-4301-A80A-4DEE10C162B7}" srcOrd="2" destOrd="0" presId="urn:microsoft.com/office/officeart/2005/8/layout/vList2"/>
    <dgm:cxn modelId="{6E2AB9ED-8DEC-452B-8819-5AD059843E87}" type="presParOf" srcId="{11B76E18-36AB-4192-8F98-505EF72E36A5}" destId="{6E3885B2-664C-4CC5-B9B8-DF3A78AFB78B}" srcOrd="3" destOrd="0" presId="urn:microsoft.com/office/officeart/2005/8/layout/vList2"/>
    <dgm:cxn modelId="{C66EDED5-3080-4994-8D9D-3BCC47C1EF63}" type="presParOf" srcId="{11B76E18-36AB-4192-8F98-505EF72E36A5}" destId="{C7CF396E-5712-49B4-94B0-4CF188C0A3D2}" srcOrd="4" destOrd="0" presId="urn:microsoft.com/office/officeart/2005/8/layout/vList2"/>
    <dgm:cxn modelId="{59830807-AFC2-4CB8-B4E2-7803617699A2}" type="presParOf" srcId="{11B76E18-36AB-4192-8F98-505EF72E36A5}" destId="{F2D6E3CA-7FC1-482D-AE1D-BEE9F1B9CE85}" srcOrd="5" destOrd="0" presId="urn:microsoft.com/office/officeart/2005/8/layout/vList2"/>
    <dgm:cxn modelId="{EFF3A62E-C794-4375-84BC-DEFD5294B598}" type="presParOf" srcId="{11B76E18-36AB-4192-8F98-505EF72E36A5}" destId="{7939A9D6-AFFE-46C1-B128-336EB53D8D79}" srcOrd="6" destOrd="0" presId="urn:microsoft.com/office/officeart/2005/8/layout/vList2"/>
    <dgm:cxn modelId="{D5F67C68-13AB-4236-9B32-73278776654F}" type="presParOf" srcId="{11B76E18-36AB-4192-8F98-505EF72E36A5}" destId="{6BF3B8C3-673F-41AF-BEC9-48CDC4BE377A}" srcOrd="7" destOrd="0" presId="urn:microsoft.com/office/officeart/2005/8/layout/vList2"/>
    <dgm:cxn modelId="{DA6B7196-F57B-4F59-8FB4-B2A9417501B6}" type="presParOf" srcId="{11B76E18-36AB-4192-8F98-505EF72E36A5}" destId="{2FC407F6-C80D-4FCA-8641-B8B30AF20EDC}" srcOrd="8" destOrd="0" presId="urn:microsoft.com/office/officeart/2005/8/layout/vList2"/>
    <dgm:cxn modelId="{5B5A52D7-1D29-4314-B51A-84A71293C556}" type="presParOf" srcId="{11B76E18-36AB-4192-8F98-505EF72E36A5}" destId="{30E3890F-9C6C-43E0-88C2-4DCF71138226}" srcOrd="9" destOrd="0" presId="urn:microsoft.com/office/officeart/2005/8/layout/vList2"/>
    <dgm:cxn modelId="{69BFE308-2B07-4675-95B5-5F49C288DBDD}" type="presParOf" srcId="{11B76E18-36AB-4192-8F98-505EF72E36A5}" destId="{7450ADA1-79B9-4F73-8873-598184D96F3D}" srcOrd="10" destOrd="0" presId="urn:microsoft.com/office/officeart/2005/8/layout/vList2"/>
    <dgm:cxn modelId="{9F86A924-F10D-4C22-B6A3-D5C3111E01A9}" type="presParOf" srcId="{11B76E18-36AB-4192-8F98-505EF72E36A5}" destId="{3AA89F40-3911-41F9-8B71-D5A5D28024F4}" srcOrd="11" destOrd="0" presId="urn:microsoft.com/office/officeart/2005/8/layout/vList2"/>
    <dgm:cxn modelId="{004560C8-7ACE-49D7-9F46-EA81A75F7201}" type="presParOf" srcId="{11B76E18-36AB-4192-8F98-505EF72E36A5}" destId="{F301D03E-24AF-4DE6-A756-07237BBD9596}" srcOrd="12" destOrd="0" presId="urn:microsoft.com/office/officeart/2005/8/layout/vList2"/>
    <dgm:cxn modelId="{5C2C68DD-4772-4D76-BCFB-D97824DD75BD}" type="presParOf" srcId="{11B76E18-36AB-4192-8F98-505EF72E36A5}" destId="{15722B53-3EA1-4E5C-9239-C8FB0546E03E}" srcOrd="13" destOrd="0" presId="urn:microsoft.com/office/officeart/2005/8/layout/vList2"/>
    <dgm:cxn modelId="{7C1450F9-09E2-4D2C-9A80-46540D739FD2}" type="presParOf" srcId="{11B76E18-36AB-4192-8F98-505EF72E36A5}" destId="{FA7FD512-94AD-487B-BC7A-7A819B5030A1}" srcOrd="14" destOrd="0" presId="urn:microsoft.com/office/officeart/2005/8/layout/vList2"/>
    <dgm:cxn modelId="{DE3B804B-5678-41C0-93C6-4769DD8732B3}" type="presParOf" srcId="{11B76E18-36AB-4192-8F98-505EF72E36A5}" destId="{4856EC79-5947-4AC7-9B88-33EDA34AC357}" srcOrd="15" destOrd="0" presId="urn:microsoft.com/office/officeart/2005/8/layout/vList2"/>
    <dgm:cxn modelId="{963E53F2-0146-4C3D-9DEA-B9BDA9D06A4B}" type="presParOf" srcId="{11B76E18-36AB-4192-8F98-505EF72E36A5}" destId="{007B5030-C151-459C-978D-8EFC05004F20}" srcOrd="16" destOrd="0" presId="urn:microsoft.com/office/officeart/2005/8/layout/vList2"/>
    <dgm:cxn modelId="{FED661B4-1E51-46A2-9825-A337ED88E624}" type="presParOf" srcId="{11B76E18-36AB-4192-8F98-505EF72E36A5}" destId="{D1C05A4B-50F8-4410-9EFF-6FA209233C31}" srcOrd="17" destOrd="0" presId="urn:microsoft.com/office/officeart/2005/8/layout/vList2"/>
    <dgm:cxn modelId="{B5E5A917-9E30-40E6-BC53-15910A37CA1D}" type="presParOf" srcId="{11B76E18-36AB-4192-8F98-505EF72E36A5}" destId="{FA5B8686-66E9-4493-BD6B-7650A54BD77A}" srcOrd="18" destOrd="0" presId="urn:microsoft.com/office/officeart/2005/8/layout/vList2"/>
    <dgm:cxn modelId="{B31218E2-6B36-4F75-AA55-A2F678251C1F}" type="presParOf" srcId="{11B76E18-36AB-4192-8F98-505EF72E36A5}" destId="{A4204B1E-B6BC-44F3-A9B6-E02E5F165F27}" srcOrd="19" destOrd="0" presId="urn:microsoft.com/office/officeart/2005/8/layout/vList2"/>
    <dgm:cxn modelId="{AF2610EF-5439-404A-8AE5-7B2EBA0DBE54}" type="presParOf" srcId="{11B76E18-36AB-4192-8F98-505EF72E36A5}" destId="{E7ACF5E0-D657-46AB-BF52-AF8F73F13B90}" srcOrd="20" destOrd="0" presId="urn:microsoft.com/office/officeart/2005/8/layout/vList2"/>
    <dgm:cxn modelId="{EF25758E-9BDC-4302-8DEA-D1CBB0729046}" type="presParOf" srcId="{11B76E18-36AB-4192-8F98-505EF72E36A5}" destId="{9CD1B7B0-40E9-4FF4-A03E-4F5F72786DE3}" srcOrd="21" destOrd="0" presId="urn:microsoft.com/office/officeart/2005/8/layout/vList2"/>
    <dgm:cxn modelId="{67AD1B94-B0A6-4E7A-A1E6-CB4EB0C14FC9}" type="presParOf" srcId="{11B76E18-36AB-4192-8F98-505EF72E36A5}" destId="{E7FA8462-E7A3-40B9-9353-051775547B63}" srcOrd="22" destOrd="0" presId="urn:microsoft.com/office/officeart/2005/8/layout/vList2"/>
    <dgm:cxn modelId="{4C8A2468-ECAD-4CC7-BBFA-FA32C0BE6262}" type="presParOf" srcId="{11B76E18-36AB-4192-8F98-505EF72E36A5}" destId="{93630FFD-3159-49A2-89D7-21BD214121B1}" srcOrd="23" destOrd="0" presId="urn:microsoft.com/office/officeart/2005/8/layout/vList2"/>
    <dgm:cxn modelId="{C8AB2B4F-5CAA-47E7-A347-291F46F6819E}" type="presParOf" srcId="{11B76E18-36AB-4192-8F98-505EF72E36A5}" destId="{9478736B-34E8-4368-9A52-BB67752B42D9}" srcOrd="24" destOrd="0" presId="urn:microsoft.com/office/officeart/2005/8/layout/vList2"/>
    <dgm:cxn modelId="{C45F79C2-E08B-4BB2-B075-E0FC6A52D389}" type="presParOf" srcId="{11B76E18-36AB-4192-8F98-505EF72E36A5}" destId="{E1A8195D-E1B4-4012-ADBC-9B2BFBF05F53}" srcOrd="25" destOrd="0" presId="urn:microsoft.com/office/officeart/2005/8/layout/vList2"/>
    <dgm:cxn modelId="{97DC27D9-6D65-4BC0-ABCE-6CC428ECE011}" type="presParOf" srcId="{11B76E18-36AB-4192-8F98-505EF72E36A5}" destId="{171C97EE-A833-4D23-B401-73680D24AC21}" srcOrd="2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0537826-E9A1-498B-A111-07ED30FB928A}" type="doc">
      <dgm:prSet loTypeId="urn:microsoft.com/office/officeart/2008/layout/LinedList" loCatId="list" qsTypeId="urn:microsoft.com/office/officeart/2005/8/quickstyle/simple1#62" qsCatId="simple" csTypeId="urn:microsoft.com/office/officeart/2005/8/colors/accent1_2#56" csCatId="accent1"/>
      <dgm:spPr/>
      <dgm:t>
        <a:bodyPr/>
        <a:lstStyle/>
        <a:p>
          <a:endParaRPr lang="en-US"/>
        </a:p>
      </dgm:t>
    </dgm:pt>
    <dgm:pt modelId="{1C74C1AA-BE89-4DAF-8BF8-6074894AB22F}">
      <dgm:prSet/>
      <dgm:spPr/>
      <dgm:t>
        <a:bodyPr/>
        <a:lstStyle/>
        <a:p>
          <a:r>
            <a:rPr lang="en-IN"/>
            <a:t>The course explains four main ways to protect S3 objects with encryption.</a:t>
          </a:r>
          <a:endParaRPr lang="en-US"/>
        </a:p>
      </dgm:t>
    </dgm:pt>
    <dgm:pt modelId="{90F989C3-C17B-4632-8353-8315FFC37F66}" type="parTrans" cxnId="{62CEBDE6-9BF9-427B-9DED-617E7EF19CB5}">
      <dgm:prSet/>
      <dgm:spPr/>
      <dgm:t>
        <a:bodyPr/>
        <a:lstStyle/>
        <a:p>
          <a:endParaRPr lang="en-US"/>
        </a:p>
      </dgm:t>
    </dgm:pt>
    <dgm:pt modelId="{0167C56E-3CA4-48DB-858F-EEFF4EE14959}" type="sibTrans" cxnId="{62CEBDE6-9BF9-427B-9DED-617E7EF19CB5}">
      <dgm:prSet/>
      <dgm:spPr/>
      <dgm:t>
        <a:bodyPr/>
        <a:lstStyle/>
        <a:p>
          <a:endParaRPr lang="en-US"/>
        </a:p>
      </dgm:t>
    </dgm:pt>
    <dgm:pt modelId="{6DFE957F-1077-40DB-BAF5-6269F25FBF4B}">
      <dgm:prSet/>
      <dgm:spPr/>
      <dgm:t>
        <a:bodyPr/>
        <a:lstStyle/>
        <a:p>
          <a:r>
            <a:rPr lang="en-IN" b="1"/>
            <a:t>SSE-S3</a:t>
          </a:r>
          <a:endParaRPr lang="en-US"/>
        </a:p>
      </dgm:t>
    </dgm:pt>
    <dgm:pt modelId="{6B40E39A-CD94-45BA-901D-D8BE9B122EEB}" type="parTrans" cxnId="{D2ABCBD3-34C8-409F-BA0E-F688AADC1BE0}">
      <dgm:prSet/>
      <dgm:spPr/>
      <dgm:t>
        <a:bodyPr/>
        <a:lstStyle/>
        <a:p>
          <a:endParaRPr lang="en-US"/>
        </a:p>
      </dgm:t>
    </dgm:pt>
    <dgm:pt modelId="{3833F153-12EF-473F-A00C-9A4DE31B55A7}" type="sibTrans" cxnId="{D2ABCBD3-34C8-409F-BA0E-F688AADC1BE0}">
      <dgm:prSet/>
      <dgm:spPr/>
      <dgm:t>
        <a:bodyPr/>
        <a:lstStyle/>
        <a:p>
          <a:endParaRPr lang="en-US"/>
        </a:p>
      </dgm:t>
    </dgm:pt>
    <dgm:pt modelId="{8AF53783-7E0D-4C1B-BC01-64401EB0110E}">
      <dgm:prSet/>
      <dgm:spPr/>
      <dgm:t>
        <a:bodyPr/>
        <a:lstStyle/>
        <a:p>
          <a:r>
            <a:rPr lang="en-IN"/>
            <a:t>Amazon S3 manages the encryption keys. </a:t>
          </a:r>
          <a:endParaRPr lang="en-US"/>
        </a:p>
      </dgm:t>
    </dgm:pt>
    <dgm:pt modelId="{C245375B-7650-45FE-89F6-A6BB8E9D51F0}" type="parTrans" cxnId="{D936A6E4-9C12-4DED-AF6A-8D81B0DBF77F}">
      <dgm:prSet/>
      <dgm:spPr/>
      <dgm:t>
        <a:bodyPr/>
        <a:lstStyle/>
        <a:p>
          <a:endParaRPr lang="en-US"/>
        </a:p>
      </dgm:t>
    </dgm:pt>
    <dgm:pt modelId="{7476FBB5-29D2-4471-83A4-0932C2AEBEE3}" type="sibTrans" cxnId="{D936A6E4-9C12-4DED-AF6A-8D81B0DBF77F}">
      <dgm:prSet/>
      <dgm:spPr/>
      <dgm:t>
        <a:bodyPr/>
        <a:lstStyle/>
        <a:p>
          <a:endParaRPr lang="en-US"/>
        </a:p>
      </dgm:t>
    </dgm:pt>
    <dgm:pt modelId="{BDFDE235-6B68-4807-89EE-5F56463805EF}">
      <dgm:prSet/>
      <dgm:spPr/>
      <dgm:t>
        <a:bodyPr/>
        <a:lstStyle/>
        <a:p>
          <a:r>
            <a:rPr lang="en-IN"/>
            <a:t>This is the simplest server-side encryption approach and is enabled by default for new S3 objects. </a:t>
          </a:r>
          <a:endParaRPr lang="en-US"/>
        </a:p>
      </dgm:t>
    </dgm:pt>
    <dgm:pt modelId="{0B04AAC0-1210-4581-B7C8-C6836881ADC1}" type="parTrans" cxnId="{C031437F-1DC0-4162-804A-7688CB275E6E}">
      <dgm:prSet/>
      <dgm:spPr/>
      <dgm:t>
        <a:bodyPr/>
        <a:lstStyle/>
        <a:p>
          <a:endParaRPr lang="en-US"/>
        </a:p>
      </dgm:t>
    </dgm:pt>
    <dgm:pt modelId="{B6E15039-9FB1-43C2-A73D-027916F6E8A3}" type="sibTrans" cxnId="{C031437F-1DC0-4162-804A-7688CB275E6E}">
      <dgm:prSet/>
      <dgm:spPr/>
      <dgm:t>
        <a:bodyPr/>
        <a:lstStyle/>
        <a:p>
          <a:endParaRPr lang="en-US"/>
        </a:p>
      </dgm:t>
    </dgm:pt>
    <dgm:pt modelId="{5E50E1AB-1DD3-4AFC-B2B5-C4349D5626A1}">
      <dgm:prSet/>
      <dgm:spPr/>
      <dgm:t>
        <a:bodyPr/>
        <a:lstStyle/>
        <a:p>
          <a:r>
            <a:rPr lang="en-IN" b="1"/>
            <a:t>SSE-KMS</a:t>
          </a:r>
          <a:endParaRPr lang="en-US"/>
        </a:p>
      </dgm:t>
    </dgm:pt>
    <dgm:pt modelId="{6657EDAD-791E-413E-9D74-84F7EA6884B5}" type="parTrans" cxnId="{A32F94DB-631B-44DA-90C9-5981CDBFCB58}">
      <dgm:prSet/>
      <dgm:spPr/>
      <dgm:t>
        <a:bodyPr/>
        <a:lstStyle/>
        <a:p>
          <a:endParaRPr lang="en-US"/>
        </a:p>
      </dgm:t>
    </dgm:pt>
    <dgm:pt modelId="{95CF2FB5-578E-41AF-9446-457BEE5EFE4A}" type="sibTrans" cxnId="{A32F94DB-631B-44DA-90C9-5981CDBFCB58}">
      <dgm:prSet/>
      <dgm:spPr/>
      <dgm:t>
        <a:bodyPr/>
        <a:lstStyle/>
        <a:p>
          <a:endParaRPr lang="en-US"/>
        </a:p>
      </dgm:t>
    </dgm:pt>
    <dgm:pt modelId="{C62EA355-726F-4A6A-9B3D-4AAACA490524}">
      <dgm:prSet/>
      <dgm:spPr/>
      <dgm:t>
        <a:bodyPr/>
        <a:lstStyle/>
        <a:p>
          <a:r>
            <a:rPr lang="en-IN"/>
            <a:t>Uses keys managed through </a:t>
          </a:r>
          <a:r>
            <a:rPr lang="en-IN" b="1"/>
            <a:t>AWS Key Management Service</a:t>
          </a:r>
          <a:r>
            <a:rPr lang="en-IN"/>
            <a:t>. </a:t>
          </a:r>
          <a:endParaRPr lang="en-US"/>
        </a:p>
      </dgm:t>
    </dgm:pt>
    <dgm:pt modelId="{97CE445D-E4F9-4C07-B705-9AFB3FE836DE}" type="parTrans" cxnId="{BDBFEF5F-2B3A-45E7-B79A-CFDC7713A98D}">
      <dgm:prSet/>
      <dgm:spPr/>
      <dgm:t>
        <a:bodyPr/>
        <a:lstStyle/>
        <a:p>
          <a:endParaRPr lang="en-US"/>
        </a:p>
      </dgm:t>
    </dgm:pt>
    <dgm:pt modelId="{B7C6669E-9417-4F4B-999E-F40741F51F17}" type="sibTrans" cxnId="{BDBFEF5F-2B3A-45E7-B79A-CFDC7713A98D}">
      <dgm:prSet/>
      <dgm:spPr/>
      <dgm:t>
        <a:bodyPr/>
        <a:lstStyle/>
        <a:p>
          <a:endParaRPr lang="en-US"/>
        </a:p>
      </dgm:t>
    </dgm:pt>
    <dgm:pt modelId="{D47A6066-37D2-4400-9A2C-FB18E18CCA69}">
      <dgm:prSet/>
      <dgm:spPr/>
      <dgm:t>
        <a:bodyPr/>
        <a:lstStyle/>
        <a:p>
          <a:r>
            <a:rPr lang="en-IN"/>
            <a:t>This provides more control over keys and allows key usage to be audited. </a:t>
          </a:r>
          <a:endParaRPr lang="en-US"/>
        </a:p>
      </dgm:t>
    </dgm:pt>
    <dgm:pt modelId="{22D7F185-7881-4292-B690-FACC7C9934BF}" type="parTrans" cxnId="{648215FD-2975-4385-AE3B-D173E57A5FD6}">
      <dgm:prSet/>
      <dgm:spPr/>
      <dgm:t>
        <a:bodyPr/>
        <a:lstStyle/>
        <a:p>
          <a:endParaRPr lang="en-US"/>
        </a:p>
      </dgm:t>
    </dgm:pt>
    <dgm:pt modelId="{014E26C9-9BAE-4E4B-8FAA-89A88E48DAE3}" type="sibTrans" cxnId="{648215FD-2975-4385-AE3B-D173E57A5FD6}">
      <dgm:prSet/>
      <dgm:spPr/>
      <dgm:t>
        <a:bodyPr/>
        <a:lstStyle/>
        <a:p>
          <a:endParaRPr lang="en-US"/>
        </a:p>
      </dgm:t>
    </dgm:pt>
    <dgm:pt modelId="{D9925A5F-B911-4284-AF03-206EE02B51DE}">
      <dgm:prSet/>
      <dgm:spPr/>
      <dgm:t>
        <a:bodyPr/>
        <a:lstStyle/>
        <a:p>
          <a:r>
            <a:rPr lang="en-IN" b="1"/>
            <a:t>SSE-C</a:t>
          </a:r>
          <a:endParaRPr lang="en-US"/>
        </a:p>
      </dgm:t>
    </dgm:pt>
    <dgm:pt modelId="{42B699B7-EA63-4F19-87E0-A66413A6E6AD}" type="parTrans" cxnId="{7D0DBEA1-6944-44FF-B979-0C91F6D21BD0}">
      <dgm:prSet/>
      <dgm:spPr/>
      <dgm:t>
        <a:bodyPr/>
        <a:lstStyle/>
        <a:p>
          <a:endParaRPr lang="en-US"/>
        </a:p>
      </dgm:t>
    </dgm:pt>
    <dgm:pt modelId="{BE45ED72-86A8-40A0-81E0-8BD64B133156}" type="sibTrans" cxnId="{7D0DBEA1-6944-44FF-B979-0C91F6D21BD0}">
      <dgm:prSet/>
      <dgm:spPr/>
      <dgm:t>
        <a:bodyPr/>
        <a:lstStyle/>
        <a:p>
          <a:endParaRPr lang="en-US"/>
        </a:p>
      </dgm:t>
    </dgm:pt>
    <dgm:pt modelId="{F5481B45-FB02-4376-BCAB-B99342A2B6A5}">
      <dgm:prSet/>
      <dgm:spPr/>
      <dgm:t>
        <a:bodyPr/>
        <a:lstStyle/>
        <a:p>
          <a:r>
            <a:rPr lang="en-IN"/>
            <a:t>The customer provides the encryption key. </a:t>
          </a:r>
          <a:endParaRPr lang="en-US"/>
        </a:p>
      </dgm:t>
    </dgm:pt>
    <dgm:pt modelId="{6025FC04-A5FE-48DD-9866-055881374089}" type="parTrans" cxnId="{7008437C-1276-4A81-8AF9-1564AB921915}">
      <dgm:prSet/>
      <dgm:spPr/>
      <dgm:t>
        <a:bodyPr/>
        <a:lstStyle/>
        <a:p>
          <a:endParaRPr lang="en-US"/>
        </a:p>
      </dgm:t>
    </dgm:pt>
    <dgm:pt modelId="{0D3C2097-383D-4FC5-B7F2-9FD873BA6741}" type="sibTrans" cxnId="{7008437C-1276-4A81-8AF9-1564AB921915}">
      <dgm:prSet/>
      <dgm:spPr/>
      <dgm:t>
        <a:bodyPr/>
        <a:lstStyle/>
        <a:p>
          <a:endParaRPr lang="en-US"/>
        </a:p>
      </dgm:t>
    </dgm:pt>
    <dgm:pt modelId="{D7B6A57F-37CF-4D91-BCF3-AC394B245E05}">
      <dgm:prSet/>
      <dgm:spPr/>
      <dgm:t>
        <a:bodyPr/>
        <a:lstStyle/>
        <a:p>
          <a:r>
            <a:rPr lang="en-IN"/>
            <a:t>Amazon S3 performs the encryption, but S3 does not store the customer-provided key. </a:t>
          </a:r>
          <a:endParaRPr lang="en-US"/>
        </a:p>
      </dgm:t>
    </dgm:pt>
    <dgm:pt modelId="{8C1E8862-468D-4353-9A9A-E861FA445D6F}" type="parTrans" cxnId="{EF1D3848-C24C-4434-8F81-B3B11F155019}">
      <dgm:prSet/>
      <dgm:spPr/>
      <dgm:t>
        <a:bodyPr/>
        <a:lstStyle/>
        <a:p>
          <a:endParaRPr lang="en-US"/>
        </a:p>
      </dgm:t>
    </dgm:pt>
    <dgm:pt modelId="{7882BBFA-5A8F-4FF5-BBE3-49E08F608087}" type="sibTrans" cxnId="{EF1D3848-C24C-4434-8F81-B3B11F155019}">
      <dgm:prSet/>
      <dgm:spPr/>
      <dgm:t>
        <a:bodyPr/>
        <a:lstStyle/>
        <a:p>
          <a:endParaRPr lang="en-US"/>
        </a:p>
      </dgm:t>
    </dgm:pt>
    <dgm:pt modelId="{93CEDADE-C1C0-4B02-A14E-B331C37E9AFC}">
      <dgm:prSet/>
      <dgm:spPr/>
      <dgm:t>
        <a:bodyPr/>
        <a:lstStyle/>
        <a:p>
          <a:r>
            <a:rPr lang="en-IN" b="1"/>
            <a:t>Client-Side Encryption</a:t>
          </a:r>
          <a:endParaRPr lang="en-US"/>
        </a:p>
      </dgm:t>
    </dgm:pt>
    <dgm:pt modelId="{F7A67B8F-8B57-4F07-8669-B649ACA3FD5E}" type="parTrans" cxnId="{29EBC69A-08DB-4A1F-ADD1-408033653E18}">
      <dgm:prSet/>
      <dgm:spPr/>
      <dgm:t>
        <a:bodyPr/>
        <a:lstStyle/>
        <a:p>
          <a:endParaRPr lang="en-US"/>
        </a:p>
      </dgm:t>
    </dgm:pt>
    <dgm:pt modelId="{97E70A7A-788F-454E-8099-D111AA3D28B8}" type="sibTrans" cxnId="{29EBC69A-08DB-4A1F-ADD1-408033653E18}">
      <dgm:prSet/>
      <dgm:spPr/>
      <dgm:t>
        <a:bodyPr/>
        <a:lstStyle/>
        <a:p>
          <a:endParaRPr lang="en-US"/>
        </a:p>
      </dgm:t>
    </dgm:pt>
    <dgm:pt modelId="{E7B8A0C4-ABF7-4E18-B015-290EBCA9D256}">
      <dgm:prSet/>
      <dgm:spPr/>
      <dgm:t>
        <a:bodyPr/>
        <a:lstStyle/>
        <a:p>
          <a:r>
            <a:rPr lang="en-IN"/>
            <a:t>The data is encrypted </a:t>
          </a:r>
          <a:r>
            <a:rPr lang="en-IN" b="1"/>
            <a:t>before it is sent to S3</a:t>
          </a:r>
          <a:r>
            <a:rPr lang="en-IN"/>
            <a:t>. </a:t>
          </a:r>
          <a:endParaRPr lang="en-US"/>
        </a:p>
      </dgm:t>
    </dgm:pt>
    <dgm:pt modelId="{9ECFDE9E-C945-4C96-82F2-AD3CC9FA68B5}" type="parTrans" cxnId="{42FDE06A-1DB3-41FE-83AC-C89CF303347A}">
      <dgm:prSet/>
      <dgm:spPr/>
      <dgm:t>
        <a:bodyPr/>
        <a:lstStyle/>
        <a:p>
          <a:endParaRPr lang="en-US"/>
        </a:p>
      </dgm:t>
    </dgm:pt>
    <dgm:pt modelId="{19C65004-5BFD-4A01-ACA4-0281642A8DEA}" type="sibTrans" cxnId="{42FDE06A-1DB3-41FE-83AC-C89CF303347A}">
      <dgm:prSet/>
      <dgm:spPr/>
      <dgm:t>
        <a:bodyPr/>
        <a:lstStyle/>
        <a:p>
          <a:endParaRPr lang="en-US"/>
        </a:p>
      </dgm:t>
    </dgm:pt>
    <dgm:pt modelId="{BCF4D7F3-BCD4-43F1-93D9-8BA86F443B74}">
      <dgm:prSet/>
      <dgm:spPr/>
      <dgm:t>
        <a:bodyPr/>
        <a:lstStyle/>
        <a:p>
          <a:r>
            <a:rPr lang="en-IN"/>
            <a:t>The customer controls both the encryption process and the keys. </a:t>
          </a:r>
          <a:endParaRPr lang="en-US"/>
        </a:p>
      </dgm:t>
    </dgm:pt>
    <dgm:pt modelId="{3B125639-3D46-4A0D-B5A8-D01E86521C53}" type="parTrans" cxnId="{1219E371-5AF2-4BD7-B6FF-CA4BFF98B659}">
      <dgm:prSet/>
      <dgm:spPr/>
      <dgm:t>
        <a:bodyPr/>
        <a:lstStyle/>
        <a:p>
          <a:endParaRPr lang="en-US"/>
        </a:p>
      </dgm:t>
    </dgm:pt>
    <dgm:pt modelId="{E6C76F62-9B88-4A7A-9555-CED935B81BC8}" type="sibTrans" cxnId="{1219E371-5AF2-4BD7-B6FF-CA4BFF98B659}">
      <dgm:prSet/>
      <dgm:spPr/>
      <dgm:t>
        <a:bodyPr/>
        <a:lstStyle/>
        <a:p>
          <a:endParaRPr lang="en-US"/>
        </a:p>
      </dgm:t>
    </dgm:pt>
    <dgm:pt modelId="{F206C6DA-4930-453F-8589-52270BC1F76B}">
      <dgm:prSet/>
      <dgm:spPr/>
      <dgm:t>
        <a:bodyPr/>
        <a:lstStyle/>
        <a:p>
          <a:r>
            <a:rPr lang="en-IN"/>
            <a:t>The easiest way to separate these methods is to ask:</a:t>
          </a:r>
          <a:endParaRPr lang="en-US"/>
        </a:p>
      </dgm:t>
    </dgm:pt>
    <dgm:pt modelId="{35C4A3E3-972E-438D-AF4A-8B73707D91A7}" type="parTrans" cxnId="{B1FC7D7F-6323-4EB2-B4D6-3E4499AB56B1}">
      <dgm:prSet/>
      <dgm:spPr/>
      <dgm:t>
        <a:bodyPr/>
        <a:lstStyle/>
        <a:p>
          <a:endParaRPr lang="en-US"/>
        </a:p>
      </dgm:t>
    </dgm:pt>
    <dgm:pt modelId="{471F4DC2-5814-4C71-84D7-90F9D6A6273C}" type="sibTrans" cxnId="{B1FC7D7F-6323-4EB2-B4D6-3E4499AB56B1}">
      <dgm:prSet/>
      <dgm:spPr/>
      <dgm:t>
        <a:bodyPr/>
        <a:lstStyle/>
        <a:p>
          <a:endParaRPr lang="en-US"/>
        </a:p>
      </dgm:t>
    </dgm:pt>
    <dgm:pt modelId="{F8B7B92A-9116-4D4D-87BF-2B890CCAA8EE}">
      <dgm:prSet/>
      <dgm:spPr/>
      <dgm:t>
        <a:bodyPr/>
        <a:lstStyle/>
        <a:p>
          <a:r>
            <a:rPr lang="en-IN" b="1"/>
            <a:t>Who owns and manages the encryption key?</a:t>
          </a:r>
          <a:endParaRPr lang="en-US"/>
        </a:p>
      </dgm:t>
    </dgm:pt>
    <dgm:pt modelId="{1A7BF7EF-FCFF-42E8-ABC6-85F51FC7335B}" type="parTrans" cxnId="{674FC3AF-62D4-4713-8A0D-B25F624E673A}">
      <dgm:prSet/>
      <dgm:spPr/>
      <dgm:t>
        <a:bodyPr/>
        <a:lstStyle/>
        <a:p>
          <a:endParaRPr lang="en-US"/>
        </a:p>
      </dgm:t>
    </dgm:pt>
    <dgm:pt modelId="{BE2FA799-688C-48F6-8AD0-BA505FA0BBB2}" type="sibTrans" cxnId="{674FC3AF-62D4-4713-8A0D-B25F624E673A}">
      <dgm:prSet/>
      <dgm:spPr/>
      <dgm:t>
        <a:bodyPr/>
        <a:lstStyle/>
        <a:p>
          <a:endParaRPr lang="en-US"/>
        </a:p>
      </dgm:t>
    </dgm:pt>
    <dgm:pt modelId="{349DC4F9-BCDF-4755-85B2-02733559723F}" type="pres">
      <dgm:prSet presAssocID="{D0537826-E9A1-498B-A111-07ED30FB928A}" presName="vert0" presStyleCnt="0">
        <dgm:presLayoutVars>
          <dgm:dir/>
          <dgm:animOne val="branch"/>
          <dgm:animLvl val="lvl"/>
        </dgm:presLayoutVars>
      </dgm:prSet>
      <dgm:spPr/>
    </dgm:pt>
    <dgm:pt modelId="{5702DFB7-247D-4D28-B077-5342144133B7}" type="pres">
      <dgm:prSet presAssocID="{1C74C1AA-BE89-4DAF-8BF8-6074894AB22F}" presName="thickLine" presStyleLbl="alignNode1" presStyleIdx="0" presStyleCnt="15"/>
      <dgm:spPr/>
    </dgm:pt>
    <dgm:pt modelId="{69A6A666-AB0C-477D-9B74-4B5968815DBF}" type="pres">
      <dgm:prSet presAssocID="{1C74C1AA-BE89-4DAF-8BF8-6074894AB22F}" presName="horz1" presStyleCnt="0"/>
      <dgm:spPr/>
    </dgm:pt>
    <dgm:pt modelId="{B396EEC5-E6DE-4641-805A-E1E640A9CE95}" type="pres">
      <dgm:prSet presAssocID="{1C74C1AA-BE89-4DAF-8BF8-6074894AB22F}" presName="tx1" presStyleLbl="revTx" presStyleIdx="0" presStyleCnt="15"/>
      <dgm:spPr/>
    </dgm:pt>
    <dgm:pt modelId="{5E931A90-4D96-4576-BACD-AEFCB03F481E}" type="pres">
      <dgm:prSet presAssocID="{1C74C1AA-BE89-4DAF-8BF8-6074894AB22F}" presName="vert1" presStyleCnt="0"/>
      <dgm:spPr/>
    </dgm:pt>
    <dgm:pt modelId="{85A82A29-80C5-477D-8C31-71D1D8631B13}" type="pres">
      <dgm:prSet presAssocID="{6DFE957F-1077-40DB-BAF5-6269F25FBF4B}" presName="thickLine" presStyleLbl="alignNode1" presStyleIdx="1" presStyleCnt="15"/>
      <dgm:spPr/>
    </dgm:pt>
    <dgm:pt modelId="{4EE7A4A5-B756-44BB-AF7F-043A130A4B4F}" type="pres">
      <dgm:prSet presAssocID="{6DFE957F-1077-40DB-BAF5-6269F25FBF4B}" presName="horz1" presStyleCnt="0"/>
      <dgm:spPr/>
    </dgm:pt>
    <dgm:pt modelId="{E5314CDA-47DA-4E2B-A23C-A831E0396BD5}" type="pres">
      <dgm:prSet presAssocID="{6DFE957F-1077-40DB-BAF5-6269F25FBF4B}" presName="tx1" presStyleLbl="revTx" presStyleIdx="1" presStyleCnt="15"/>
      <dgm:spPr/>
    </dgm:pt>
    <dgm:pt modelId="{0F7D66F3-28E5-4534-AD01-63E0258E2CC3}" type="pres">
      <dgm:prSet presAssocID="{6DFE957F-1077-40DB-BAF5-6269F25FBF4B}" presName="vert1" presStyleCnt="0"/>
      <dgm:spPr/>
    </dgm:pt>
    <dgm:pt modelId="{77B0C51F-2887-43F6-96B5-3E57EDB75584}" type="pres">
      <dgm:prSet presAssocID="{8AF53783-7E0D-4C1B-BC01-64401EB0110E}" presName="thickLine" presStyleLbl="alignNode1" presStyleIdx="2" presStyleCnt="15"/>
      <dgm:spPr/>
    </dgm:pt>
    <dgm:pt modelId="{0AE29C35-D2E6-451A-9BA3-1CD8634D12F0}" type="pres">
      <dgm:prSet presAssocID="{8AF53783-7E0D-4C1B-BC01-64401EB0110E}" presName="horz1" presStyleCnt="0"/>
      <dgm:spPr/>
    </dgm:pt>
    <dgm:pt modelId="{741C728B-127C-46EC-8ECF-9ED335BC4AD5}" type="pres">
      <dgm:prSet presAssocID="{8AF53783-7E0D-4C1B-BC01-64401EB0110E}" presName="tx1" presStyleLbl="revTx" presStyleIdx="2" presStyleCnt="15"/>
      <dgm:spPr/>
    </dgm:pt>
    <dgm:pt modelId="{3024773B-F3CE-4FF6-8F82-7246FB37A930}" type="pres">
      <dgm:prSet presAssocID="{8AF53783-7E0D-4C1B-BC01-64401EB0110E}" presName="vert1" presStyleCnt="0"/>
      <dgm:spPr/>
    </dgm:pt>
    <dgm:pt modelId="{FB328D0E-9BA0-4897-99DD-8BBE9F7747E6}" type="pres">
      <dgm:prSet presAssocID="{BDFDE235-6B68-4807-89EE-5F56463805EF}" presName="thickLine" presStyleLbl="alignNode1" presStyleIdx="3" presStyleCnt="15"/>
      <dgm:spPr/>
    </dgm:pt>
    <dgm:pt modelId="{1C2CEF95-9668-4BFB-84BE-25852377421E}" type="pres">
      <dgm:prSet presAssocID="{BDFDE235-6B68-4807-89EE-5F56463805EF}" presName="horz1" presStyleCnt="0"/>
      <dgm:spPr/>
    </dgm:pt>
    <dgm:pt modelId="{C9DA8E5B-6306-4916-8CDA-EB0FF7F682A5}" type="pres">
      <dgm:prSet presAssocID="{BDFDE235-6B68-4807-89EE-5F56463805EF}" presName="tx1" presStyleLbl="revTx" presStyleIdx="3" presStyleCnt="15"/>
      <dgm:spPr/>
    </dgm:pt>
    <dgm:pt modelId="{DB1DE2BE-DA96-4031-8041-4C9A348698D0}" type="pres">
      <dgm:prSet presAssocID="{BDFDE235-6B68-4807-89EE-5F56463805EF}" presName="vert1" presStyleCnt="0"/>
      <dgm:spPr/>
    </dgm:pt>
    <dgm:pt modelId="{BAC2ED50-D58B-456A-BA2B-ACFD7F2EA6DD}" type="pres">
      <dgm:prSet presAssocID="{5E50E1AB-1DD3-4AFC-B2B5-C4349D5626A1}" presName="thickLine" presStyleLbl="alignNode1" presStyleIdx="4" presStyleCnt="15"/>
      <dgm:spPr/>
    </dgm:pt>
    <dgm:pt modelId="{EBF3C63B-57FC-4049-9121-3D3B2C68FEA4}" type="pres">
      <dgm:prSet presAssocID="{5E50E1AB-1DD3-4AFC-B2B5-C4349D5626A1}" presName="horz1" presStyleCnt="0"/>
      <dgm:spPr/>
    </dgm:pt>
    <dgm:pt modelId="{DD905FD6-100D-4904-A7C5-2382A4E27FDB}" type="pres">
      <dgm:prSet presAssocID="{5E50E1AB-1DD3-4AFC-B2B5-C4349D5626A1}" presName="tx1" presStyleLbl="revTx" presStyleIdx="4" presStyleCnt="15"/>
      <dgm:spPr/>
    </dgm:pt>
    <dgm:pt modelId="{ACA6F26F-2DBE-4D92-A1F1-658E357332E1}" type="pres">
      <dgm:prSet presAssocID="{5E50E1AB-1DD3-4AFC-B2B5-C4349D5626A1}" presName="vert1" presStyleCnt="0"/>
      <dgm:spPr/>
    </dgm:pt>
    <dgm:pt modelId="{30A82A9A-733B-4BBA-B441-F56DAFF7DDD1}" type="pres">
      <dgm:prSet presAssocID="{C62EA355-726F-4A6A-9B3D-4AAACA490524}" presName="thickLine" presStyleLbl="alignNode1" presStyleIdx="5" presStyleCnt="15"/>
      <dgm:spPr/>
    </dgm:pt>
    <dgm:pt modelId="{96922900-6458-4DED-8190-2292F5C4CBDE}" type="pres">
      <dgm:prSet presAssocID="{C62EA355-726F-4A6A-9B3D-4AAACA490524}" presName="horz1" presStyleCnt="0"/>
      <dgm:spPr/>
    </dgm:pt>
    <dgm:pt modelId="{94C9D679-FC09-4F49-8625-2E4F2905BF3C}" type="pres">
      <dgm:prSet presAssocID="{C62EA355-726F-4A6A-9B3D-4AAACA490524}" presName="tx1" presStyleLbl="revTx" presStyleIdx="5" presStyleCnt="15"/>
      <dgm:spPr/>
    </dgm:pt>
    <dgm:pt modelId="{BC04F510-380D-4CD7-B56A-8363EB0CED17}" type="pres">
      <dgm:prSet presAssocID="{C62EA355-726F-4A6A-9B3D-4AAACA490524}" presName="vert1" presStyleCnt="0"/>
      <dgm:spPr/>
    </dgm:pt>
    <dgm:pt modelId="{380E61D7-0AD9-4AC7-930F-EDAFBB9F752C}" type="pres">
      <dgm:prSet presAssocID="{D47A6066-37D2-4400-9A2C-FB18E18CCA69}" presName="thickLine" presStyleLbl="alignNode1" presStyleIdx="6" presStyleCnt="15"/>
      <dgm:spPr/>
    </dgm:pt>
    <dgm:pt modelId="{DE16C5EB-515C-42D3-84D4-E237942E983A}" type="pres">
      <dgm:prSet presAssocID="{D47A6066-37D2-4400-9A2C-FB18E18CCA69}" presName="horz1" presStyleCnt="0"/>
      <dgm:spPr/>
    </dgm:pt>
    <dgm:pt modelId="{F44CC209-3ECB-4237-BB3C-C05BFD0D57DE}" type="pres">
      <dgm:prSet presAssocID="{D47A6066-37D2-4400-9A2C-FB18E18CCA69}" presName="tx1" presStyleLbl="revTx" presStyleIdx="6" presStyleCnt="15"/>
      <dgm:spPr/>
    </dgm:pt>
    <dgm:pt modelId="{1F13C755-907C-4886-AE69-290A22450CDF}" type="pres">
      <dgm:prSet presAssocID="{D47A6066-37D2-4400-9A2C-FB18E18CCA69}" presName="vert1" presStyleCnt="0"/>
      <dgm:spPr/>
    </dgm:pt>
    <dgm:pt modelId="{AC87F5D9-E467-4E50-886C-9C5DBB8F85EB}" type="pres">
      <dgm:prSet presAssocID="{D9925A5F-B911-4284-AF03-206EE02B51DE}" presName="thickLine" presStyleLbl="alignNode1" presStyleIdx="7" presStyleCnt="15"/>
      <dgm:spPr/>
    </dgm:pt>
    <dgm:pt modelId="{64381F96-A2DE-4892-9BF4-7463F017A5A3}" type="pres">
      <dgm:prSet presAssocID="{D9925A5F-B911-4284-AF03-206EE02B51DE}" presName="horz1" presStyleCnt="0"/>
      <dgm:spPr/>
    </dgm:pt>
    <dgm:pt modelId="{9EAE883E-3E51-4311-9308-5F13D45A18BF}" type="pres">
      <dgm:prSet presAssocID="{D9925A5F-B911-4284-AF03-206EE02B51DE}" presName="tx1" presStyleLbl="revTx" presStyleIdx="7" presStyleCnt="15"/>
      <dgm:spPr/>
    </dgm:pt>
    <dgm:pt modelId="{C06E3FDD-8663-4E3F-96E3-50672364739B}" type="pres">
      <dgm:prSet presAssocID="{D9925A5F-B911-4284-AF03-206EE02B51DE}" presName="vert1" presStyleCnt="0"/>
      <dgm:spPr/>
    </dgm:pt>
    <dgm:pt modelId="{2B109EED-FED5-4971-9E30-2A363B85E734}" type="pres">
      <dgm:prSet presAssocID="{F5481B45-FB02-4376-BCAB-B99342A2B6A5}" presName="thickLine" presStyleLbl="alignNode1" presStyleIdx="8" presStyleCnt="15"/>
      <dgm:spPr/>
    </dgm:pt>
    <dgm:pt modelId="{BCEC08F9-56EF-48E5-8F4E-1AC2436CEB36}" type="pres">
      <dgm:prSet presAssocID="{F5481B45-FB02-4376-BCAB-B99342A2B6A5}" presName="horz1" presStyleCnt="0"/>
      <dgm:spPr/>
    </dgm:pt>
    <dgm:pt modelId="{43B1E71F-94A6-476F-90B3-CFFECCD5FBF9}" type="pres">
      <dgm:prSet presAssocID="{F5481B45-FB02-4376-BCAB-B99342A2B6A5}" presName="tx1" presStyleLbl="revTx" presStyleIdx="8" presStyleCnt="15"/>
      <dgm:spPr/>
    </dgm:pt>
    <dgm:pt modelId="{AD617D89-8EC7-4FC7-A3F7-4B98A1B8979F}" type="pres">
      <dgm:prSet presAssocID="{F5481B45-FB02-4376-BCAB-B99342A2B6A5}" presName="vert1" presStyleCnt="0"/>
      <dgm:spPr/>
    </dgm:pt>
    <dgm:pt modelId="{7FD78E02-AF40-42C4-81AE-93130EB3C794}" type="pres">
      <dgm:prSet presAssocID="{D7B6A57F-37CF-4D91-BCF3-AC394B245E05}" presName="thickLine" presStyleLbl="alignNode1" presStyleIdx="9" presStyleCnt="15"/>
      <dgm:spPr/>
    </dgm:pt>
    <dgm:pt modelId="{58DB8E7E-2A5E-4EC1-BB49-E2E3724564E3}" type="pres">
      <dgm:prSet presAssocID="{D7B6A57F-37CF-4D91-BCF3-AC394B245E05}" presName="horz1" presStyleCnt="0"/>
      <dgm:spPr/>
    </dgm:pt>
    <dgm:pt modelId="{C301EA98-8E70-4FEA-97AA-579EE5A549CB}" type="pres">
      <dgm:prSet presAssocID="{D7B6A57F-37CF-4D91-BCF3-AC394B245E05}" presName="tx1" presStyleLbl="revTx" presStyleIdx="9" presStyleCnt="15"/>
      <dgm:spPr/>
    </dgm:pt>
    <dgm:pt modelId="{271C28CD-4D92-4A4A-9E00-5753B2327CF8}" type="pres">
      <dgm:prSet presAssocID="{D7B6A57F-37CF-4D91-BCF3-AC394B245E05}" presName="vert1" presStyleCnt="0"/>
      <dgm:spPr/>
    </dgm:pt>
    <dgm:pt modelId="{EDBEA71D-DCE0-4FB4-9A0A-7E6339341F4E}" type="pres">
      <dgm:prSet presAssocID="{93CEDADE-C1C0-4B02-A14E-B331C37E9AFC}" presName="thickLine" presStyleLbl="alignNode1" presStyleIdx="10" presStyleCnt="15"/>
      <dgm:spPr/>
    </dgm:pt>
    <dgm:pt modelId="{020E1CD4-6FA6-4731-8E22-4EE1467C6642}" type="pres">
      <dgm:prSet presAssocID="{93CEDADE-C1C0-4B02-A14E-B331C37E9AFC}" presName="horz1" presStyleCnt="0"/>
      <dgm:spPr/>
    </dgm:pt>
    <dgm:pt modelId="{46165525-9576-410C-B171-25A1B38C310F}" type="pres">
      <dgm:prSet presAssocID="{93CEDADE-C1C0-4B02-A14E-B331C37E9AFC}" presName="tx1" presStyleLbl="revTx" presStyleIdx="10" presStyleCnt="15"/>
      <dgm:spPr/>
    </dgm:pt>
    <dgm:pt modelId="{8FAB6A9C-5C86-4BA8-82A2-1695FAE8B725}" type="pres">
      <dgm:prSet presAssocID="{93CEDADE-C1C0-4B02-A14E-B331C37E9AFC}" presName="vert1" presStyleCnt="0"/>
      <dgm:spPr/>
    </dgm:pt>
    <dgm:pt modelId="{9DDAB048-9772-4083-BE22-6F3B7CEE5B6C}" type="pres">
      <dgm:prSet presAssocID="{E7B8A0C4-ABF7-4E18-B015-290EBCA9D256}" presName="thickLine" presStyleLbl="alignNode1" presStyleIdx="11" presStyleCnt="15"/>
      <dgm:spPr/>
    </dgm:pt>
    <dgm:pt modelId="{6A2CEF31-26D4-49AB-8309-56B70796BF33}" type="pres">
      <dgm:prSet presAssocID="{E7B8A0C4-ABF7-4E18-B015-290EBCA9D256}" presName="horz1" presStyleCnt="0"/>
      <dgm:spPr/>
    </dgm:pt>
    <dgm:pt modelId="{0AC77BD7-54A0-45CD-AD68-668A6BF6234E}" type="pres">
      <dgm:prSet presAssocID="{E7B8A0C4-ABF7-4E18-B015-290EBCA9D256}" presName="tx1" presStyleLbl="revTx" presStyleIdx="11" presStyleCnt="15"/>
      <dgm:spPr/>
    </dgm:pt>
    <dgm:pt modelId="{181E2080-20AC-4D69-A9DB-619E21BD7AA3}" type="pres">
      <dgm:prSet presAssocID="{E7B8A0C4-ABF7-4E18-B015-290EBCA9D256}" presName="vert1" presStyleCnt="0"/>
      <dgm:spPr/>
    </dgm:pt>
    <dgm:pt modelId="{A4F7CCF8-BCAB-49BA-A02C-B366A49DA3D3}" type="pres">
      <dgm:prSet presAssocID="{BCF4D7F3-BCD4-43F1-93D9-8BA86F443B74}" presName="thickLine" presStyleLbl="alignNode1" presStyleIdx="12" presStyleCnt="15"/>
      <dgm:spPr/>
    </dgm:pt>
    <dgm:pt modelId="{9C20F854-A83D-4FD6-9B65-605DAA861710}" type="pres">
      <dgm:prSet presAssocID="{BCF4D7F3-BCD4-43F1-93D9-8BA86F443B74}" presName="horz1" presStyleCnt="0"/>
      <dgm:spPr/>
    </dgm:pt>
    <dgm:pt modelId="{D6C518E4-FDA6-49A5-AF16-BC72CFE0C16F}" type="pres">
      <dgm:prSet presAssocID="{BCF4D7F3-BCD4-43F1-93D9-8BA86F443B74}" presName="tx1" presStyleLbl="revTx" presStyleIdx="12" presStyleCnt="15"/>
      <dgm:spPr/>
    </dgm:pt>
    <dgm:pt modelId="{FC3CD5F5-DF54-4EB7-AB51-0C69BF36CE32}" type="pres">
      <dgm:prSet presAssocID="{BCF4D7F3-BCD4-43F1-93D9-8BA86F443B74}" presName="vert1" presStyleCnt="0"/>
      <dgm:spPr/>
    </dgm:pt>
    <dgm:pt modelId="{D47EF0C1-54E7-4EE9-BD70-27E8C55203E4}" type="pres">
      <dgm:prSet presAssocID="{F206C6DA-4930-453F-8589-52270BC1F76B}" presName="thickLine" presStyleLbl="alignNode1" presStyleIdx="13" presStyleCnt="15"/>
      <dgm:spPr/>
    </dgm:pt>
    <dgm:pt modelId="{F76D07E0-7CC8-4B21-840A-FFB65EF7C5F2}" type="pres">
      <dgm:prSet presAssocID="{F206C6DA-4930-453F-8589-52270BC1F76B}" presName="horz1" presStyleCnt="0"/>
      <dgm:spPr/>
    </dgm:pt>
    <dgm:pt modelId="{E255DF51-CC2E-4B5F-B3F5-64D7057D83EB}" type="pres">
      <dgm:prSet presAssocID="{F206C6DA-4930-453F-8589-52270BC1F76B}" presName="tx1" presStyleLbl="revTx" presStyleIdx="13" presStyleCnt="15"/>
      <dgm:spPr/>
    </dgm:pt>
    <dgm:pt modelId="{A03B2D1A-B041-4A40-BAF4-D5B81C46C853}" type="pres">
      <dgm:prSet presAssocID="{F206C6DA-4930-453F-8589-52270BC1F76B}" presName="vert1" presStyleCnt="0"/>
      <dgm:spPr/>
    </dgm:pt>
    <dgm:pt modelId="{27A5F44A-20F7-412F-B563-EB9C4D01264B}" type="pres">
      <dgm:prSet presAssocID="{F8B7B92A-9116-4D4D-87BF-2B890CCAA8EE}" presName="thickLine" presStyleLbl="alignNode1" presStyleIdx="14" presStyleCnt="15"/>
      <dgm:spPr/>
    </dgm:pt>
    <dgm:pt modelId="{EE55D236-C358-4367-A3AB-B2C4DF1D7473}" type="pres">
      <dgm:prSet presAssocID="{F8B7B92A-9116-4D4D-87BF-2B890CCAA8EE}" presName="horz1" presStyleCnt="0"/>
      <dgm:spPr/>
    </dgm:pt>
    <dgm:pt modelId="{5FA51627-53E9-4C55-AC33-BA0109D57015}" type="pres">
      <dgm:prSet presAssocID="{F8B7B92A-9116-4D4D-87BF-2B890CCAA8EE}" presName="tx1" presStyleLbl="revTx" presStyleIdx="14" presStyleCnt="15"/>
      <dgm:spPr/>
    </dgm:pt>
    <dgm:pt modelId="{C1D3E6C0-ACDA-42E8-B668-3511C219E178}" type="pres">
      <dgm:prSet presAssocID="{F8B7B92A-9116-4D4D-87BF-2B890CCAA8EE}" presName="vert1" presStyleCnt="0"/>
      <dgm:spPr/>
    </dgm:pt>
  </dgm:ptLst>
  <dgm:cxnLst>
    <dgm:cxn modelId="{063FDF0D-AA24-4547-8D1C-816D4D16FE00}" type="presOf" srcId="{D0537826-E9A1-498B-A111-07ED30FB928A}" destId="{349DC4F9-BCDF-4755-85B2-02733559723F}" srcOrd="0" destOrd="0" presId="urn:microsoft.com/office/officeart/2008/layout/LinedList"/>
    <dgm:cxn modelId="{80C1A210-6B03-4258-A239-04B84E9B3385}" type="presOf" srcId="{D7B6A57F-37CF-4D91-BCF3-AC394B245E05}" destId="{C301EA98-8E70-4FEA-97AA-579EE5A549CB}" srcOrd="0" destOrd="0" presId="urn:microsoft.com/office/officeart/2008/layout/LinedList"/>
    <dgm:cxn modelId="{6EFD8925-7709-432E-9799-0FDB90D839D8}" type="presOf" srcId="{F8B7B92A-9116-4D4D-87BF-2B890CCAA8EE}" destId="{5FA51627-53E9-4C55-AC33-BA0109D57015}" srcOrd="0" destOrd="0" presId="urn:microsoft.com/office/officeart/2008/layout/LinedList"/>
    <dgm:cxn modelId="{FD125738-9540-4F75-BA1C-F1540D500390}" type="presOf" srcId="{BDFDE235-6B68-4807-89EE-5F56463805EF}" destId="{C9DA8E5B-6306-4916-8CDA-EB0FF7F682A5}" srcOrd="0" destOrd="0" presId="urn:microsoft.com/office/officeart/2008/layout/LinedList"/>
    <dgm:cxn modelId="{BDBFEF5F-2B3A-45E7-B79A-CFDC7713A98D}" srcId="{D0537826-E9A1-498B-A111-07ED30FB928A}" destId="{C62EA355-726F-4A6A-9B3D-4AAACA490524}" srcOrd="5" destOrd="0" parTransId="{97CE445D-E4F9-4C07-B705-9AFB3FE836DE}" sibTransId="{B7C6669E-9417-4F4B-999E-F40741F51F17}"/>
    <dgm:cxn modelId="{EF1D3848-C24C-4434-8F81-B3B11F155019}" srcId="{D0537826-E9A1-498B-A111-07ED30FB928A}" destId="{D7B6A57F-37CF-4D91-BCF3-AC394B245E05}" srcOrd="9" destOrd="0" parTransId="{8C1E8862-468D-4353-9A9A-E861FA445D6F}" sibTransId="{7882BBFA-5A8F-4FF5-BBE3-49E08F608087}"/>
    <dgm:cxn modelId="{42FDE06A-1DB3-41FE-83AC-C89CF303347A}" srcId="{D0537826-E9A1-498B-A111-07ED30FB928A}" destId="{E7B8A0C4-ABF7-4E18-B015-290EBCA9D256}" srcOrd="11" destOrd="0" parTransId="{9ECFDE9E-C945-4C96-82F2-AD3CC9FA68B5}" sibTransId="{19C65004-5BFD-4A01-ACA4-0281642A8DEA}"/>
    <dgm:cxn modelId="{2C0F496B-69F8-44CD-AA38-CF1F5AFC7BE3}" type="presOf" srcId="{D9925A5F-B911-4284-AF03-206EE02B51DE}" destId="{9EAE883E-3E51-4311-9308-5F13D45A18BF}" srcOrd="0" destOrd="0" presId="urn:microsoft.com/office/officeart/2008/layout/LinedList"/>
    <dgm:cxn modelId="{80CD126F-6436-463F-8DEA-E59D61021A63}" type="presOf" srcId="{F206C6DA-4930-453F-8589-52270BC1F76B}" destId="{E255DF51-CC2E-4B5F-B3F5-64D7057D83EB}" srcOrd="0" destOrd="0" presId="urn:microsoft.com/office/officeart/2008/layout/LinedList"/>
    <dgm:cxn modelId="{1207384F-33C9-4D2D-B9B3-4B47FAFC42B1}" type="presOf" srcId="{C62EA355-726F-4A6A-9B3D-4AAACA490524}" destId="{94C9D679-FC09-4F49-8625-2E4F2905BF3C}" srcOrd="0" destOrd="0" presId="urn:microsoft.com/office/officeart/2008/layout/LinedList"/>
    <dgm:cxn modelId="{6C239D4F-4C0B-4005-B6D4-279ED5D71AE9}" type="presOf" srcId="{D47A6066-37D2-4400-9A2C-FB18E18CCA69}" destId="{F44CC209-3ECB-4237-BB3C-C05BFD0D57DE}" srcOrd="0" destOrd="0" presId="urn:microsoft.com/office/officeart/2008/layout/LinedList"/>
    <dgm:cxn modelId="{1219E371-5AF2-4BD7-B6FF-CA4BFF98B659}" srcId="{D0537826-E9A1-498B-A111-07ED30FB928A}" destId="{BCF4D7F3-BCD4-43F1-93D9-8BA86F443B74}" srcOrd="12" destOrd="0" parTransId="{3B125639-3D46-4A0D-B5A8-D01E86521C53}" sibTransId="{E6C76F62-9B88-4A7A-9555-CED935B81BC8}"/>
    <dgm:cxn modelId="{93AAA859-0A86-4AEF-B07C-8D610E8C070D}" type="presOf" srcId="{8AF53783-7E0D-4C1B-BC01-64401EB0110E}" destId="{741C728B-127C-46EC-8ECF-9ED335BC4AD5}" srcOrd="0" destOrd="0" presId="urn:microsoft.com/office/officeart/2008/layout/LinedList"/>
    <dgm:cxn modelId="{7008437C-1276-4A81-8AF9-1564AB921915}" srcId="{D0537826-E9A1-498B-A111-07ED30FB928A}" destId="{F5481B45-FB02-4376-BCAB-B99342A2B6A5}" srcOrd="8" destOrd="0" parTransId="{6025FC04-A5FE-48DD-9866-055881374089}" sibTransId="{0D3C2097-383D-4FC5-B7F2-9FD873BA6741}"/>
    <dgm:cxn modelId="{A6A22F7E-6B04-4088-8EDE-D3E20E92DCCE}" type="presOf" srcId="{93CEDADE-C1C0-4B02-A14E-B331C37E9AFC}" destId="{46165525-9576-410C-B171-25A1B38C310F}" srcOrd="0" destOrd="0" presId="urn:microsoft.com/office/officeart/2008/layout/LinedList"/>
    <dgm:cxn modelId="{C031437F-1DC0-4162-804A-7688CB275E6E}" srcId="{D0537826-E9A1-498B-A111-07ED30FB928A}" destId="{BDFDE235-6B68-4807-89EE-5F56463805EF}" srcOrd="3" destOrd="0" parTransId="{0B04AAC0-1210-4581-B7C8-C6836881ADC1}" sibTransId="{B6E15039-9FB1-43C2-A73D-027916F6E8A3}"/>
    <dgm:cxn modelId="{B1FC7D7F-6323-4EB2-B4D6-3E4499AB56B1}" srcId="{D0537826-E9A1-498B-A111-07ED30FB928A}" destId="{F206C6DA-4930-453F-8589-52270BC1F76B}" srcOrd="13" destOrd="0" parTransId="{35C4A3E3-972E-438D-AF4A-8B73707D91A7}" sibTransId="{471F4DC2-5814-4C71-84D7-90F9D6A6273C}"/>
    <dgm:cxn modelId="{63E3CC90-7934-4456-B4CE-F4E0941CF2B7}" type="presOf" srcId="{E7B8A0C4-ABF7-4E18-B015-290EBCA9D256}" destId="{0AC77BD7-54A0-45CD-AD68-668A6BF6234E}" srcOrd="0" destOrd="0" presId="urn:microsoft.com/office/officeart/2008/layout/LinedList"/>
    <dgm:cxn modelId="{29EBC69A-08DB-4A1F-ADD1-408033653E18}" srcId="{D0537826-E9A1-498B-A111-07ED30FB928A}" destId="{93CEDADE-C1C0-4B02-A14E-B331C37E9AFC}" srcOrd="10" destOrd="0" parTransId="{F7A67B8F-8B57-4F07-8669-B649ACA3FD5E}" sibTransId="{97E70A7A-788F-454E-8099-D111AA3D28B8}"/>
    <dgm:cxn modelId="{946A599B-B146-4632-9840-C0637D7FEE9E}" type="presOf" srcId="{BCF4D7F3-BCD4-43F1-93D9-8BA86F443B74}" destId="{D6C518E4-FDA6-49A5-AF16-BC72CFE0C16F}" srcOrd="0" destOrd="0" presId="urn:microsoft.com/office/officeart/2008/layout/LinedList"/>
    <dgm:cxn modelId="{7D0DBEA1-6944-44FF-B979-0C91F6D21BD0}" srcId="{D0537826-E9A1-498B-A111-07ED30FB928A}" destId="{D9925A5F-B911-4284-AF03-206EE02B51DE}" srcOrd="7" destOrd="0" parTransId="{42B699B7-EA63-4F19-87E0-A66413A6E6AD}" sibTransId="{BE45ED72-86A8-40A0-81E0-8BD64B133156}"/>
    <dgm:cxn modelId="{674FC3AF-62D4-4713-8A0D-B25F624E673A}" srcId="{D0537826-E9A1-498B-A111-07ED30FB928A}" destId="{F8B7B92A-9116-4D4D-87BF-2B890CCAA8EE}" srcOrd="14" destOrd="0" parTransId="{1A7BF7EF-FCFF-42E8-ABC6-85F51FC7335B}" sibTransId="{BE2FA799-688C-48F6-8AD0-BA505FA0BBB2}"/>
    <dgm:cxn modelId="{A2BE91B5-D153-4F97-AC91-8B66A60CC35D}" type="presOf" srcId="{5E50E1AB-1DD3-4AFC-B2B5-C4349D5626A1}" destId="{DD905FD6-100D-4904-A7C5-2382A4E27FDB}" srcOrd="0" destOrd="0" presId="urn:microsoft.com/office/officeart/2008/layout/LinedList"/>
    <dgm:cxn modelId="{8DF904BB-7F21-4C73-8C94-7E14347991AD}" type="presOf" srcId="{6DFE957F-1077-40DB-BAF5-6269F25FBF4B}" destId="{E5314CDA-47DA-4E2B-A23C-A831E0396BD5}" srcOrd="0" destOrd="0" presId="urn:microsoft.com/office/officeart/2008/layout/LinedList"/>
    <dgm:cxn modelId="{844812C8-98C4-4F6E-8219-5093A8077416}" type="presOf" srcId="{F5481B45-FB02-4376-BCAB-B99342A2B6A5}" destId="{43B1E71F-94A6-476F-90B3-CFFECCD5FBF9}" srcOrd="0" destOrd="0" presId="urn:microsoft.com/office/officeart/2008/layout/LinedList"/>
    <dgm:cxn modelId="{D2ABCBD3-34C8-409F-BA0E-F688AADC1BE0}" srcId="{D0537826-E9A1-498B-A111-07ED30FB928A}" destId="{6DFE957F-1077-40DB-BAF5-6269F25FBF4B}" srcOrd="1" destOrd="0" parTransId="{6B40E39A-CD94-45BA-901D-D8BE9B122EEB}" sibTransId="{3833F153-12EF-473F-A00C-9A4DE31B55A7}"/>
    <dgm:cxn modelId="{39C630DA-628E-4AA8-B105-B0014419F821}" type="presOf" srcId="{1C74C1AA-BE89-4DAF-8BF8-6074894AB22F}" destId="{B396EEC5-E6DE-4641-805A-E1E640A9CE95}" srcOrd="0" destOrd="0" presId="urn:microsoft.com/office/officeart/2008/layout/LinedList"/>
    <dgm:cxn modelId="{A32F94DB-631B-44DA-90C9-5981CDBFCB58}" srcId="{D0537826-E9A1-498B-A111-07ED30FB928A}" destId="{5E50E1AB-1DD3-4AFC-B2B5-C4349D5626A1}" srcOrd="4" destOrd="0" parTransId="{6657EDAD-791E-413E-9D74-84F7EA6884B5}" sibTransId="{95CF2FB5-578E-41AF-9446-457BEE5EFE4A}"/>
    <dgm:cxn modelId="{D936A6E4-9C12-4DED-AF6A-8D81B0DBF77F}" srcId="{D0537826-E9A1-498B-A111-07ED30FB928A}" destId="{8AF53783-7E0D-4C1B-BC01-64401EB0110E}" srcOrd="2" destOrd="0" parTransId="{C245375B-7650-45FE-89F6-A6BB8E9D51F0}" sibTransId="{7476FBB5-29D2-4471-83A4-0932C2AEBEE3}"/>
    <dgm:cxn modelId="{62CEBDE6-9BF9-427B-9DED-617E7EF19CB5}" srcId="{D0537826-E9A1-498B-A111-07ED30FB928A}" destId="{1C74C1AA-BE89-4DAF-8BF8-6074894AB22F}" srcOrd="0" destOrd="0" parTransId="{90F989C3-C17B-4632-8353-8315FFC37F66}" sibTransId="{0167C56E-3CA4-48DB-858F-EEFF4EE14959}"/>
    <dgm:cxn modelId="{648215FD-2975-4385-AE3B-D173E57A5FD6}" srcId="{D0537826-E9A1-498B-A111-07ED30FB928A}" destId="{D47A6066-37D2-4400-9A2C-FB18E18CCA69}" srcOrd="6" destOrd="0" parTransId="{22D7F185-7881-4292-B690-FACC7C9934BF}" sibTransId="{014E26C9-9BAE-4E4B-8FAA-89A88E48DAE3}"/>
    <dgm:cxn modelId="{3AD21565-A884-4CD3-B8F0-85C4D8AC8F6C}" type="presParOf" srcId="{349DC4F9-BCDF-4755-85B2-02733559723F}" destId="{5702DFB7-247D-4D28-B077-5342144133B7}" srcOrd="0" destOrd="0" presId="urn:microsoft.com/office/officeart/2008/layout/LinedList"/>
    <dgm:cxn modelId="{138BD9AD-6872-4FAB-A14D-270E99523C63}" type="presParOf" srcId="{349DC4F9-BCDF-4755-85B2-02733559723F}" destId="{69A6A666-AB0C-477D-9B74-4B5968815DBF}" srcOrd="1" destOrd="0" presId="urn:microsoft.com/office/officeart/2008/layout/LinedList"/>
    <dgm:cxn modelId="{9DF1B160-7E13-4657-A19C-20E49835B3DD}" type="presParOf" srcId="{69A6A666-AB0C-477D-9B74-4B5968815DBF}" destId="{B396EEC5-E6DE-4641-805A-E1E640A9CE95}" srcOrd="0" destOrd="0" presId="urn:microsoft.com/office/officeart/2008/layout/LinedList"/>
    <dgm:cxn modelId="{9B16AE90-CBC8-4C83-9DD2-E8E2279CA71E}" type="presParOf" srcId="{69A6A666-AB0C-477D-9B74-4B5968815DBF}" destId="{5E931A90-4D96-4576-BACD-AEFCB03F481E}" srcOrd="1" destOrd="0" presId="urn:microsoft.com/office/officeart/2008/layout/LinedList"/>
    <dgm:cxn modelId="{4B13C3FE-7FDE-48E5-BE7A-EECCB73A95BA}" type="presParOf" srcId="{349DC4F9-BCDF-4755-85B2-02733559723F}" destId="{85A82A29-80C5-477D-8C31-71D1D8631B13}" srcOrd="2" destOrd="0" presId="urn:microsoft.com/office/officeart/2008/layout/LinedList"/>
    <dgm:cxn modelId="{2310F351-16C2-4082-A184-5325C8A6B44F}" type="presParOf" srcId="{349DC4F9-BCDF-4755-85B2-02733559723F}" destId="{4EE7A4A5-B756-44BB-AF7F-043A130A4B4F}" srcOrd="3" destOrd="0" presId="urn:microsoft.com/office/officeart/2008/layout/LinedList"/>
    <dgm:cxn modelId="{521FCB94-E585-4D61-B788-8034554856F6}" type="presParOf" srcId="{4EE7A4A5-B756-44BB-AF7F-043A130A4B4F}" destId="{E5314CDA-47DA-4E2B-A23C-A831E0396BD5}" srcOrd="0" destOrd="0" presId="urn:microsoft.com/office/officeart/2008/layout/LinedList"/>
    <dgm:cxn modelId="{07B79714-511E-4F2E-B778-C5DFBD850E86}" type="presParOf" srcId="{4EE7A4A5-B756-44BB-AF7F-043A130A4B4F}" destId="{0F7D66F3-28E5-4534-AD01-63E0258E2CC3}" srcOrd="1" destOrd="0" presId="urn:microsoft.com/office/officeart/2008/layout/LinedList"/>
    <dgm:cxn modelId="{3C86806A-7053-44F1-8F5E-508514442899}" type="presParOf" srcId="{349DC4F9-BCDF-4755-85B2-02733559723F}" destId="{77B0C51F-2887-43F6-96B5-3E57EDB75584}" srcOrd="4" destOrd="0" presId="urn:microsoft.com/office/officeart/2008/layout/LinedList"/>
    <dgm:cxn modelId="{A3509305-9339-4363-9976-3EB5009F4F87}" type="presParOf" srcId="{349DC4F9-BCDF-4755-85B2-02733559723F}" destId="{0AE29C35-D2E6-451A-9BA3-1CD8634D12F0}" srcOrd="5" destOrd="0" presId="urn:microsoft.com/office/officeart/2008/layout/LinedList"/>
    <dgm:cxn modelId="{12A7DDE6-6205-448B-8288-13FDFAE36415}" type="presParOf" srcId="{0AE29C35-D2E6-451A-9BA3-1CD8634D12F0}" destId="{741C728B-127C-46EC-8ECF-9ED335BC4AD5}" srcOrd="0" destOrd="0" presId="urn:microsoft.com/office/officeart/2008/layout/LinedList"/>
    <dgm:cxn modelId="{F562A059-81E4-4DFE-9E5E-18F3D065B81A}" type="presParOf" srcId="{0AE29C35-D2E6-451A-9BA3-1CD8634D12F0}" destId="{3024773B-F3CE-4FF6-8F82-7246FB37A930}" srcOrd="1" destOrd="0" presId="urn:microsoft.com/office/officeart/2008/layout/LinedList"/>
    <dgm:cxn modelId="{30C16D71-B0A8-42FE-BD6B-998547B55095}" type="presParOf" srcId="{349DC4F9-BCDF-4755-85B2-02733559723F}" destId="{FB328D0E-9BA0-4897-99DD-8BBE9F7747E6}" srcOrd="6" destOrd="0" presId="urn:microsoft.com/office/officeart/2008/layout/LinedList"/>
    <dgm:cxn modelId="{B391B81D-E9AF-4182-BF85-983E7996D23E}" type="presParOf" srcId="{349DC4F9-BCDF-4755-85B2-02733559723F}" destId="{1C2CEF95-9668-4BFB-84BE-25852377421E}" srcOrd="7" destOrd="0" presId="urn:microsoft.com/office/officeart/2008/layout/LinedList"/>
    <dgm:cxn modelId="{97ABCE3C-A63D-4446-87A9-6E279F75437F}" type="presParOf" srcId="{1C2CEF95-9668-4BFB-84BE-25852377421E}" destId="{C9DA8E5B-6306-4916-8CDA-EB0FF7F682A5}" srcOrd="0" destOrd="0" presId="urn:microsoft.com/office/officeart/2008/layout/LinedList"/>
    <dgm:cxn modelId="{BE694785-E97A-4D34-9AB6-9C64A728BA35}" type="presParOf" srcId="{1C2CEF95-9668-4BFB-84BE-25852377421E}" destId="{DB1DE2BE-DA96-4031-8041-4C9A348698D0}" srcOrd="1" destOrd="0" presId="urn:microsoft.com/office/officeart/2008/layout/LinedList"/>
    <dgm:cxn modelId="{2A4B6CEF-161D-4364-AFE5-9E7BBB2DA8DA}" type="presParOf" srcId="{349DC4F9-BCDF-4755-85B2-02733559723F}" destId="{BAC2ED50-D58B-456A-BA2B-ACFD7F2EA6DD}" srcOrd="8" destOrd="0" presId="urn:microsoft.com/office/officeart/2008/layout/LinedList"/>
    <dgm:cxn modelId="{AAAABA59-230B-4698-B2E9-460F050C3910}" type="presParOf" srcId="{349DC4F9-BCDF-4755-85B2-02733559723F}" destId="{EBF3C63B-57FC-4049-9121-3D3B2C68FEA4}" srcOrd="9" destOrd="0" presId="urn:microsoft.com/office/officeart/2008/layout/LinedList"/>
    <dgm:cxn modelId="{156D802E-D194-4767-80EC-2472330844FE}" type="presParOf" srcId="{EBF3C63B-57FC-4049-9121-3D3B2C68FEA4}" destId="{DD905FD6-100D-4904-A7C5-2382A4E27FDB}" srcOrd="0" destOrd="0" presId="urn:microsoft.com/office/officeart/2008/layout/LinedList"/>
    <dgm:cxn modelId="{91BD51EA-A064-4FB7-89BD-BAE52B08DC1C}" type="presParOf" srcId="{EBF3C63B-57FC-4049-9121-3D3B2C68FEA4}" destId="{ACA6F26F-2DBE-4D92-A1F1-658E357332E1}" srcOrd="1" destOrd="0" presId="urn:microsoft.com/office/officeart/2008/layout/LinedList"/>
    <dgm:cxn modelId="{01AE5883-5133-47E1-A96C-DB2C251A0C26}" type="presParOf" srcId="{349DC4F9-BCDF-4755-85B2-02733559723F}" destId="{30A82A9A-733B-4BBA-B441-F56DAFF7DDD1}" srcOrd="10" destOrd="0" presId="urn:microsoft.com/office/officeart/2008/layout/LinedList"/>
    <dgm:cxn modelId="{313C1A31-6F1F-494E-9D0A-75428E24E6BE}" type="presParOf" srcId="{349DC4F9-BCDF-4755-85B2-02733559723F}" destId="{96922900-6458-4DED-8190-2292F5C4CBDE}" srcOrd="11" destOrd="0" presId="urn:microsoft.com/office/officeart/2008/layout/LinedList"/>
    <dgm:cxn modelId="{CCED2F82-6D97-4F7A-8689-17C0DD95AB59}" type="presParOf" srcId="{96922900-6458-4DED-8190-2292F5C4CBDE}" destId="{94C9D679-FC09-4F49-8625-2E4F2905BF3C}" srcOrd="0" destOrd="0" presId="urn:microsoft.com/office/officeart/2008/layout/LinedList"/>
    <dgm:cxn modelId="{C103F919-917F-44F6-8E4A-285214025DC2}" type="presParOf" srcId="{96922900-6458-4DED-8190-2292F5C4CBDE}" destId="{BC04F510-380D-4CD7-B56A-8363EB0CED17}" srcOrd="1" destOrd="0" presId="urn:microsoft.com/office/officeart/2008/layout/LinedList"/>
    <dgm:cxn modelId="{C016F212-E51B-4FF0-92D5-0360F2BE1EA1}" type="presParOf" srcId="{349DC4F9-BCDF-4755-85B2-02733559723F}" destId="{380E61D7-0AD9-4AC7-930F-EDAFBB9F752C}" srcOrd="12" destOrd="0" presId="urn:microsoft.com/office/officeart/2008/layout/LinedList"/>
    <dgm:cxn modelId="{9DD15A4B-0AFC-4CA7-88D5-48D56A2BE8FF}" type="presParOf" srcId="{349DC4F9-BCDF-4755-85B2-02733559723F}" destId="{DE16C5EB-515C-42D3-84D4-E237942E983A}" srcOrd="13" destOrd="0" presId="urn:microsoft.com/office/officeart/2008/layout/LinedList"/>
    <dgm:cxn modelId="{38F4A4D1-D593-46E6-9101-034A06ED157C}" type="presParOf" srcId="{DE16C5EB-515C-42D3-84D4-E237942E983A}" destId="{F44CC209-3ECB-4237-BB3C-C05BFD0D57DE}" srcOrd="0" destOrd="0" presId="urn:microsoft.com/office/officeart/2008/layout/LinedList"/>
    <dgm:cxn modelId="{8C61C097-C71C-4F3B-98AD-939B08199AC9}" type="presParOf" srcId="{DE16C5EB-515C-42D3-84D4-E237942E983A}" destId="{1F13C755-907C-4886-AE69-290A22450CDF}" srcOrd="1" destOrd="0" presId="urn:microsoft.com/office/officeart/2008/layout/LinedList"/>
    <dgm:cxn modelId="{9C94F515-D545-4250-AED2-3608C76CD6B7}" type="presParOf" srcId="{349DC4F9-BCDF-4755-85B2-02733559723F}" destId="{AC87F5D9-E467-4E50-886C-9C5DBB8F85EB}" srcOrd="14" destOrd="0" presId="urn:microsoft.com/office/officeart/2008/layout/LinedList"/>
    <dgm:cxn modelId="{6988D3CB-09B7-46EA-B395-6FE505B891E0}" type="presParOf" srcId="{349DC4F9-BCDF-4755-85B2-02733559723F}" destId="{64381F96-A2DE-4892-9BF4-7463F017A5A3}" srcOrd="15" destOrd="0" presId="urn:microsoft.com/office/officeart/2008/layout/LinedList"/>
    <dgm:cxn modelId="{85B32830-3C05-48A2-AD35-04AEDFAE9765}" type="presParOf" srcId="{64381F96-A2DE-4892-9BF4-7463F017A5A3}" destId="{9EAE883E-3E51-4311-9308-5F13D45A18BF}" srcOrd="0" destOrd="0" presId="urn:microsoft.com/office/officeart/2008/layout/LinedList"/>
    <dgm:cxn modelId="{6B82EA49-7705-4C24-AB0A-7601EE7D2D49}" type="presParOf" srcId="{64381F96-A2DE-4892-9BF4-7463F017A5A3}" destId="{C06E3FDD-8663-4E3F-96E3-50672364739B}" srcOrd="1" destOrd="0" presId="urn:microsoft.com/office/officeart/2008/layout/LinedList"/>
    <dgm:cxn modelId="{369DF50F-2F3F-4A49-A878-E398CFC43C33}" type="presParOf" srcId="{349DC4F9-BCDF-4755-85B2-02733559723F}" destId="{2B109EED-FED5-4971-9E30-2A363B85E734}" srcOrd="16" destOrd="0" presId="urn:microsoft.com/office/officeart/2008/layout/LinedList"/>
    <dgm:cxn modelId="{B4CAFA5E-A2F8-48CA-A400-5B46A509E540}" type="presParOf" srcId="{349DC4F9-BCDF-4755-85B2-02733559723F}" destId="{BCEC08F9-56EF-48E5-8F4E-1AC2436CEB36}" srcOrd="17" destOrd="0" presId="urn:microsoft.com/office/officeart/2008/layout/LinedList"/>
    <dgm:cxn modelId="{34EC4FE6-FB1E-40C6-A74E-168376880C78}" type="presParOf" srcId="{BCEC08F9-56EF-48E5-8F4E-1AC2436CEB36}" destId="{43B1E71F-94A6-476F-90B3-CFFECCD5FBF9}" srcOrd="0" destOrd="0" presId="urn:microsoft.com/office/officeart/2008/layout/LinedList"/>
    <dgm:cxn modelId="{1D193BBD-5B65-4971-BA7A-6DEA0CE7083B}" type="presParOf" srcId="{BCEC08F9-56EF-48E5-8F4E-1AC2436CEB36}" destId="{AD617D89-8EC7-4FC7-A3F7-4B98A1B8979F}" srcOrd="1" destOrd="0" presId="urn:microsoft.com/office/officeart/2008/layout/LinedList"/>
    <dgm:cxn modelId="{4277785E-4243-40CB-BB7A-BDC8E61603F0}" type="presParOf" srcId="{349DC4F9-BCDF-4755-85B2-02733559723F}" destId="{7FD78E02-AF40-42C4-81AE-93130EB3C794}" srcOrd="18" destOrd="0" presId="urn:microsoft.com/office/officeart/2008/layout/LinedList"/>
    <dgm:cxn modelId="{4D472079-42CA-42C1-99BC-6C37A1FC2AC5}" type="presParOf" srcId="{349DC4F9-BCDF-4755-85B2-02733559723F}" destId="{58DB8E7E-2A5E-4EC1-BB49-E2E3724564E3}" srcOrd="19" destOrd="0" presId="urn:microsoft.com/office/officeart/2008/layout/LinedList"/>
    <dgm:cxn modelId="{3F7962D3-E92E-45B8-8057-CABD8F1E2E1E}" type="presParOf" srcId="{58DB8E7E-2A5E-4EC1-BB49-E2E3724564E3}" destId="{C301EA98-8E70-4FEA-97AA-579EE5A549CB}" srcOrd="0" destOrd="0" presId="urn:microsoft.com/office/officeart/2008/layout/LinedList"/>
    <dgm:cxn modelId="{A6D85B32-85DD-4048-AF07-BD66150434CC}" type="presParOf" srcId="{58DB8E7E-2A5E-4EC1-BB49-E2E3724564E3}" destId="{271C28CD-4D92-4A4A-9E00-5753B2327CF8}" srcOrd="1" destOrd="0" presId="urn:microsoft.com/office/officeart/2008/layout/LinedList"/>
    <dgm:cxn modelId="{318CD00B-31CE-4E7C-9114-C046EFD356E1}" type="presParOf" srcId="{349DC4F9-BCDF-4755-85B2-02733559723F}" destId="{EDBEA71D-DCE0-4FB4-9A0A-7E6339341F4E}" srcOrd="20" destOrd="0" presId="urn:microsoft.com/office/officeart/2008/layout/LinedList"/>
    <dgm:cxn modelId="{7DF29CFD-D33C-4A4B-AD78-D891C7A11FA4}" type="presParOf" srcId="{349DC4F9-BCDF-4755-85B2-02733559723F}" destId="{020E1CD4-6FA6-4731-8E22-4EE1467C6642}" srcOrd="21" destOrd="0" presId="urn:microsoft.com/office/officeart/2008/layout/LinedList"/>
    <dgm:cxn modelId="{AF1F772A-4407-4B7E-ADB7-393BBECCF150}" type="presParOf" srcId="{020E1CD4-6FA6-4731-8E22-4EE1467C6642}" destId="{46165525-9576-410C-B171-25A1B38C310F}" srcOrd="0" destOrd="0" presId="urn:microsoft.com/office/officeart/2008/layout/LinedList"/>
    <dgm:cxn modelId="{B855D808-78A2-4903-8CC0-EC2D420D4FF8}" type="presParOf" srcId="{020E1CD4-6FA6-4731-8E22-4EE1467C6642}" destId="{8FAB6A9C-5C86-4BA8-82A2-1695FAE8B725}" srcOrd="1" destOrd="0" presId="urn:microsoft.com/office/officeart/2008/layout/LinedList"/>
    <dgm:cxn modelId="{B59DCFA4-29AF-428A-AF47-24D3107E7F7D}" type="presParOf" srcId="{349DC4F9-BCDF-4755-85B2-02733559723F}" destId="{9DDAB048-9772-4083-BE22-6F3B7CEE5B6C}" srcOrd="22" destOrd="0" presId="urn:microsoft.com/office/officeart/2008/layout/LinedList"/>
    <dgm:cxn modelId="{FE52FB80-0776-479C-8300-80EC057B749E}" type="presParOf" srcId="{349DC4F9-BCDF-4755-85B2-02733559723F}" destId="{6A2CEF31-26D4-49AB-8309-56B70796BF33}" srcOrd="23" destOrd="0" presId="urn:microsoft.com/office/officeart/2008/layout/LinedList"/>
    <dgm:cxn modelId="{740542B2-8012-4C13-9679-0AEB7929FC01}" type="presParOf" srcId="{6A2CEF31-26D4-49AB-8309-56B70796BF33}" destId="{0AC77BD7-54A0-45CD-AD68-668A6BF6234E}" srcOrd="0" destOrd="0" presId="urn:microsoft.com/office/officeart/2008/layout/LinedList"/>
    <dgm:cxn modelId="{A33CE681-2022-43C1-80AE-D2F7DB33E633}" type="presParOf" srcId="{6A2CEF31-26D4-49AB-8309-56B70796BF33}" destId="{181E2080-20AC-4D69-A9DB-619E21BD7AA3}" srcOrd="1" destOrd="0" presId="urn:microsoft.com/office/officeart/2008/layout/LinedList"/>
    <dgm:cxn modelId="{A36BE13E-78FA-43F1-8942-025B3C5B8C8F}" type="presParOf" srcId="{349DC4F9-BCDF-4755-85B2-02733559723F}" destId="{A4F7CCF8-BCAB-49BA-A02C-B366A49DA3D3}" srcOrd="24" destOrd="0" presId="urn:microsoft.com/office/officeart/2008/layout/LinedList"/>
    <dgm:cxn modelId="{E378ED33-DB8A-4040-9A99-261A1BF1E54D}" type="presParOf" srcId="{349DC4F9-BCDF-4755-85B2-02733559723F}" destId="{9C20F854-A83D-4FD6-9B65-605DAA861710}" srcOrd="25" destOrd="0" presId="urn:microsoft.com/office/officeart/2008/layout/LinedList"/>
    <dgm:cxn modelId="{86C4CF29-B211-441A-A5E9-0F6351933296}" type="presParOf" srcId="{9C20F854-A83D-4FD6-9B65-605DAA861710}" destId="{D6C518E4-FDA6-49A5-AF16-BC72CFE0C16F}" srcOrd="0" destOrd="0" presId="urn:microsoft.com/office/officeart/2008/layout/LinedList"/>
    <dgm:cxn modelId="{057E72EB-D7F4-4E2C-9217-A0E9542FBDDA}" type="presParOf" srcId="{9C20F854-A83D-4FD6-9B65-605DAA861710}" destId="{FC3CD5F5-DF54-4EB7-AB51-0C69BF36CE32}" srcOrd="1" destOrd="0" presId="urn:microsoft.com/office/officeart/2008/layout/LinedList"/>
    <dgm:cxn modelId="{16342A53-D5F5-4AEF-B53D-BD736D80C6F0}" type="presParOf" srcId="{349DC4F9-BCDF-4755-85B2-02733559723F}" destId="{D47EF0C1-54E7-4EE9-BD70-27E8C55203E4}" srcOrd="26" destOrd="0" presId="urn:microsoft.com/office/officeart/2008/layout/LinedList"/>
    <dgm:cxn modelId="{CE0478C5-09D7-48CD-AA9F-1B3DCB837A8B}" type="presParOf" srcId="{349DC4F9-BCDF-4755-85B2-02733559723F}" destId="{F76D07E0-7CC8-4B21-840A-FFB65EF7C5F2}" srcOrd="27" destOrd="0" presId="urn:microsoft.com/office/officeart/2008/layout/LinedList"/>
    <dgm:cxn modelId="{E4ECE166-9AA0-4F7B-8C12-E626D84BFAA1}" type="presParOf" srcId="{F76D07E0-7CC8-4B21-840A-FFB65EF7C5F2}" destId="{E255DF51-CC2E-4B5F-B3F5-64D7057D83EB}" srcOrd="0" destOrd="0" presId="urn:microsoft.com/office/officeart/2008/layout/LinedList"/>
    <dgm:cxn modelId="{587D5579-CD31-4C0A-A564-BAD5BC8595C2}" type="presParOf" srcId="{F76D07E0-7CC8-4B21-840A-FFB65EF7C5F2}" destId="{A03B2D1A-B041-4A40-BAF4-D5B81C46C853}" srcOrd="1" destOrd="0" presId="urn:microsoft.com/office/officeart/2008/layout/LinedList"/>
    <dgm:cxn modelId="{1FE57B3B-D322-4185-B7D4-B557CAB2962D}" type="presParOf" srcId="{349DC4F9-BCDF-4755-85B2-02733559723F}" destId="{27A5F44A-20F7-412F-B563-EB9C4D01264B}" srcOrd="28" destOrd="0" presId="urn:microsoft.com/office/officeart/2008/layout/LinedList"/>
    <dgm:cxn modelId="{6691C3E3-A1CB-4DF5-9344-6E4ECC0505BC}" type="presParOf" srcId="{349DC4F9-BCDF-4755-85B2-02733559723F}" destId="{EE55D236-C358-4367-A3AB-B2C4DF1D7473}" srcOrd="29" destOrd="0" presId="urn:microsoft.com/office/officeart/2008/layout/LinedList"/>
    <dgm:cxn modelId="{3687F268-D1F3-451A-9544-D6D3CE559AFC}" type="presParOf" srcId="{EE55D236-C358-4367-A3AB-B2C4DF1D7473}" destId="{5FA51627-53E9-4C55-AC33-BA0109D57015}" srcOrd="0" destOrd="0" presId="urn:microsoft.com/office/officeart/2008/layout/LinedList"/>
    <dgm:cxn modelId="{C9354F39-AF7D-4098-AB40-D1941147CEAC}" type="presParOf" srcId="{EE55D236-C358-4367-A3AB-B2C4DF1D7473}" destId="{C1D3E6C0-ACDA-42E8-B668-3511C219E17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817FF6D-DE2C-4BCA-94B9-EDFE2B3EB9FD}" type="doc">
      <dgm:prSet loTypeId="urn:microsoft.com/office/officeart/2018/2/layout/IconVerticalSolidList" loCatId="icon" qsTypeId="urn:microsoft.com/office/officeart/2005/8/quickstyle/simple1#71" qsCatId="simple" csTypeId="urn:microsoft.com/office/officeart/2005/8/colors/accent1_2#64" csCatId="accent1" phldr="1"/>
      <dgm:spPr/>
      <dgm:t>
        <a:bodyPr/>
        <a:lstStyle/>
        <a:p>
          <a:endParaRPr lang="en-US"/>
        </a:p>
      </dgm:t>
    </dgm:pt>
    <dgm:pt modelId="{F7AC7ED7-F2CC-4CC5-9397-771868BA97C6}">
      <dgm:prSet/>
      <dgm:spPr/>
      <dgm:t>
        <a:bodyPr/>
        <a:lstStyle/>
        <a:p>
          <a:pPr>
            <a:lnSpc>
              <a:spcPct val="100000"/>
            </a:lnSpc>
          </a:pPr>
          <a:r>
            <a:rPr lang="en-IN"/>
            <a:t>Encryption at rest protects stored files, but the data should also be protected while it moves across the network.</a:t>
          </a:r>
          <a:endParaRPr lang="en-US"/>
        </a:p>
      </dgm:t>
    </dgm:pt>
    <dgm:pt modelId="{68AFBAF0-FBCC-4938-8939-F55FE9BAD0D6}" type="parTrans" cxnId="{DE97110B-0830-4B3A-87D6-D455C568F1A0}">
      <dgm:prSet/>
      <dgm:spPr/>
      <dgm:t>
        <a:bodyPr/>
        <a:lstStyle/>
        <a:p>
          <a:endParaRPr lang="en-US"/>
        </a:p>
      </dgm:t>
    </dgm:pt>
    <dgm:pt modelId="{AC06677F-D429-4328-913A-E11DEC88C517}" type="sibTrans" cxnId="{DE97110B-0830-4B3A-87D6-D455C568F1A0}">
      <dgm:prSet/>
      <dgm:spPr/>
      <dgm:t>
        <a:bodyPr/>
        <a:lstStyle/>
        <a:p>
          <a:endParaRPr lang="en-US"/>
        </a:p>
      </dgm:t>
    </dgm:pt>
    <dgm:pt modelId="{16923D12-6AE8-4A21-B507-1F532244EB80}">
      <dgm:prSet/>
      <dgm:spPr/>
      <dgm:t>
        <a:bodyPr/>
        <a:lstStyle/>
        <a:p>
          <a:pPr>
            <a:lnSpc>
              <a:spcPct val="100000"/>
            </a:lnSpc>
          </a:pPr>
          <a:r>
            <a:rPr lang="en-IN" b="1"/>
            <a:t>Encryption in transit uses SSL/TLS</a:t>
          </a:r>
          <a:r>
            <a:rPr lang="en-IN"/>
            <a:t>, which is normally provided through HTTPS. </a:t>
          </a:r>
          <a:endParaRPr lang="en-US"/>
        </a:p>
      </dgm:t>
    </dgm:pt>
    <dgm:pt modelId="{D5758D28-3D5C-4A6E-A604-11A3C622775B}" type="parTrans" cxnId="{1673B40D-E5D2-4142-A75A-0CD1A014BE39}">
      <dgm:prSet/>
      <dgm:spPr/>
      <dgm:t>
        <a:bodyPr/>
        <a:lstStyle/>
        <a:p>
          <a:endParaRPr lang="en-US"/>
        </a:p>
      </dgm:t>
    </dgm:pt>
    <dgm:pt modelId="{58CA94C0-F21A-423F-9FCF-B52A626CC1E0}" type="sibTrans" cxnId="{1673B40D-E5D2-4142-A75A-0CD1A014BE39}">
      <dgm:prSet/>
      <dgm:spPr/>
      <dgm:t>
        <a:bodyPr/>
        <a:lstStyle/>
        <a:p>
          <a:endParaRPr lang="en-US"/>
        </a:p>
      </dgm:t>
    </dgm:pt>
    <dgm:pt modelId="{DDB2CA88-6FCB-4CC4-8127-F3E814A87295}">
      <dgm:prSet/>
      <dgm:spPr/>
      <dgm:t>
        <a:bodyPr/>
        <a:lstStyle/>
        <a:p>
          <a:pPr>
            <a:lnSpc>
              <a:spcPct val="100000"/>
            </a:lnSpc>
          </a:pPr>
          <a:r>
            <a:rPr lang="en-IN"/>
            <a:t>S3 supports both HTTP and HTTPS endpoints, but HTTPS provides encryption while the data is moving between the client and S3. </a:t>
          </a:r>
          <a:endParaRPr lang="en-US"/>
        </a:p>
      </dgm:t>
    </dgm:pt>
    <dgm:pt modelId="{BF54F786-B6AE-41DD-ACF1-7317E601C887}" type="parTrans" cxnId="{D614B795-27FC-4B1B-96D9-56FB55EF3DF2}">
      <dgm:prSet/>
      <dgm:spPr/>
      <dgm:t>
        <a:bodyPr/>
        <a:lstStyle/>
        <a:p>
          <a:endParaRPr lang="en-US"/>
        </a:p>
      </dgm:t>
    </dgm:pt>
    <dgm:pt modelId="{1FB5A1E8-83DE-49D8-978C-EC9A409150E6}" type="sibTrans" cxnId="{D614B795-27FC-4B1B-96D9-56FB55EF3DF2}">
      <dgm:prSet/>
      <dgm:spPr/>
      <dgm:t>
        <a:bodyPr/>
        <a:lstStyle/>
        <a:p>
          <a:endParaRPr lang="en-US"/>
        </a:p>
      </dgm:t>
    </dgm:pt>
    <dgm:pt modelId="{F37897BF-141F-4DB0-B6DD-60302C9F6615}">
      <dgm:prSet/>
      <dgm:spPr/>
      <dgm:t>
        <a:bodyPr/>
        <a:lstStyle/>
        <a:p>
          <a:pPr>
            <a:lnSpc>
              <a:spcPct val="100000"/>
            </a:lnSpc>
          </a:pPr>
          <a:r>
            <a:rPr lang="en-IN"/>
            <a:t>The course recommends HTTPS and notes that it is required when using SSE-C. </a:t>
          </a:r>
          <a:endParaRPr lang="en-US"/>
        </a:p>
      </dgm:t>
    </dgm:pt>
    <dgm:pt modelId="{90863521-A1C5-4325-93B8-AF36939DAB63}" type="parTrans" cxnId="{23621BAB-7410-4C55-8020-F5A671EE9E2C}">
      <dgm:prSet/>
      <dgm:spPr/>
      <dgm:t>
        <a:bodyPr/>
        <a:lstStyle/>
        <a:p>
          <a:endParaRPr lang="en-US"/>
        </a:p>
      </dgm:t>
    </dgm:pt>
    <dgm:pt modelId="{C6E9E25B-05C4-424D-B375-EE6F2602D37D}" type="sibTrans" cxnId="{23621BAB-7410-4C55-8020-F5A671EE9E2C}">
      <dgm:prSet/>
      <dgm:spPr/>
      <dgm:t>
        <a:bodyPr/>
        <a:lstStyle/>
        <a:p>
          <a:endParaRPr lang="en-US"/>
        </a:p>
      </dgm:t>
    </dgm:pt>
    <dgm:pt modelId="{1CBF4D93-DF5B-46D2-90A0-8DC918B85986}">
      <dgm:prSet/>
      <dgm:spPr/>
      <dgm:t>
        <a:bodyPr/>
        <a:lstStyle/>
        <a:p>
          <a:pPr>
            <a:lnSpc>
              <a:spcPct val="100000"/>
            </a:lnSpc>
          </a:pPr>
          <a:r>
            <a:rPr lang="en-IN" b="1"/>
            <a:t>Easy Difference</a:t>
          </a:r>
          <a:endParaRPr lang="en-US"/>
        </a:p>
      </dgm:t>
    </dgm:pt>
    <dgm:pt modelId="{F7FC23EC-A2BA-4786-8C6E-10B5A6B84B75}" type="parTrans" cxnId="{C33BBD43-AD20-4DF4-84ED-D80DBFD153BC}">
      <dgm:prSet/>
      <dgm:spPr/>
      <dgm:t>
        <a:bodyPr/>
        <a:lstStyle/>
        <a:p>
          <a:endParaRPr lang="en-US"/>
        </a:p>
      </dgm:t>
    </dgm:pt>
    <dgm:pt modelId="{DF72455E-F2D4-42FE-9089-AD18397D2465}" type="sibTrans" cxnId="{C33BBD43-AD20-4DF4-84ED-D80DBFD153BC}">
      <dgm:prSet/>
      <dgm:spPr/>
      <dgm:t>
        <a:bodyPr/>
        <a:lstStyle/>
        <a:p>
          <a:endParaRPr lang="en-US"/>
        </a:p>
      </dgm:t>
    </dgm:pt>
    <dgm:pt modelId="{918BDE36-C809-4475-9C07-C20E5787D993}">
      <dgm:prSet/>
      <dgm:spPr/>
      <dgm:t>
        <a:bodyPr/>
        <a:lstStyle/>
        <a:p>
          <a:pPr>
            <a:lnSpc>
              <a:spcPct val="100000"/>
            </a:lnSpc>
          </a:pPr>
          <a:r>
            <a:rPr lang="en-IN" b="1"/>
            <a:t>Encryption at rest:</a:t>
          </a:r>
          <a:r>
            <a:rPr lang="en-IN"/>
            <a:t> protects the file while it is stored.</a:t>
          </a:r>
          <a:endParaRPr lang="en-US"/>
        </a:p>
      </dgm:t>
    </dgm:pt>
    <dgm:pt modelId="{3E088491-A3C4-4396-9153-1E8FDD5D0557}" type="parTrans" cxnId="{5BBCDB1A-6789-4B35-B186-63E76E87292C}">
      <dgm:prSet/>
      <dgm:spPr/>
      <dgm:t>
        <a:bodyPr/>
        <a:lstStyle/>
        <a:p>
          <a:endParaRPr lang="en-US"/>
        </a:p>
      </dgm:t>
    </dgm:pt>
    <dgm:pt modelId="{56CFDA5C-21D7-40CA-8768-D79D32146A6F}" type="sibTrans" cxnId="{5BBCDB1A-6789-4B35-B186-63E76E87292C}">
      <dgm:prSet/>
      <dgm:spPr/>
      <dgm:t>
        <a:bodyPr/>
        <a:lstStyle/>
        <a:p>
          <a:endParaRPr lang="en-US"/>
        </a:p>
      </dgm:t>
    </dgm:pt>
    <dgm:pt modelId="{B7368CA2-46C5-4026-8EE6-08A6710406BD}">
      <dgm:prSet/>
      <dgm:spPr/>
      <dgm:t>
        <a:bodyPr/>
        <a:lstStyle/>
        <a:p>
          <a:pPr>
            <a:lnSpc>
              <a:spcPct val="100000"/>
            </a:lnSpc>
          </a:pPr>
          <a:r>
            <a:rPr lang="en-IN" b="1"/>
            <a:t>Encryption in transit:</a:t>
          </a:r>
          <a:r>
            <a:rPr lang="en-IN"/>
            <a:t> protects the file while it is traveling between systems.</a:t>
          </a:r>
          <a:endParaRPr lang="en-US"/>
        </a:p>
      </dgm:t>
    </dgm:pt>
    <dgm:pt modelId="{4EE4B5FD-5A0F-45E0-B2FE-5303D1FBAFCB}" type="parTrans" cxnId="{6CA5F3FD-79E4-41ED-A544-9D392BD0CCCC}">
      <dgm:prSet/>
      <dgm:spPr/>
      <dgm:t>
        <a:bodyPr/>
        <a:lstStyle/>
        <a:p>
          <a:endParaRPr lang="en-US"/>
        </a:p>
      </dgm:t>
    </dgm:pt>
    <dgm:pt modelId="{B95B2A7B-51EE-446E-B037-278A24DFDECD}" type="sibTrans" cxnId="{6CA5F3FD-79E4-41ED-A544-9D392BD0CCCC}">
      <dgm:prSet/>
      <dgm:spPr/>
      <dgm:t>
        <a:bodyPr/>
        <a:lstStyle/>
        <a:p>
          <a:endParaRPr lang="en-US"/>
        </a:p>
      </dgm:t>
    </dgm:pt>
    <dgm:pt modelId="{D3E4F8F2-BE0A-4F90-A2C0-C364D0DF4818}">
      <dgm:prSet/>
      <dgm:spPr/>
      <dgm:t>
        <a:bodyPr/>
        <a:lstStyle/>
        <a:p>
          <a:pPr>
            <a:lnSpc>
              <a:spcPct val="100000"/>
            </a:lnSpc>
          </a:pPr>
          <a:r>
            <a:rPr lang="en-IN"/>
            <a:t>A secure GenAI data pipeline usually needs both kinds of protection.</a:t>
          </a:r>
          <a:endParaRPr lang="en-US"/>
        </a:p>
      </dgm:t>
    </dgm:pt>
    <dgm:pt modelId="{51167049-59D2-4BC6-9546-46EDF9D283DD}" type="parTrans" cxnId="{0DA14705-999C-4EB1-9061-4B737C31748F}">
      <dgm:prSet/>
      <dgm:spPr/>
      <dgm:t>
        <a:bodyPr/>
        <a:lstStyle/>
        <a:p>
          <a:endParaRPr lang="en-US"/>
        </a:p>
      </dgm:t>
    </dgm:pt>
    <dgm:pt modelId="{E9EF9939-952B-4AFB-89F5-002C128C5217}" type="sibTrans" cxnId="{0DA14705-999C-4EB1-9061-4B737C31748F}">
      <dgm:prSet/>
      <dgm:spPr/>
      <dgm:t>
        <a:bodyPr/>
        <a:lstStyle/>
        <a:p>
          <a:endParaRPr lang="en-US"/>
        </a:p>
      </dgm:t>
    </dgm:pt>
    <dgm:pt modelId="{682CF8F1-B958-4613-83BB-61860C23ED0E}" type="pres">
      <dgm:prSet presAssocID="{F817FF6D-DE2C-4BCA-94B9-EDFE2B3EB9FD}" presName="root" presStyleCnt="0">
        <dgm:presLayoutVars>
          <dgm:dir/>
          <dgm:resizeHandles val="exact"/>
        </dgm:presLayoutVars>
      </dgm:prSet>
      <dgm:spPr/>
    </dgm:pt>
    <dgm:pt modelId="{750A2401-3705-49AA-A818-6E0CA399FC72}" type="pres">
      <dgm:prSet presAssocID="{F7AC7ED7-F2CC-4CC5-9397-771868BA97C6}" presName="compNode" presStyleCnt="0"/>
      <dgm:spPr/>
    </dgm:pt>
    <dgm:pt modelId="{09A52E80-3E5B-47A8-A134-CA1AAA4892BA}" type="pres">
      <dgm:prSet presAssocID="{F7AC7ED7-F2CC-4CC5-9397-771868BA97C6}" presName="bgRect" presStyleLbl="bgShp" presStyleIdx="0" presStyleCnt="8"/>
      <dgm:spPr/>
    </dgm:pt>
    <dgm:pt modelId="{1EE581AD-B643-4F5E-BF97-8F45AF349BC0}" type="pres">
      <dgm:prSet presAssocID="{F7AC7ED7-F2CC-4CC5-9397-771868BA97C6}" presName="iconRect" presStyleLbl="node1" presStyleIdx="0"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Lock"/>
        </a:ext>
      </dgm:extLst>
    </dgm:pt>
    <dgm:pt modelId="{489C1A10-A4CB-4C52-895A-B8A499656C2A}" type="pres">
      <dgm:prSet presAssocID="{F7AC7ED7-F2CC-4CC5-9397-771868BA97C6}" presName="spaceRect" presStyleCnt="0"/>
      <dgm:spPr/>
    </dgm:pt>
    <dgm:pt modelId="{5D71F7DA-42D2-4E97-B5B1-9D8D25331B27}" type="pres">
      <dgm:prSet presAssocID="{F7AC7ED7-F2CC-4CC5-9397-771868BA97C6}" presName="parTx" presStyleLbl="revTx" presStyleIdx="0" presStyleCnt="8">
        <dgm:presLayoutVars>
          <dgm:chMax val="0"/>
          <dgm:chPref val="0"/>
        </dgm:presLayoutVars>
      </dgm:prSet>
      <dgm:spPr/>
    </dgm:pt>
    <dgm:pt modelId="{177489BA-122A-4B62-A15E-36BFC8EFE6EF}" type="pres">
      <dgm:prSet presAssocID="{AC06677F-D429-4328-913A-E11DEC88C517}" presName="sibTrans" presStyleCnt="0"/>
      <dgm:spPr/>
    </dgm:pt>
    <dgm:pt modelId="{EAED8411-267F-4D3C-88AD-3D0616692B77}" type="pres">
      <dgm:prSet presAssocID="{16923D12-6AE8-4A21-B507-1F532244EB80}" presName="compNode" presStyleCnt="0"/>
      <dgm:spPr/>
    </dgm:pt>
    <dgm:pt modelId="{DAFD9BB6-449E-4002-B69A-11337DD4BB39}" type="pres">
      <dgm:prSet presAssocID="{16923D12-6AE8-4A21-B507-1F532244EB80}" presName="bgRect" presStyleLbl="bgShp" presStyleIdx="1" presStyleCnt="8"/>
      <dgm:spPr/>
    </dgm:pt>
    <dgm:pt modelId="{01CA9677-98FB-4389-B5E2-791E5CFE0588}" type="pres">
      <dgm:prSet presAssocID="{16923D12-6AE8-4A21-B507-1F532244EB80}" presName="iconRect" presStyleLbl="node1" presStyleIdx="1"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nlock"/>
        </a:ext>
      </dgm:extLst>
    </dgm:pt>
    <dgm:pt modelId="{81B5F7C7-5463-4201-A75A-CF59697913EC}" type="pres">
      <dgm:prSet presAssocID="{16923D12-6AE8-4A21-B507-1F532244EB80}" presName="spaceRect" presStyleCnt="0"/>
      <dgm:spPr/>
    </dgm:pt>
    <dgm:pt modelId="{F1551ABB-E4CF-4D5A-A6AD-84E7A75AF4DD}" type="pres">
      <dgm:prSet presAssocID="{16923D12-6AE8-4A21-B507-1F532244EB80}" presName="parTx" presStyleLbl="revTx" presStyleIdx="1" presStyleCnt="8">
        <dgm:presLayoutVars>
          <dgm:chMax val="0"/>
          <dgm:chPref val="0"/>
        </dgm:presLayoutVars>
      </dgm:prSet>
      <dgm:spPr/>
    </dgm:pt>
    <dgm:pt modelId="{D6907FEF-2CB4-4BF2-8CFE-8956C0FDE440}" type="pres">
      <dgm:prSet presAssocID="{58CA94C0-F21A-423F-9FCF-B52A626CC1E0}" presName="sibTrans" presStyleCnt="0"/>
      <dgm:spPr/>
    </dgm:pt>
    <dgm:pt modelId="{1E5C3363-BE3C-4357-9116-4B446603E539}" type="pres">
      <dgm:prSet presAssocID="{DDB2CA88-6FCB-4CC4-8127-F3E814A87295}" presName="compNode" presStyleCnt="0"/>
      <dgm:spPr/>
    </dgm:pt>
    <dgm:pt modelId="{FBB31528-8419-49CC-A71E-BFC1C01B82A6}" type="pres">
      <dgm:prSet presAssocID="{DDB2CA88-6FCB-4CC4-8127-F3E814A87295}" presName="bgRect" presStyleLbl="bgShp" presStyleIdx="2" presStyleCnt="8"/>
      <dgm:spPr/>
    </dgm:pt>
    <dgm:pt modelId="{CBDA3D36-717F-49BE-8E9C-67008BA57E1D}" type="pres">
      <dgm:prSet presAssocID="{DDB2CA88-6FCB-4CC4-8127-F3E814A87295}" presName="iconRect" presStyleLbl="node1" presStyleIdx="2"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rocessor"/>
        </a:ext>
      </dgm:extLst>
    </dgm:pt>
    <dgm:pt modelId="{09827FF8-3EE3-492A-8B57-3664DC61FA60}" type="pres">
      <dgm:prSet presAssocID="{DDB2CA88-6FCB-4CC4-8127-F3E814A87295}" presName="spaceRect" presStyleCnt="0"/>
      <dgm:spPr/>
    </dgm:pt>
    <dgm:pt modelId="{C45092D7-E1A7-41B2-A79E-69F1219B2101}" type="pres">
      <dgm:prSet presAssocID="{DDB2CA88-6FCB-4CC4-8127-F3E814A87295}" presName="parTx" presStyleLbl="revTx" presStyleIdx="2" presStyleCnt="8">
        <dgm:presLayoutVars>
          <dgm:chMax val="0"/>
          <dgm:chPref val="0"/>
        </dgm:presLayoutVars>
      </dgm:prSet>
      <dgm:spPr/>
    </dgm:pt>
    <dgm:pt modelId="{D8CA722F-A9F3-4E2A-BE44-7FD8AF883333}" type="pres">
      <dgm:prSet presAssocID="{1FB5A1E8-83DE-49D8-978C-EC9A409150E6}" presName="sibTrans" presStyleCnt="0"/>
      <dgm:spPr/>
    </dgm:pt>
    <dgm:pt modelId="{7EF9F7F8-188A-452F-BF1F-682E77F65677}" type="pres">
      <dgm:prSet presAssocID="{F37897BF-141F-4DB0-B6DD-60302C9F6615}" presName="compNode" presStyleCnt="0"/>
      <dgm:spPr/>
    </dgm:pt>
    <dgm:pt modelId="{3AA4A254-4E15-4E72-8D4B-737D18E1E492}" type="pres">
      <dgm:prSet presAssocID="{F37897BF-141F-4DB0-B6DD-60302C9F6615}" presName="bgRect" presStyleLbl="bgShp" presStyleIdx="3" presStyleCnt="8"/>
      <dgm:spPr/>
    </dgm:pt>
    <dgm:pt modelId="{F4C870C7-AF04-4F68-A2B6-612A5305FD46}" type="pres">
      <dgm:prSet presAssocID="{F37897BF-141F-4DB0-B6DD-60302C9F6615}" presName="iconRect" presStyleLbl="node1" presStyleIdx="3"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rowser Window"/>
        </a:ext>
      </dgm:extLst>
    </dgm:pt>
    <dgm:pt modelId="{746D0F74-93AF-464A-B535-F48CC8EED92D}" type="pres">
      <dgm:prSet presAssocID="{F37897BF-141F-4DB0-B6DD-60302C9F6615}" presName="spaceRect" presStyleCnt="0"/>
      <dgm:spPr/>
    </dgm:pt>
    <dgm:pt modelId="{357EB87B-D296-4251-A43C-F5254B397276}" type="pres">
      <dgm:prSet presAssocID="{F37897BF-141F-4DB0-B6DD-60302C9F6615}" presName="parTx" presStyleLbl="revTx" presStyleIdx="3" presStyleCnt="8">
        <dgm:presLayoutVars>
          <dgm:chMax val="0"/>
          <dgm:chPref val="0"/>
        </dgm:presLayoutVars>
      </dgm:prSet>
      <dgm:spPr/>
    </dgm:pt>
    <dgm:pt modelId="{FFC51E4E-B49F-4A48-9A55-3BDD009EB4E0}" type="pres">
      <dgm:prSet presAssocID="{C6E9E25B-05C4-424D-B375-EE6F2602D37D}" presName="sibTrans" presStyleCnt="0"/>
      <dgm:spPr/>
    </dgm:pt>
    <dgm:pt modelId="{43D1094A-02DD-4B7B-A58E-AD92CC4C2424}" type="pres">
      <dgm:prSet presAssocID="{1CBF4D93-DF5B-46D2-90A0-8DC918B85986}" presName="compNode" presStyleCnt="0"/>
      <dgm:spPr/>
    </dgm:pt>
    <dgm:pt modelId="{D21210D7-398D-476E-9B5B-0DA9877A91A5}" type="pres">
      <dgm:prSet presAssocID="{1CBF4D93-DF5B-46D2-90A0-8DC918B85986}" presName="bgRect" presStyleLbl="bgShp" presStyleIdx="4" presStyleCnt="8"/>
      <dgm:spPr/>
    </dgm:pt>
    <dgm:pt modelId="{12B0156B-75B6-4D5F-8022-7DD7A8B262D0}" type="pres">
      <dgm:prSet presAssocID="{1CBF4D93-DF5B-46D2-90A0-8DC918B85986}" presName="iconRect" presStyleLbl="node1" presStyleIdx="4"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Checkmark"/>
        </a:ext>
      </dgm:extLst>
    </dgm:pt>
    <dgm:pt modelId="{97EC283E-4426-4159-ACE6-B007987DFD80}" type="pres">
      <dgm:prSet presAssocID="{1CBF4D93-DF5B-46D2-90A0-8DC918B85986}" presName="spaceRect" presStyleCnt="0"/>
      <dgm:spPr/>
    </dgm:pt>
    <dgm:pt modelId="{07CC44CC-94D6-4287-92FA-5D46F6748650}" type="pres">
      <dgm:prSet presAssocID="{1CBF4D93-DF5B-46D2-90A0-8DC918B85986}" presName="parTx" presStyleLbl="revTx" presStyleIdx="4" presStyleCnt="8">
        <dgm:presLayoutVars>
          <dgm:chMax val="0"/>
          <dgm:chPref val="0"/>
        </dgm:presLayoutVars>
      </dgm:prSet>
      <dgm:spPr/>
    </dgm:pt>
    <dgm:pt modelId="{53074874-3A9F-46A0-A15F-EAC2FE7AFD5F}" type="pres">
      <dgm:prSet presAssocID="{DF72455E-F2D4-42FE-9089-AD18397D2465}" presName="sibTrans" presStyleCnt="0"/>
      <dgm:spPr/>
    </dgm:pt>
    <dgm:pt modelId="{339C31EC-A542-49A8-92EE-D1E38F0C6E81}" type="pres">
      <dgm:prSet presAssocID="{918BDE36-C809-4475-9C07-C20E5787D993}" presName="compNode" presStyleCnt="0"/>
      <dgm:spPr/>
    </dgm:pt>
    <dgm:pt modelId="{475C5E22-1C2A-4317-AD50-9B6A07C4D9EE}" type="pres">
      <dgm:prSet presAssocID="{918BDE36-C809-4475-9C07-C20E5787D993}" presName="bgRect" presStyleLbl="bgShp" presStyleIdx="5" presStyleCnt="8"/>
      <dgm:spPr/>
    </dgm:pt>
    <dgm:pt modelId="{D58C628B-A22F-4DDF-AF80-E71D8DAD2709}" type="pres">
      <dgm:prSet presAssocID="{918BDE36-C809-4475-9C07-C20E5787D993}" presName="iconRect" presStyleLbl="node1" presStyleIdx="5"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afe"/>
        </a:ext>
      </dgm:extLst>
    </dgm:pt>
    <dgm:pt modelId="{1B2D4468-EAB2-4160-859B-A160494812D6}" type="pres">
      <dgm:prSet presAssocID="{918BDE36-C809-4475-9C07-C20E5787D993}" presName="spaceRect" presStyleCnt="0"/>
      <dgm:spPr/>
    </dgm:pt>
    <dgm:pt modelId="{50A85A14-D1A5-4A08-AE75-192753E41A18}" type="pres">
      <dgm:prSet presAssocID="{918BDE36-C809-4475-9C07-C20E5787D993}" presName="parTx" presStyleLbl="revTx" presStyleIdx="5" presStyleCnt="8">
        <dgm:presLayoutVars>
          <dgm:chMax val="0"/>
          <dgm:chPref val="0"/>
        </dgm:presLayoutVars>
      </dgm:prSet>
      <dgm:spPr/>
    </dgm:pt>
    <dgm:pt modelId="{8EACA0A2-571F-4871-BE31-4CF29730D551}" type="pres">
      <dgm:prSet presAssocID="{56CFDA5C-21D7-40CA-8768-D79D32146A6F}" presName="sibTrans" presStyleCnt="0"/>
      <dgm:spPr/>
    </dgm:pt>
    <dgm:pt modelId="{AC3FBB15-195B-479C-B268-48C34E6D72A2}" type="pres">
      <dgm:prSet presAssocID="{B7368CA2-46C5-4026-8EE6-08A6710406BD}" presName="compNode" presStyleCnt="0"/>
      <dgm:spPr/>
    </dgm:pt>
    <dgm:pt modelId="{52601C65-A617-4E7F-BEF5-5408DB346074}" type="pres">
      <dgm:prSet presAssocID="{B7368CA2-46C5-4026-8EE6-08A6710406BD}" presName="bgRect" presStyleLbl="bgShp" presStyleIdx="6" presStyleCnt="8"/>
      <dgm:spPr/>
    </dgm:pt>
    <dgm:pt modelId="{8464400D-5FB6-463C-91F7-7FCEA3F0BB7C}" type="pres">
      <dgm:prSet presAssocID="{B7368CA2-46C5-4026-8EE6-08A6710406BD}" presName="iconRect" presStyleLbl="node1" presStyleIdx="6"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Key"/>
        </a:ext>
      </dgm:extLst>
    </dgm:pt>
    <dgm:pt modelId="{B8363BEC-6F2E-48BB-ACB1-C403DE22B9CF}" type="pres">
      <dgm:prSet presAssocID="{B7368CA2-46C5-4026-8EE6-08A6710406BD}" presName="spaceRect" presStyleCnt="0"/>
      <dgm:spPr/>
    </dgm:pt>
    <dgm:pt modelId="{1503773D-B467-4BF8-8E16-6E6CDA4A7B21}" type="pres">
      <dgm:prSet presAssocID="{B7368CA2-46C5-4026-8EE6-08A6710406BD}" presName="parTx" presStyleLbl="revTx" presStyleIdx="6" presStyleCnt="8">
        <dgm:presLayoutVars>
          <dgm:chMax val="0"/>
          <dgm:chPref val="0"/>
        </dgm:presLayoutVars>
      </dgm:prSet>
      <dgm:spPr/>
    </dgm:pt>
    <dgm:pt modelId="{A1A3A346-9BD2-42C4-BBAF-63E2C66524F1}" type="pres">
      <dgm:prSet presAssocID="{B95B2A7B-51EE-446E-B037-278A24DFDECD}" presName="sibTrans" presStyleCnt="0"/>
      <dgm:spPr/>
    </dgm:pt>
    <dgm:pt modelId="{AAF645C2-BB9C-4245-B2FC-0B411CA79C37}" type="pres">
      <dgm:prSet presAssocID="{D3E4F8F2-BE0A-4F90-A2C0-C364D0DF4818}" presName="compNode" presStyleCnt="0"/>
      <dgm:spPr/>
    </dgm:pt>
    <dgm:pt modelId="{2796B523-A7D4-4B42-94EE-8069D7BFD771}" type="pres">
      <dgm:prSet presAssocID="{D3E4F8F2-BE0A-4F90-A2C0-C364D0DF4818}" presName="bgRect" presStyleLbl="bgShp" presStyleIdx="7" presStyleCnt="8"/>
      <dgm:spPr/>
    </dgm:pt>
    <dgm:pt modelId="{4B599895-F78D-4422-A605-D1FE0EB1356D}" type="pres">
      <dgm:prSet presAssocID="{D3E4F8F2-BE0A-4F90-A2C0-C364D0DF4818}" presName="iconRect" presStyleLbl="node1" presStyleIdx="7"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ecurity Camera Sign"/>
        </a:ext>
      </dgm:extLst>
    </dgm:pt>
    <dgm:pt modelId="{25AD5DFC-4EA1-4C77-BA4E-58F428BAFABC}" type="pres">
      <dgm:prSet presAssocID="{D3E4F8F2-BE0A-4F90-A2C0-C364D0DF4818}" presName="spaceRect" presStyleCnt="0"/>
      <dgm:spPr/>
    </dgm:pt>
    <dgm:pt modelId="{159745AC-4A41-47FC-9BA6-21AFAADECCE2}" type="pres">
      <dgm:prSet presAssocID="{D3E4F8F2-BE0A-4F90-A2C0-C364D0DF4818}" presName="parTx" presStyleLbl="revTx" presStyleIdx="7" presStyleCnt="8">
        <dgm:presLayoutVars>
          <dgm:chMax val="0"/>
          <dgm:chPref val="0"/>
        </dgm:presLayoutVars>
      </dgm:prSet>
      <dgm:spPr/>
    </dgm:pt>
  </dgm:ptLst>
  <dgm:cxnLst>
    <dgm:cxn modelId="{0DA14705-999C-4EB1-9061-4B737C31748F}" srcId="{F817FF6D-DE2C-4BCA-94B9-EDFE2B3EB9FD}" destId="{D3E4F8F2-BE0A-4F90-A2C0-C364D0DF4818}" srcOrd="7" destOrd="0" parTransId="{51167049-59D2-4BC6-9546-46EDF9D283DD}" sibTransId="{E9EF9939-952B-4AFB-89F5-002C128C5217}"/>
    <dgm:cxn modelId="{DE97110B-0830-4B3A-87D6-D455C568F1A0}" srcId="{F817FF6D-DE2C-4BCA-94B9-EDFE2B3EB9FD}" destId="{F7AC7ED7-F2CC-4CC5-9397-771868BA97C6}" srcOrd="0" destOrd="0" parTransId="{68AFBAF0-FBCC-4938-8939-F55FE9BAD0D6}" sibTransId="{AC06677F-D429-4328-913A-E11DEC88C517}"/>
    <dgm:cxn modelId="{1673B40D-E5D2-4142-A75A-0CD1A014BE39}" srcId="{F817FF6D-DE2C-4BCA-94B9-EDFE2B3EB9FD}" destId="{16923D12-6AE8-4A21-B507-1F532244EB80}" srcOrd="1" destOrd="0" parTransId="{D5758D28-3D5C-4A6E-A604-11A3C622775B}" sibTransId="{58CA94C0-F21A-423F-9FCF-B52A626CC1E0}"/>
    <dgm:cxn modelId="{5BBCDB1A-6789-4B35-B186-63E76E87292C}" srcId="{F817FF6D-DE2C-4BCA-94B9-EDFE2B3EB9FD}" destId="{918BDE36-C809-4475-9C07-C20E5787D993}" srcOrd="5" destOrd="0" parTransId="{3E088491-A3C4-4396-9153-1E8FDD5D0557}" sibTransId="{56CFDA5C-21D7-40CA-8768-D79D32146A6F}"/>
    <dgm:cxn modelId="{2C8BB022-4184-4CFA-891F-23D50D8B6054}" type="presOf" srcId="{1CBF4D93-DF5B-46D2-90A0-8DC918B85986}" destId="{07CC44CC-94D6-4287-92FA-5D46F6748650}" srcOrd="0" destOrd="0" presId="urn:microsoft.com/office/officeart/2018/2/layout/IconVerticalSolidList"/>
    <dgm:cxn modelId="{B26FA128-9E86-4209-B42D-E7A5E283711E}" type="presOf" srcId="{F817FF6D-DE2C-4BCA-94B9-EDFE2B3EB9FD}" destId="{682CF8F1-B958-4613-83BB-61860C23ED0E}" srcOrd="0" destOrd="0" presId="urn:microsoft.com/office/officeart/2018/2/layout/IconVerticalSolidList"/>
    <dgm:cxn modelId="{39052531-467D-4E1E-9D61-6B151D6940D4}" type="presOf" srcId="{D3E4F8F2-BE0A-4F90-A2C0-C364D0DF4818}" destId="{159745AC-4A41-47FC-9BA6-21AFAADECCE2}" srcOrd="0" destOrd="0" presId="urn:microsoft.com/office/officeart/2018/2/layout/IconVerticalSolidList"/>
    <dgm:cxn modelId="{F7C9C134-063E-41ED-9707-54E3424319F4}" type="presOf" srcId="{DDB2CA88-6FCB-4CC4-8127-F3E814A87295}" destId="{C45092D7-E1A7-41B2-A79E-69F1219B2101}" srcOrd="0" destOrd="0" presId="urn:microsoft.com/office/officeart/2018/2/layout/IconVerticalSolidList"/>
    <dgm:cxn modelId="{C33BBD43-AD20-4DF4-84ED-D80DBFD153BC}" srcId="{F817FF6D-DE2C-4BCA-94B9-EDFE2B3EB9FD}" destId="{1CBF4D93-DF5B-46D2-90A0-8DC918B85986}" srcOrd="4" destOrd="0" parTransId="{F7FC23EC-A2BA-4786-8C6E-10B5A6B84B75}" sibTransId="{DF72455E-F2D4-42FE-9089-AD18397D2465}"/>
    <dgm:cxn modelId="{CEDDF074-F465-4C72-A410-018445C2EA0E}" type="presOf" srcId="{918BDE36-C809-4475-9C07-C20E5787D993}" destId="{50A85A14-D1A5-4A08-AE75-192753E41A18}" srcOrd="0" destOrd="0" presId="urn:microsoft.com/office/officeart/2018/2/layout/IconVerticalSolidList"/>
    <dgm:cxn modelId="{D6241A8C-A26E-4C38-BB48-F6A9536C5078}" type="presOf" srcId="{F37897BF-141F-4DB0-B6DD-60302C9F6615}" destId="{357EB87B-D296-4251-A43C-F5254B397276}" srcOrd="0" destOrd="0" presId="urn:microsoft.com/office/officeart/2018/2/layout/IconVerticalSolidList"/>
    <dgm:cxn modelId="{D614B795-27FC-4B1B-96D9-56FB55EF3DF2}" srcId="{F817FF6D-DE2C-4BCA-94B9-EDFE2B3EB9FD}" destId="{DDB2CA88-6FCB-4CC4-8127-F3E814A87295}" srcOrd="2" destOrd="0" parTransId="{BF54F786-B6AE-41DD-ACF1-7317E601C887}" sibTransId="{1FB5A1E8-83DE-49D8-978C-EC9A409150E6}"/>
    <dgm:cxn modelId="{45538A97-6601-4568-94EF-7B03D1D87909}" type="presOf" srcId="{B7368CA2-46C5-4026-8EE6-08A6710406BD}" destId="{1503773D-B467-4BF8-8E16-6E6CDA4A7B21}" srcOrd="0" destOrd="0" presId="urn:microsoft.com/office/officeart/2018/2/layout/IconVerticalSolidList"/>
    <dgm:cxn modelId="{23621BAB-7410-4C55-8020-F5A671EE9E2C}" srcId="{F817FF6D-DE2C-4BCA-94B9-EDFE2B3EB9FD}" destId="{F37897BF-141F-4DB0-B6DD-60302C9F6615}" srcOrd="3" destOrd="0" parTransId="{90863521-A1C5-4325-93B8-AF36939DAB63}" sibTransId="{C6E9E25B-05C4-424D-B375-EE6F2602D37D}"/>
    <dgm:cxn modelId="{15B2F3B0-C9D1-4C1E-B341-96D25BD898E9}" type="presOf" srcId="{16923D12-6AE8-4A21-B507-1F532244EB80}" destId="{F1551ABB-E4CF-4D5A-A6AD-84E7A75AF4DD}" srcOrd="0" destOrd="0" presId="urn:microsoft.com/office/officeart/2018/2/layout/IconVerticalSolidList"/>
    <dgm:cxn modelId="{369945DB-2C7C-444A-909A-B4A395EA2837}" type="presOf" srcId="{F7AC7ED7-F2CC-4CC5-9397-771868BA97C6}" destId="{5D71F7DA-42D2-4E97-B5B1-9D8D25331B27}" srcOrd="0" destOrd="0" presId="urn:microsoft.com/office/officeart/2018/2/layout/IconVerticalSolidList"/>
    <dgm:cxn modelId="{6CA5F3FD-79E4-41ED-A544-9D392BD0CCCC}" srcId="{F817FF6D-DE2C-4BCA-94B9-EDFE2B3EB9FD}" destId="{B7368CA2-46C5-4026-8EE6-08A6710406BD}" srcOrd="6" destOrd="0" parTransId="{4EE4B5FD-5A0F-45E0-B2FE-5303D1FBAFCB}" sibTransId="{B95B2A7B-51EE-446E-B037-278A24DFDECD}"/>
    <dgm:cxn modelId="{1C29C5DC-35FD-4C69-AE6C-3B22F52FB1C0}" type="presParOf" srcId="{682CF8F1-B958-4613-83BB-61860C23ED0E}" destId="{750A2401-3705-49AA-A818-6E0CA399FC72}" srcOrd="0" destOrd="0" presId="urn:microsoft.com/office/officeart/2018/2/layout/IconVerticalSolidList"/>
    <dgm:cxn modelId="{BF258F6C-967C-4E98-92DA-6639E3D03F96}" type="presParOf" srcId="{750A2401-3705-49AA-A818-6E0CA399FC72}" destId="{09A52E80-3E5B-47A8-A134-CA1AAA4892BA}" srcOrd="0" destOrd="0" presId="urn:microsoft.com/office/officeart/2018/2/layout/IconVerticalSolidList"/>
    <dgm:cxn modelId="{725185B8-F13D-4948-ADB0-55C6826936EC}" type="presParOf" srcId="{750A2401-3705-49AA-A818-6E0CA399FC72}" destId="{1EE581AD-B643-4F5E-BF97-8F45AF349BC0}" srcOrd="1" destOrd="0" presId="urn:microsoft.com/office/officeart/2018/2/layout/IconVerticalSolidList"/>
    <dgm:cxn modelId="{1BFE5314-1157-4361-9FE1-D0AAC3D0BD54}" type="presParOf" srcId="{750A2401-3705-49AA-A818-6E0CA399FC72}" destId="{489C1A10-A4CB-4C52-895A-B8A499656C2A}" srcOrd="2" destOrd="0" presId="urn:microsoft.com/office/officeart/2018/2/layout/IconVerticalSolidList"/>
    <dgm:cxn modelId="{8FCC6F91-2D5F-44DA-B70D-FD039BD3FF5A}" type="presParOf" srcId="{750A2401-3705-49AA-A818-6E0CA399FC72}" destId="{5D71F7DA-42D2-4E97-B5B1-9D8D25331B27}" srcOrd="3" destOrd="0" presId="urn:microsoft.com/office/officeart/2018/2/layout/IconVerticalSolidList"/>
    <dgm:cxn modelId="{9A66C984-FD0C-4420-A807-79DB524EA2CA}" type="presParOf" srcId="{682CF8F1-B958-4613-83BB-61860C23ED0E}" destId="{177489BA-122A-4B62-A15E-36BFC8EFE6EF}" srcOrd="1" destOrd="0" presId="urn:microsoft.com/office/officeart/2018/2/layout/IconVerticalSolidList"/>
    <dgm:cxn modelId="{9FBD9567-C4C7-4608-AA84-B7E464874A12}" type="presParOf" srcId="{682CF8F1-B958-4613-83BB-61860C23ED0E}" destId="{EAED8411-267F-4D3C-88AD-3D0616692B77}" srcOrd="2" destOrd="0" presId="urn:microsoft.com/office/officeart/2018/2/layout/IconVerticalSolidList"/>
    <dgm:cxn modelId="{B769C6AF-498C-4DFD-A56F-612CFA24A5AB}" type="presParOf" srcId="{EAED8411-267F-4D3C-88AD-3D0616692B77}" destId="{DAFD9BB6-449E-4002-B69A-11337DD4BB39}" srcOrd="0" destOrd="0" presId="urn:microsoft.com/office/officeart/2018/2/layout/IconVerticalSolidList"/>
    <dgm:cxn modelId="{6C12F189-7CBA-434E-81E8-F3EE9FD1F78E}" type="presParOf" srcId="{EAED8411-267F-4D3C-88AD-3D0616692B77}" destId="{01CA9677-98FB-4389-B5E2-791E5CFE0588}" srcOrd="1" destOrd="0" presId="urn:microsoft.com/office/officeart/2018/2/layout/IconVerticalSolidList"/>
    <dgm:cxn modelId="{BD7DC24F-575D-452E-B042-97995E5E297F}" type="presParOf" srcId="{EAED8411-267F-4D3C-88AD-3D0616692B77}" destId="{81B5F7C7-5463-4201-A75A-CF59697913EC}" srcOrd="2" destOrd="0" presId="urn:microsoft.com/office/officeart/2018/2/layout/IconVerticalSolidList"/>
    <dgm:cxn modelId="{838D5217-6D98-4CA1-A91B-39AF6FD71A5B}" type="presParOf" srcId="{EAED8411-267F-4D3C-88AD-3D0616692B77}" destId="{F1551ABB-E4CF-4D5A-A6AD-84E7A75AF4DD}" srcOrd="3" destOrd="0" presId="urn:microsoft.com/office/officeart/2018/2/layout/IconVerticalSolidList"/>
    <dgm:cxn modelId="{A7E661F5-D384-4666-B96F-76505CD91875}" type="presParOf" srcId="{682CF8F1-B958-4613-83BB-61860C23ED0E}" destId="{D6907FEF-2CB4-4BF2-8CFE-8956C0FDE440}" srcOrd="3" destOrd="0" presId="urn:microsoft.com/office/officeart/2018/2/layout/IconVerticalSolidList"/>
    <dgm:cxn modelId="{8C081DDF-9486-444B-8782-DACB06F74E38}" type="presParOf" srcId="{682CF8F1-B958-4613-83BB-61860C23ED0E}" destId="{1E5C3363-BE3C-4357-9116-4B446603E539}" srcOrd="4" destOrd="0" presId="urn:microsoft.com/office/officeart/2018/2/layout/IconVerticalSolidList"/>
    <dgm:cxn modelId="{2A93B36D-6555-4CFA-A528-FCC5933A13C7}" type="presParOf" srcId="{1E5C3363-BE3C-4357-9116-4B446603E539}" destId="{FBB31528-8419-49CC-A71E-BFC1C01B82A6}" srcOrd="0" destOrd="0" presId="urn:microsoft.com/office/officeart/2018/2/layout/IconVerticalSolidList"/>
    <dgm:cxn modelId="{4211B7A1-A859-4180-A0CA-9619D12C2F17}" type="presParOf" srcId="{1E5C3363-BE3C-4357-9116-4B446603E539}" destId="{CBDA3D36-717F-49BE-8E9C-67008BA57E1D}" srcOrd="1" destOrd="0" presId="urn:microsoft.com/office/officeart/2018/2/layout/IconVerticalSolidList"/>
    <dgm:cxn modelId="{939A4E40-9F80-45F3-9772-74FBB5F3E4FF}" type="presParOf" srcId="{1E5C3363-BE3C-4357-9116-4B446603E539}" destId="{09827FF8-3EE3-492A-8B57-3664DC61FA60}" srcOrd="2" destOrd="0" presId="urn:microsoft.com/office/officeart/2018/2/layout/IconVerticalSolidList"/>
    <dgm:cxn modelId="{DB423560-607F-4424-88C0-EB6E14540F41}" type="presParOf" srcId="{1E5C3363-BE3C-4357-9116-4B446603E539}" destId="{C45092D7-E1A7-41B2-A79E-69F1219B2101}" srcOrd="3" destOrd="0" presId="urn:microsoft.com/office/officeart/2018/2/layout/IconVerticalSolidList"/>
    <dgm:cxn modelId="{080AAD8C-A921-4B11-8BBD-771EE9C72555}" type="presParOf" srcId="{682CF8F1-B958-4613-83BB-61860C23ED0E}" destId="{D8CA722F-A9F3-4E2A-BE44-7FD8AF883333}" srcOrd="5" destOrd="0" presId="urn:microsoft.com/office/officeart/2018/2/layout/IconVerticalSolidList"/>
    <dgm:cxn modelId="{D6B3DA20-D861-48B9-8171-850D21DA1823}" type="presParOf" srcId="{682CF8F1-B958-4613-83BB-61860C23ED0E}" destId="{7EF9F7F8-188A-452F-BF1F-682E77F65677}" srcOrd="6" destOrd="0" presId="urn:microsoft.com/office/officeart/2018/2/layout/IconVerticalSolidList"/>
    <dgm:cxn modelId="{9D58902C-04C1-4DE2-A5C7-0F4FD7A93758}" type="presParOf" srcId="{7EF9F7F8-188A-452F-BF1F-682E77F65677}" destId="{3AA4A254-4E15-4E72-8D4B-737D18E1E492}" srcOrd="0" destOrd="0" presId="urn:microsoft.com/office/officeart/2018/2/layout/IconVerticalSolidList"/>
    <dgm:cxn modelId="{14ED88C9-EDF8-49CA-AB34-5D9534A3AA2A}" type="presParOf" srcId="{7EF9F7F8-188A-452F-BF1F-682E77F65677}" destId="{F4C870C7-AF04-4F68-A2B6-612A5305FD46}" srcOrd="1" destOrd="0" presId="urn:microsoft.com/office/officeart/2018/2/layout/IconVerticalSolidList"/>
    <dgm:cxn modelId="{16C5AD84-FC4D-4288-BFD1-80A013DCA76D}" type="presParOf" srcId="{7EF9F7F8-188A-452F-BF1F-682E77F65677}" destId="{746D0F74-93AF-464A-B535-F48CC8EED92D}" srcOrd="2" destOrd="0" presId="urn:microsoft.com/office/officeart/2018/2/layout/IconVerticalSolidList"/>
    <dgm:cxn modelId="{E7B0163A-AE48-45D4-8C93-F5677A0FBD00}" type="presParOf" srcId="{7EF9F7F8-188A-452F-BF1F-682E77F65677}" destId="{357EB87B-D296-4251-A43C-F5254B397276}" srcOrd="3" destOrd="0" presId="urn:microsoft.com/office/officeart/2018/2/layout/IconVerticalSolidList"/>
    <dgm:cxn modelId="{48D7DDD5-598E-42C8-9A89-1D69B39335D5}" type="presParOf" srcId="{682CF8F1-B958-4613-83BB-61860C23ED0E}" destId="{FFC51E4E-B49F-4A48-9A55-3BDD009EB4E0}" srcOrd="7" destOrd="0" presId="urn:microsoft.com/office/officeart/2018/2/layout/IconVerticalSolidList"/>
    <dgm:cxn modelId="{03D6D24C-B1D3-4014-A2F2-2FB127026096}" type="presParOf" srcId="{682CF8F1-B958-4613-83BB-61860C23ED0E}" destId="{43D1094A-02DD-4B7B-A58E-AD92CC4C2424}" srcOrd="8" destOrd="0" presId="urn:microsoft.com/office/officeart/2018/2/layout/IconVerticalSolidList"/>
    <dgm:cxn modelId="{684E4EFC-024B-4E92-A904-5A394CEE8D1B}" type="presParOf" srcId="{43D1094A-02DD-4B7B-A58E-AD92CC4C2424}" destId="{D21210D7-398D-476E-9B5B-0DA9877A91A5}" srcOrd="0" destOrd="0" presId="urn:microsoft.com/office/officeart/2018/2/layout/IconVerticalSolidList"/>
    <dgm:cxn modelId="{397783CA-2EC2-4719-B5A6-1FAE7E3D83E2}" type="presParOf" srcId="{43D1094A-02DD-4B7B-A58E-AD92CC4C2424}" destId="{12B0156B-75B6-4D5F-8022-7DD7A8B262D0}" srcOrd="1" destOrd="0" presId="urn:microsoft.com/office/officeart/2018/2/layout/IconVerticalSolidList"/>
    <dgm:cxn modelId="{3D5F5778-4986-4542-AE3D-D25068BA2196}" type="presParOf" srcId="{43D1094A-02DD-4B7B-A58E-AD92CC4C2424}" destId="{97EC283E-4426-4159-ACE6-B007987DFD80}" srcOrd="2" destOrd="0" presId="urn:microsoft.com/office/officeart/2018/2/layout/IconVerticalSolidList"/>
    <dgm:cxn modelId="{24658865-CE44-4D2F-BD5F-1217CB9BE204}" type="presParOf" srcId="{43D1094A-02DD-4B7B-A58E-AD92CC4C2424}" destId="{07CC44CC-94D6-4287-92FA-5D46F6748650}" srcOrd="3" destOrd="0" presId="urn:microsoft.com/office/officeart/2018/2/layout/IconVerticalSolidList"/>
    <dgm:cxn modelId="{0AA4BCAA-B923-423A-A71B-0AF17CD9D5BF}" type="presParOf" srcId="{682CF8F1-B958-4613-83BB-61860C23ED0E}" destId="{53074874-3A9F-46A0-A15F-EAC2FE7AFD5F}" srcOrd="9" destOrd="0" presId="urn:microsoft.com/office/officeart/2018/2/layout/IconVerticalSolidList"/>
    <dgm:cxn modelId="{A635007D-5C05-4D13-BBD9-AA662044CAD0}" type="presParOf" srcId="{682CF8F1-B958-4613-83BB-61860C23ED0E}" destId="{339C31EC-A542-49A8-92EE-D1E38F0C6E81}" srcOrd="10" destOrd="0" presId="urn:microsoft.com/office/officeart/2018/2/layout/IconVerticalSolidList"/>
    <dgm:cxn modelId="{F1F2FE2C-4047-475A-B277-A6CAE8B80E0E}" type="presParOf" srcId="{339C31EC-A542-49A8-92EE-D1E38F0C6E81}" destId="{475C5E22-1C2A-4317-AD50-9B6A07C4D9EE}" srcOrd="0" destOrd="0" presId="urn:microsoft.com/office/officeart/2018/2/layout/IconVerticalSolidList"/>
    <dgm:cxn modelId="{CFC50231-3C3A-4031-8D9A-4C45B6DEB18C}" type="presParOf" srcId="{339C31EC-A542-49A8-92EE-D1E38F0C6E81}" destId="{D58C628B-A22F-4DDF-AF80-E71D8DAD2709}" srcOrd="1" destOrd="0" presId="urn:microsoft.com/office/officeart/2018/2/layout/IconVerticalSolidList"/>
    <dgm:cxn modelId="{E4D77839-55B7-468C-9ACA-013E2A5CB240}" type="presParOf" srcId="{339C31EC-A542-49A8-92EE-D1E38F0C6E81}" destId="{1B2D4468-EAB2-4160-859B-A160494812D6}" srcOrd="2" destOrd="0" presId="urn:microsoft.com/office/officeart/2018/2/layout/IconVerticalSolidList"/>
    <dgm:cxn modelId="{633B2D53-B095-4482-BB0F-2B1FF67404FD}" type="presParOf" srcId="{339C31EC-A542-49A8-92EE-D1E38F0C6E81}" destId="{50A85A14-D1A5-4A08-AE75-192753E41A18}" srcOrd="3" destOrd="0" presId="urn:microsoft.com/office/officeart/2018/2/layout/IconVerticalSolidList"/>
    <dgm:cxn modelId="{456395B9-DA6B-4C1E-815D-896C80AE9A44}" type="presParOf" srcId="{682CF8F1-B958-4613-83BB-61860C23ED0E}" destId="{8EACA0A2-571F-4871-BE31-4CF29730D551}" srcOrd="11" destOrd="0" presId="urn:microsoft.com/office/officeart/2018/2/layout/IconVerticalSolidList"/>
    <dgm:cxn modelId="{8D16FD15-1247-4966-85B0-0D9FCCE648B3}" type="presParOf" srcId="{682CF8F1-B958-4613-83BB-61860C23ED0E}" destId="{AC3FBB15-195B-479C-B268-48C34E6D72A2}" srcOrd="12" destOrd="0" presId="urn:microsoft.com/office/officeart/2018/2/layout/IconVerticalSolidList"/>
    <dgm:cxn modelId="{A0E6A2D1-08D3-4816-BEF9-187AF8004871}" type="presParOf" srcId="{AC3FBB15-195B-479C-B268-48C34E6D72A2}" destId="{52601C65-A617-4E7F-BEF5-5408DB346074}" srcOrd="0" destOrd="0" presId="urn:microsoft.com/office/officeart/2018/2/layout/IconVerticalSolidList"/>
    <dgm:cxn modelId="{C6FAA9B7-91A3-4C71-A0EA-C0C645976CFE}" type="presParOf" srcId="{AC3FBB15-195B-479C-B268-48C34E6D72A2}" destId="{8464400D-5FB6-463C-91F7-7FCEA3F0BB7C}" srcOrd="1" destOrd="0" presId="urn:microsoft.com/office/officeart/2018/2/layout/IconVerticalSolidList"/>
    <dgm:cxn modelId="{E31EC035-8F4B-4A20-8545-17270B9EE586}" type="presParOf" srcId="{AC3FBB15-195B-479C-B268-48C34E6D72A2}" destId="{B8363BEC-6F2E-48BB-ACB1-C403DE22B9CF}" srcOrd="2" destOrd="0" presId="urn:microsoft.com/office/officeart/2018/2/layout/IconVerticalSolidList"/>
    <dgm:cxn modelId="{6097F88B-14E1-4706-A4D8-60970DFD9BB9}" type="presParOf" srcId="{AC3FBB15-195B-479C-B268-48C34E6D72A2}" destId="{1503773D-B467-4BF8-8E16-6E6CDA4A7B21}" srcOrd="3" destOrd="0" presId="urn:microsoft.com/office/officeart/2018/2/layout/IconVerticalSolidList"/>
    <dgm:cxn modelId="{4A244130-47D0-415E-920C-3A422F24CC76}" type="presParOf" srcId="{682CF8F1-B958-4613-83BB-61860C23ED0E}" destId="{A1A3A346-9BD2-42C4-BBAF-63E2C66524F1}" srcOrd="13" destOrd="0" presId="urn:microsoft.com/office/officeart/2018/2/layout/IconVerticalSolidList"/>
    <dgm:cxn modelId="{A7FBD616-0BF4-462C-8E6A-7F754B8B536C}" type="presParOf" srcId="{682CF8F1-B958-4613-83BB-61860C23ED0E}" destId="{AAF645C2-BB9C-4245-B2FC-0B411CA79C37}" srcOrd="14" destOrd="0" presId="urn:microsoft.com/office/officeart/2018/2/layout/IconVerticalSolidList"/>
    <dgm:cxn modelId="{8868C59F-B9EA-49AB-BF65-9A222E7D168B}" type="presParOf" srcId="{AAF645C2-BB9C-4245-B2FC-0B411CA79C37}" destId="{2796B523-A7D4-4B42-94EE-8069D7BFD771}" srcOrd="0" destOrd="0" presId="urn:microsoft.com/office/officeart/2018/2/layout/IconVerticalSolidList"/>
    <dgm:cxn modelId="{44386F31-17C4-46CA-A0BE-8902ACF6F316}" type="presParOf" srcId="{AAF645C2-BB9C-4245-B2FC-0B411CA79C37}" destId="{4B599895-F78D-4422-A605-D1FE0EB1356D}" srcOrd="1" destOrd="0" presId="urn:microsoft.com/office/officeart/2018/2/layout/IconVerticalSolidList"/>
    <dgm:cxn modelId="{0D97DCC7-AEE3-4CE1-BA00-00AFB26E86ED}" type="presParOf" srcId="{AAF645C2-BB9C-4245-B2FC-0B411CA79C37}" destId="{25AD5DFC-4EA1-4C77-BA4E-58F428BAFABC}" srcOrd="2" destOrd="0" presId="urn:microsoft.com/office/officeart/2018/2/layout/IconVerticalSolidList"/>
    <dgm:cxn modelId="{81792870-6BE0-4C45-8FEF-F7DAC55ACEB7}" type="presParOf" srcId="{AAF645C2-BB9C-4245-B2FC-0B411CA79C37}" destId="{159745AC-4A41-47FC-9BA6-21AFAADECCE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F2F56F-5177-44A5-A1AA-2DA463BF208B}">
      <dsp:nvSpPr>
        <dsp:cNvPr id="0" name=""/>
        <dsp:cNvSpPr/>
      </dsp:nvSpPr>
      <dsp:spPr>
        <a:xfrm>
          <a:off x="0" y="3581"/>
          <a:ext cx="10506456" cy="76296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E7BD53-3136-4092-AC0E-97C68CAA9102}">
      <dsp:nvSpPr>
        <dsp:cNvPr id="0" name=""/>
        <dsp:cNvSpPr/>
      </dsp:nvSpPr>
      <dsp:spPr>
        <a:xfrm>
          <a:off x="230796" y="175248"/>
          <a:ext cx="419630" cy="4196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0D1056-ABF1-4884-84CE-ABFF58BDD6B6}">
      <dsp:nvSpPr>
        <dsp:cNvPr id="0" name=""/>
        <dsp:cNvSpPr/>
      </dsp:nvSpPr>
      <dsp:spPr>
        <a:xfrm>
          <a:off x="881223" y="3581"/>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711200">
            <a:lnSpc>
              <a:spcPct val="90000"/>
            </a:lnSpc>
            <a:spcBef>
              <a:spcPct val="0"/>
            </a:spcBef>
            <a:spcAft>
              <a:spcPct val="35000"/>
            </a:spcAft>
            <a:buNone/>
          </a:pPr>
          <a:r>
            <a:rPr lang="en-IN" sz="1600" kern="1200"/>
            <a:t>In the previous videos, I studied different places where a Generative AI application can store and search information, including OpenSearch, S3 Vectors, Aurora, and DynamoDB. </a:t>
          </a:r>
          <a:endParaRPr lang="en-US" sz="1600" kern="1200"/>
        </a:p>
      </dsp:txBody>
      <dsp:txXfrm>
        <a:off x="881223" y="3581"/>
        <a:ext cx="9625232" cy="762963"/>
      </dsp:txXfrm>
    </dsp:sp>
    <dsp:sp modelId="{4903BEC2-A13D-4E2E-8F25-2F34D24D1A90}">
      <dsp:nvSpPr>
        <dsp:cNvPr id="0" name=""/>
        <dsp:cNvSpPr/>
      </dsp:nvSpPr>
      <dsp:spPr>
        <a:xfrm>
          <a:off x="0" y="957286"/>
          <a:ext cx="10506456" cy="76296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E4783D-0CD6-4302-8733-20A0F135FD4E}">
      <dsp:nvSpPr>
        <dsp:cNvPr id="0" name=""/>
        <dsp:cNvSpPr/>
      </dsp:nvSpPr>
      <dsp:spPr>
        <a:xfrm>
          <a:off x="230796" y="1128953"/>
          <a:ext cx="419630" cy="4196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61563D-0461-4C55-AC46-0C6DDDF58C96}">
      <dsp:nvSpPr>
        <dsp:cNvPr id="0" name=""/>
        <dsp:cNvSpPr/>
      </dsp:nvSpPr>
      <dsp:spPr>
        <a:xfrm>
          <a:off x="881223" y="957286"/>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711200">
            <a:lnSpc>
              <a:spcPct val="90000"/>
            </a:lnSpc>
            <a:spcBef>
              <a:spcPct val="0"/>
            </a:spcBef>
            <a:spcAft>
              <a:spcPct val="35000"/>
            </a:spcAft>
            <a:buNone/>
          </a:pPr>
          <a:r>
            <a:rPr lang="en-IN" sz="1600" kern="1200"/>
            <a:t>But </a:t>
          </a:r>
          <a:r>
            <a:rPr lang="en-IN" sz="1600" b="1" kern="1200"/>
            <a:t>storing the data one time is not enough</a:t>
          </a:r>
          <a:r>
            <a:rPr lang="en-IN" sz="1600" kern="1200"/>
            <a:t>. Real business information keeps changing. New documents are uploaded, old information is replaced, product details change, and new conversations are created. </a:t>
          </a:r>
          <a:endParaRPr lang="en-US" sz="1600" kern="1200"/>
        </a:p>
      </dsp:txBody>
      <dsp:txXfrm>
        <a:off x="881223" y="957286"/>
        <a:ext cx="9625232" cy="762963"/>
      </dsp:txXfrm>
    </dsp:sp>
    <dsp:sp modelId="{F8FAA4A2-7060-4F42-8FC0-48A6E11609D8}">
      <dsp:nvSpPr>
        <dsp:cNvPr id="0" name=""/>
        <dsp:cNvSpPr/>
      </dsp:nvSpPr>
      <dsp:spPr>
        <a:xfrm>
          <a:off x="0" y="1910991"/>
          <a:ext cx="10506456" cy="76296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49B59A-C9CD-43D7-96AC-A01CBDFBEAF4}">
      <dsp:nvSpPr>
        <dsp:cNvPr id="0" name=""/>
        <dsp:cNvSpPr/>
      </dsp:nvSpPr>
      <dsp:spPr>
        <a:xfrm>
          <a:off x="230796" y="2082657"/>
          <a:ext cx="419630" cy="4196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C7BBC6-0A91-4AED-BB0C-C886F57EEF85}">
      <dsp:nvSpPr>
        <dsp:cNvPr id="0" name=""/>
        <dsp:cNvSpPr/>
      </dsp:nvSpPr>
      <dsp:spPr>
        <a:xfrm>
          <a:off x="881223" y="1910991"/>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711200">
            <a:lnSpc>
              <a:spcPct val="90000"/>
            </a:lnSpc>
            <a:spcBef>
              <a:spcPct val="0"/>
            </a:spcBef>
            <a:spcAft>
              <a:spcPct val="35000"/>
            </a:spcAft>
            <a:buNone/>
          </a:pPr>
          <a:r>
            <a:rPr lang="en-IN" sz="1600" kern="1200"/>
            <a:t>If the vector store is not updated, the AI system may continue retrieving old information even when the original source has already changed. </a:t>
          </a:r>
          <a:endParaRPr lang="en-US" sz="1600" kern="1200"/>
        </a:p>
      </dsp:txBody>
      <dsp:txXfrm>
        <a:off x="881223" y="1910991"/>
        <a:ext cx="9625232" cy="762963"/>
      </dsp:txXfrm>
    </dsp:sp>
    <dsp:sp modelId="{17A87637-C7DB-4452-AAE8-643BE3D559EA}">
      <dsp:nvSpPr>
        <dsp:cNvPr id="0" name=""/>
        <dsp:cNvSpPr/>
      </dsp:nvSpPr>
      <dsp:spPr>
        <a:xfrm>
          <a:off x="0" y="2864695"/>
          <a:ext cx="10506456" cy="76296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55CC15-EC89-4DB4-8A28-ABC82EC01E50}">
      <dsp:nvSpPr>
        <dsp:cNvPr id="0" name=""/>
        <dsp:cNvSpPr/>
      </dsp:nvSpPr>
      <dsp:spPr>
        <a:xfrm>
          <a:off x="230796" y="3036362"/>
          <a:ext cx="419630" cy="4196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626AD3-C231-4D51-88E3-0A9F6DE0217B}">
      <dsp:nvSpPr>
        <dsp:cNvPr id="0" name=""/>
        <dsp:cNvSpPr/>
      </dsp:nvSpPr>
      <dsp:spPr>
        <a:xfrm>
          <a:off x="881223" y="2864695"/>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711200">
            <a:lnSpc>
              <a:spcPct val="90000"/>
            </a:lnSpc>
            <a:spcBef>
              <a:spcPct val="0"/>
            </a:spcBef>
            <a:spcAft>
              <a:spcPct val="35000"/>
            </a:spcAft>
            <a:buNone/>
          </a:pPr>
          <a:r>
            <a:rPr lang="en-IN" sz="1600" kern="1200"/>
            <a:t>At the same time, companies also need to think about </a:t>
          </a:r>
          <a:r>
            <a:rPr lang="en-IN" sz="1600" b="1" kern="1200"/>
            <a:t>storage cost, security, backup, encryption, and who is allowed to access the data</a:t>
          </a:r>
          <a:r>
            <a:rPr lang="en-IN" sz="1600" kern="1200"/>
            <a:t>. </a:t>
          </a:r>
          <a:endParaRPr lang="en-US" sz="1600" kern="1200"/>
        </a:p>
      </dsp:txBody>
      <dsp:txXfrm>
        <a:off x="881223" y="2864695"/>
        <a:ext cx="9625232" cy="762963"/>
      </dsp:txXfrm>
    </dsp:sp>
    <dsp:sp modelId="{E332E87B-D566-4CDB-A216-07EFE614D267}">
      <dsp:nvSpPr>
        <dsp:cNvPr id="0" name=""/>
        <dsp:cNvSpPr/>
      </dsp:nvSpPr>
      <dsp:spPr>
        <a:xfrm>
          <a:off x="0" y="3818400"/>
          <a:ext cx="10506456" cy="762963"/>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BD835E-265C-4D06-BD4A-40459671CB88}">
      <dsp:nvSpPr>
        <dsp:cNvPr id="0" name=""/>
        <dsp:cNvSpPr/>
      </dsp:nvSpPr>
      <dsp:spPr>
        <a:xfrm>
          <a:off x="230796" y="3990067"/>
          <a:ext cx="419630" cy="4196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404694-3DFC-45F9-A1B4-DA6900A44A52}">
      <dsp:nvSpPr>
        <dsp:cNvPr id="0" name=""/>
        <dsp:cNvSpPr/>
      </dsp:nvSpPr>
      <dsp:spPr>
        <a:xfrm>
          <a:off x="881223" y="3818400"/>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711200">
            <a:lnSpc>
              <a:spcPct val="90000"/>
            </a:lnSpc>
            <a:spcBef>
              <a:spcPct val="0"/>
            </a:spcBef>
            <a:spcAft>
              <a:spcPct val="35000"/>
            </a:spcAft>
            <a:buNone/>
          </a:pPr>
          <a:r>
            <a:rPr lang="en-IN" sz="1600" kern="1200"/>
            <a:t>So this video focuses on the operational side of GenAI data: keeping vector information fresh and managing the underlying S3 data correctly.</a:t>
          </a:r>
          <a:endParaRPr lang="en-US" sz="1600" kern="1200"/>
        </a:p>
      </dsp:txBody>
      <dsp:txXfrm>
        <a:off x="881223" y="3818400"/>
        <a:ext cx="9625232" cy="7629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8E28E0-0FCA-49FC-8B62-787D130FF2A4}">
      <dsp:nvSpPr>
        <dsp:cNvPr id="0" name=""/>
        <dsp:cNvSpPr/>
      </dsp:nvSpPr>
      <dsp:spPr>
        <a:xfrm>
          <a:off x="478800" y="420669"/>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3DDAB5-B61B-4A6A-89D2-CD490CEA277E}">
      <dsp:nvSpPr>
        <dsp:cNvPr id="0" name=""/>
        <dsp:cNvSpPr/>
      </dsp:nvSpPr>
      <dsp:spPr>
        <a:xfrm>
          <a:off x="712800" y="654669"/>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B36FEB-3683-42CD-859D-51AE00D44FB6}">
      <dsp:nvSpPr>
        <dsp:cNvPr id="0" name=""/>
        <dsp:cNvSpPr/>
      </dsp:nvSpPr>
      <dsp:spPr>
        <a:xfrm>
          <a:off x="127800" y="1860669"/>
          <a:ext cx="1800000" cy="20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IN" sz="1100" b="1" kern="1200"/>
            <a:t>A vector store needs to stay synchronized with the original data source.</a:t>
          </a:r>
          <a:r>
            <a:rPr lang="en-IN" sz="1100" kern="1200"/>
            <a:t> If a company changes a policy document, the vector store should eventually reflect that new version instead of continuing to retrieve embeddings created from the old document. </a:t>
          </a:r>
          <a:endParaRPr lang="en-US" sz="1100" kern="1200"/>
        </a:p>
      </dsp:txBody>
      <dsp:txXfrm>
        <a:off x="127800" y="1860669"/>
        <a:ext cx="1800000" cy="2070000"/>
      </dsp:txXfrm>
    </dsp:sp>
    <dsp:sp modelId="{E9880D32-7ED3-4B81-9A44-A274E6E2DFE8}">
      <dsp:nvSpPr>
        <dsp:cNvPr id="0" name=""/>
        <dsp:cNvSpPr/>
      </dsp:nvSpPr>
      <dsp:spPr>
        <a:xfrm>
          <a:off x="2593800" y="420669"/>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5C4BDD-5C54-4F71-BAB8-BF08B77421A7}">
      <dsp:nvSpPr>
        <dsp:cNvPr id="0" name=""/>
        <dsp:cNvSpPr/>
      </dsp:nvSpPr>
      <dsp:spPr>
        <a:xfrm>
          <a:off x="2827800" y="654669"/>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C62DAB-53CA-432A-A82D-9571788429D3}">
      <dsp:nvSpPr>
        <dsp:cNvPr id="0" name=""/>
        <dsp:cNvSpPr/>
      </dsp:nvSpPr>
      <dsp:spPr>
        <a:xfrm>
          <a:off x="2242800" y="1860669"/>
          <a:ext cx="1800000" cy="20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IN" sz="1100" kern="1200"/>
            <a:t>The course introduces several ways to handle this, including </a:t>
          </a:r>
          <a:r>
            <a:rPr lang="en-IN" sz="1100" b="1" kern="1200"/>
            <a:t>incremental updates, real-time change detection, automated synchronization, and scheduled refresh pipelines</a:t>
          </a:r>
          <a:r>
            <a:rPr lang="en-IN" sz="1100" kern="1200"/>
            <a:t>. </a:t>
          </a:r>
          <a:endParaRPr lang="en-US" sz="1100" kern="1200"/>
        </a:p>
      </dsp:txBody>
      <dsp:txXfrm>
        <a:off x="2242800" y="1860669"/>
        <a:ext cx="1800000" cy="2070000"/>
      </dsp:txXfrm>
    </dsp:sp>
    <dsp:sp modelId="{676EC92D-7CA1-40E8-8D5A-4655797FD1D4}">
      <dsp:nvSpPr>
        <dsp:cNvPr id="0" name=""/>
        <dsp:cNvSpPr/>
      </dsp:nvSpPr>
      <dsp:spPr>
        <a:xfrm>
          <a:off x="4708800" y="420669"/>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3E7E4E-83AB-48B2-952B-4BD6C7155C51}">
      <dsp:nvSpPr>
        <dsp:cNvPr id="0" name=""/>
        <dsp:cNvSpPr/>
      </dsp:nvSpPr>
      <dsp:spPr>
        <a:xfrm>
          <a:off x="4942800" y="654669"/>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0D9CC6-018E-4E73-AE00-72D66A71524A}">
      <dsp:nvSpPr>
        <dsp:cNvPr id="0" name=""/>
        <dsp:cNvSpPr/>
      </dsp:nvSpPr>
      <dsp:spPr>
        <a:xfrm>
          <a:off x="4357800" y="1860669"/>
          <a:ext cx="1800000" cy="20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IN" sz="1100" kern="1200"/>
            <a:t>Incremental updates mean we update only the information that changed instead of rebuilding everything every time. This can save processing time when most of the data stays the same. </a:t>
          </a:r>
          <a:endParaRPr lang="en-US" sz="1100" kern="1200"/>
        </a:p>
      </dsp:txBody>
      <dsp:txXfrm>
        <a:off x="4357800" y="1860669"/>
        <a:ext cx="1800000" cy="2070000"/>
      </dsp:txXfrm>
    </dsp:sp>
    <dsp:sp modelId="{E4A91D79-9638-49F8-8E2E-3A1D83BD5399}">
      <dsp:nvSpPr>
        <dsp:cNvPr id="0" name=""/>
        <dsp:cNvSpPr/>
      </dsp:nvSpPr>
      <dsp:spPr>
        <a:xfrm>
          <a:off x="6823800" y="420669"/>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6ED5B3-8860-483B-A3CB-C10236449CE5}">
      <dsp:nvSpPr>
        <dsp:cNvPr id="0" name=""/>
        <dsp:cNvSpPr/>
      </dsp:nvSpPr>
      <dsp:spPr>
        <a:xfrm>
          <a:off x="7057800" y="654669"/>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A8800E-DD89-42BC-9D40-659D05CD560A}">
      <dsp:nvSpPr>
        <dsp:cNvPr id="0" name=""/>
        <dsp:cNvSpPr/>
      </dsp:nvSpPr>
      <dsp:spPr>
        <a:xfrm>
          <a:off x="6472800" y="1860669"/>
          <a:ext cx="1800000" cy="20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IN" sz="1100" kern="1200"/>
            <a:t>Real-time change detection is useful when new or changed information needs to become searchable quickly. Scheduled refreshes are more suitable when the application can wait and update at a fixed time. </a:t>
          </a:r>
          <a:endParaRPr lang="en-US" sz="1100" kern="1200"/>
        </a:p>
      </dsp:txBody>
      <dsp:txXfrm>
        <a:off x="6472800" y="1860669"/>
        <a:ext cx="1800000" cy="2070000"/>
      </dsp:txXfrm>
    </dsp:sp>
    <dsp:sp modelId="{59824929-4961-4BF7-8F8A-D698DD41360F}">
      <dsp:nvSpPr>
        <dsp:cNvPr id="0" name=""/>
        <dsp:cNvSpPr/>
      </dsp:nvSpPr>
      <dsp:spPr>
        <a:xfrm>
          <a:off x="8938800" y="420669"/>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35399D-CA70-4AB7-8748-71EBCC4619F7}">
      <dsp:nvSpPr>
        <dsp:cNvPr id="0" name=""/>
        <dsp:cNvSpPr/>
      </dsp:nvSpPr>
      <dsp:spPr>
        <a:xfrm>
          <a:off x="9172800" y="654669"/>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CB3F7E-CA43-4D12-907C-8D26DB3DD9A8}">
      <dsp:nvSpPr>
        <dsp:cNvPr id="0" name=""/>
        <dsp:cNvSpPr/>
      </dsp:nvSpPr>
      <dsp:spPr>
        <a:xfrm>
          <a:off x="8587800" y="1860669"/>
          <a:ext cx="1800000" cy="20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IN" sz="1100" b="1" kern="1200"/>
            <a:t>Amazon EventBridge can help automate these update workflows</a:t>
          </a:r>
          <a:r>
            <a:rPr lang="en-IN" sz="1100" kern="1200"/>
            <a:t> by triggering actions when an event occurs or according to a schedule.</a:t>
          </a:r>
          <a:endParaRPr lang="en-US" sz="1100" kern="1200"/>
        </a:p>
      </dsp:txBody>
      <dsp:txXfrm>
        <a:off x="8587800" y="1860669"/>
        <a:ext cx="1800000" cy="207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9396B4-F82F-4979-A0B2-3A338FFD37F1}">
      <dsp:nvSpPr>
        <dsp:cNvPr id="0" name=""/>
        <dsp:cNvSpPr/>
      </dsp:nvSpPr>
      <dsp:spPr>
        <a:xfrm>
          <a:off x="82613"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6A5BA6-2B0A-42F3-8614-D056160EC7ED}">
      <dsp:nvSpPr>
        <dsp:cNvPr id="0" name=""/>
        <dsp:cNvSpPr/>
      </dsp:nvSpPr>
      <dsp:spPr>
        <a:xfrm>
          <a:off x="271034" y="1096980"/>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8E2760-A7CF-4948-B497-BC24D3646C1C}">
      <dsp:nvSpPr>
        <dsp:cNvPr id="0" name=""/>
        <dsp:cNvSpPr/>
      </dsp:nvSpPr>
      <dsp:spPr>
        <a:xfrm>
          <a:off x="1172126"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kern="1200"/>
            <a:t>Amazon S3 is not a vector database in the traditional sense, but it is still a very important part of many Generative AI systems.</a:t>
          </a:r>
          <a:endParaRPr lang="en-US" sz="1100" kern="1200"/>
        </a:p>
      </dsp:txBody>
      <dsp:txXfrm>
        <a:off x="1172126" y="908559"/>
        <a:ext cx="2114937" cy="897246"/>
      </dsp:txXfrm>
    </dsp:sp>
    <dsp:sp modelId="{4E92C38E-C401-409C-A69E-9DF1585C8779}">
      <dsp:nvSpPr>
        <dsp:cNvPr id="0" name=""/>
        <dsp:cNvSpPr/>
      </dsp:nvSpPr>
      <dsp:spPr>
        <a:xfrm>
          <a:off x="3655575"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FC6BC7-93C8-44BA-A4A1-7E4324D03514}">
      <dsp:nvSpPr>
        <dsp:cNvPr id="0" name=""/>
        <dsp:cNvSpPr/>
      </dsp:nvSpPr>
      <dsp:spPr>
        <a:xfrm>
          <a:off x="3843996" y="1096980"/>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480CF6-5DBB-4D75-A159-D4326C8F5611}">
      <dsp:nvSpPr>
        <dsp:cNvPr id="0" name=""/>
        <dsp:cNvSpPr/>
      </dsp:nvSpPr>
      <dsp:spPr>
        <a:xfrm>
          <a:off x="4745088"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b="1" kern="1200"/>
            <a:t>S3 is commonly used to store the original source data</a:t>
          </a:r>
          <a:r>
            <a:rPr lang="en-IN" sz="1100" kern="1200"/>
            <a:t> such as PDFs, text files, reports, images, audio files, logs, and training datasets. </a:t>
          </a:r>
          <a:endParaRPr lang="en-US" sz="1100" kern="1200"/>
        </a:p>
      </dsp:txBody>
      <dsp:txXfrm>
        <a:off x="4745088" y="908559"/>
        <a:ext cx="2114937" cy="897246"/>
      </dsp:txXfrm>
    </dsp:sp>
    <dsp:sp modelId="{C9BBA037-E17F-4906-BE1E-B55ACC84C703}">
      <dsp:nvSpPr>
        <dsp:cNvPr id="0" name=""/>
        <dsp:cNvSpPr/>
      </dsp:nvSpPr>
      <dsp:spPr>
        <a:xfrm>
          <a:off x="7228536"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A2DDBE-88F2-412D-9564-3FE6E9D8905C}">
      <dsp:nvSpPr>
        <dsp:cNvPr id="0" name=""/>
        <dsp:cNvSpPr/>
      </dsp:nvSpPr>
      <dsp:spPr>
        <a:xfrm>
          <a:off x="7416958" y="1096980"/>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2B2068-3D4C-4FDB-92A0-089CF01C3253}">
      <dsp:nvSpPr>
        <dsp:cNvPr id="0" name=""/>
        <dsp:cNvSpPr/>
      </dsp:nvSpPr>
      <dsp:spPr>
        <a:xfrm>
          <a:off x="8318049"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kern="1200"/>
            <a:t>A Knowledge Base or data-processing pipeline may read files from S3, prepare them, create embeddings, and then send those embeddings into a vector store. </a:t>
          </a:r>
          <a:endParaRPr lang="en-US" sz="1100" kern="1200"/>
        </a:p>
      </dsp:txBody>
      <dsp:txXfrm>
        <a:off x="8318049" y="908559"/>
        <a:ext cx="2114937" cy="897246"/>
      </dsp:txXfrm>
    </dsp:sp>
    <dsp:sp modelId="{ED84F06F-238C-4806-9990-245CA1C82684}">
      <dsp:nvSpPr>
        <dsp:cNvPr id="0" name=""/>
        <dsp:cNvSpPr/>
      </dsp:nvSpPr>
      <dsp:spPr>
        <a:xfrm>
          <a:off x="82613"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7B2FC8-4C35-4D09-9CF6-8FDFAFA60D89}">
      <dsp:nvSpPr>
        <dsp:cNvPr id="0" name=""/>
        <dsp:cNvSpPr/>
      </dsp:nvSpPr>
      <dsp:spPr>
        <a:xfrm>
          <a:off x="271034" y="273395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422F07-915D-4EDE-AEAF-366374C2AC8E}">
      <dsp:nvSpPr>
        <dsp:cNvPr id="0" name=""/>
        <dsp:cNvSpPr/>
      </dsp:nvSpPr>
      <dsp:spPr>
        <a:xfrm>
          <a:off x="1172126"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kern="1200"/>
            <a:t>Because companies may keep very large amounts of AI-related data, </a:t>
          </a:r>
          <a:r>
            <a:rPr lang="en-IN" sz="1100" b="1" kern="1200"/>
            <a:t>storage cost becomes important over time</a:t>
          </a:r>
          <a:r>
            <a:rPr lang="en-IN" sz="1100" kern="1200"/>
            <a:t>. </a:t>
          </a:r>
          <a:endParaRPr lang="en-US" sz="1100" kern="1200"/>
        </a:p>
      </dsp:txBody>
      <dsp:txXfrm>
        <a:off x="1172126" y="2545532"/>
        <a:ext cx="2114937" cy="897246"/>
      </dsp:txXfrm>
    </dsp:sp>
    <dsp:sp modelId="{51AA222A-49AF-4619-8492-EE1DEA010C68}">
      <dsp:nvSpPr>
        <dsp:cNvPr id="0" name=""/>
        <dsp:cNvSpPr/>
      </dsp:nvSpPr>
      <dsp:spPr>
        <a:xfrm>
          <a:off x="3655575"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50E4D0-9323-4714-BD13-DE436B8DC5E9}">
      <dsp:nvSpPr>
        <dsp:cNvPr id="0" name=""/>
        <dsp:cNvSpPr/>
      </dsp:nvSpPr>
      <dsp:spPr>
        <a:xfrm>
          <a:off x="3843996" y="273395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3DF93F-3BC9-467D-86E4-0905E9D5AC86}">
      <dsp:nvSpPr>
        <dsp:cNvPr id="0" name=""/>
        <dsp:cNvSpPr/>
      </dsp:nvSpPr>
      <dsp:spPr>
        <a:xfrm>
          <a:off x="4745088"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kern="1200"/>
            <a:t>Some files may be used every day, while others may be needed only a few times per year. </a:t>
          </a:r>
          <a:endParaRPr lang="en-US" sz="1100" kern="1200"/>
        </a:p>
      </dsp:txBody>
      <dsp:txXfrm>
        <a:off x="4745088" y="2545532"/>
        <a:ext cx="2114937" cy="897246"/>
      </dsp:txXfrm>
    </dsp:sp>
    <dsp:sp modelId="{E233BC82-9F88-4863-ABBE-16474BB46D6D}">
      <dsp:nvSpPr>
        <dsp:cNvPr id="0" name=""/>
        <dsp:cNvSpPr/>
      </dsp:nvSpPr>
      <dsp:spPr>
        <a:xfrm>
          <a:off x="7228536"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30A05A-423B-4783-BA76-16FC5362BFCA}">
      <dsp:nvSpPr>
        <dsp:cNvPr id="0" name=""/>
        <dsp:cNvSpPr/>
      </dsp:nvSpPr>
      <dsp:spPr>
        <a:xfrm>
          <a:off x="7416958" y="273395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641F43-C031-4D7B-995F-C087F909F1B8}">
      <dsp:nvSpPr>
        <dsp:cNvPr id="0" name=""/>
        <dsp:cNvSpPr/>
      </dsp:nvSpPr>
      <dsp:spPr>
        <a:xfrm>
          <a:off x="8318049"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IN" sz="1100" kern="1200"/>
            <a:t>This is why S3 provides several storage classes instead of treating every object the same way.</a:t>
          </a:r>
          <a:endParaRPr lang="en-US" sz="1100" kern="1200"/>
        </a:p>
      </dsp:txBody>
      <dsp:txXfrm>
        <a:off x="8318049" y="2545532"/>
        <a:ext cx="2114937" cy="8972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F37316-A8C5-4145-ACA8-CC9232943672}">
      <dsp:nvSpPr>
        <dsp:cNvPr id="0" name=""/>
        <dsp:cNvSpPr/>
      </dsp:nvSpPr>
      <dsp:spPr>
        <a:xfrm>
          <a:off x="0" y="77858"/>
          <a:ext cx="10515600" cy="27027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1" kern="1200"/>
            <a:t>S3 Standard</a:t>
          </a:r>
          <a:endParaRPr lang="en-US" sz="1100" kern="1200"/>
        </a:p>
      </dsp:txBody>
      <dsp:txXfrm>
        <a:off x="13193" y="91051"/>
        <a:ext cx="10489214" cy="243884"/>
      </dsp:txXfrm>
    </dsp:sp>
    <dsp:sp modelId="{5F5C4F69-81F7-4301-A80A-4DEE10C162B7}">
      <dsp:nvSpPr>
        <dsp:cNvPr id="0" name=""/>
        <dsp:cNvSpPr/>
      </dsp:nvSpPr>
      <dsp:spPr>
        <a:xfrm>
          <a:off x="0" y="379808"/>
          <a:ext cx="10515600" cy="27027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1" kern="1200"/>
            <a:t>S3 Standard is designed for frequently accessed data.</a:t>
          </a:r>
          <a:r>
            <a:rPr lang="en-IN" sz="1100" kern="1200"/>
            <a:t> </a:t>
          </a:r>
          <a:endParaRPr lang="en-US" sz="1100" kern="1200"/>
        </a:p>
      </dsp:txBody>
      <dsp:txXfrm>
        <a:off x="13193" y="393001"/>
        <a:ext cx="10489214" cy="243884"/>
      </dsp:txXfrm>
    </dsp:sp>
    <dsp:sp modelId="{C7CF396E-5712-49B4-94B0-4CF188C0A3D2}">
      <dsp:nvSpPr>
        <dsp:cNvPr id="0" name=""/>
        <dsp:cNvSpPr/>
      </dsp:nvSpPr>
      <dsp:spPr>
        <a:xfrm>
          <a:off x="0" y="681758"/>
          <a:ext cx="10515600" cy="27027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kern="1200"/>
            <a:t>It provides low latency and high throughput, which makes it suitable when files need to be accessed often. </a:t>
          </a:r>
          <a:endParaRPr lang="en-US" sz="1100" kern="1200"/>
        </a:p>
      </dsp:txBody>
      <dsp:txXfrm>
        <a:off x="13193" y="694951"/>
        <a:ext cx="10489214" cy="243884"/>
      </dsp:txXfrm>
    </dsp:sp>
    <dsp:sp modelId="{7939A9D6-AFFE-46C1-B128-336EB53D8D79}">
      <dsp:nvSpPr>
        <dsp:cNvPr id="0" name=""/>
        <dsp:cNvSpPr/>
      </dsp:nvSpPr>
      <dsp:spPr>
        <a:xfrm>
          <a:off x="0" y="983708"/>
          <a:ext cx="10515600" cy="27027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kern="1200"/>
            <a:t>In a GenAI application, this could include active documents used regularly by a Knowledge Base or current datasets used by an application. </a:t>
          </a:r>
          <a:endParaRPr lang="en-US" sz="1100" kern="1200"/>
        </a:p>
      </dsp:txBody>
      <dsp:txXfrm>
        <a:off x="13193" y="996901"/>
        <a:ext cx="10489214" cy="243884"/>
      </dsp:txXfrm>
    </dsp:sp>
    <dsp:sp modelId="{2FC407F6-C80D-4FCA-8641-B8B30AF20EDC}">
      <dsp:nvSpPr>
        <dsp:cNvPr id="0" name=""/>
        <dsp:cNvSpPr/>
      </dsp:nvSpPr>
      <dsp:spPr>
        <a:xfrm>
          <a:off x="0" y="1285658"/>
          <a:ext cx="10515600" cy="27027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1" kern="1200"/>
            <a:t>S3 Standard-IA</a:t>
          </a:r>
          <a:endParaRPr lang="en-US" sz="1100" kern="1200"/>
        </a:p>
      </dsp:txBody>
      <dsp:txXfrm>
        <a:off x="13193" y="1298851"/>
        <a:ext cx="10489214" cy="243884"/>
      </dsp:txXfrm>
    </dsp:sp>
    <dsp:sp modelId="{7450ADA1-79B9-4F73-8873-598184D96F3D}">
      <dsp:nvSpPr>
        <dsp:cNvPr id="0" name=""/>
        <dsp:cNvSpPr/>
      </dsp:nvSpPr>
      <dsp:spPr>
        <a:xfrm>
          <a:off x="0" y="1587608"/>
          <a:ext cx="10515600" cy="27027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1" kern="1200"/>
            <a:t>Standard-Infrequent Access is designed for data that is accessed less often but still needs fast access when requested.</a:t>
          </a:r>
          <a:r>
            <a:rPr lang="en-IN" sz="1100" kern="1200"/>
            <a:t> </a:t>
          </a:r>
          <a:endParaRPr lang="en-US" sz="1100" kern="1200"/>
        </a:p>
      </dsp:txBody>
      <dsp:txXfrm>
        <a:off x="13193" y="1600801"/>
        <a:ext cx="10489214" cy="243884"/>
      </dsp:txXfrm>
    </dsp:sp>
    <dsp:sp modelId="{F301D03E-24AF-4DE6-A756-07237BBD9596}">
      <dsp:nvSpPr>
        <dsp:cNvPr id="0" name=""/>
        <dsp:cNvSpPr/>
      </dsp:nvSpPr>
      <dsp:spPr>
        <a:xfrm>
          <a:off x="0" y="1889559"/>
          <a:ext cx="10515600" cy="27027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kern="1200"/>
            <a:t>The storage cost is lower than Standard, but the access pattern should really be infrequent. </a:t>
          </a:r>
          <a:endParaRPr lang="en-US" sz="1100" kern="1200"/>
        </a:p>
      </dsp:txBody>
      <dsp:txXfrm>
        <a:off x="13193" y="1902752"/>
        <a:ext cx="10489214" cy="243884"/>
      </dsp:txXfrm>
    </dsp:sp>
    <dsp:sp modelId="{FA7FD512-94AD-487B-BC7A-7A819B5030A1}">
      <dsp:nvSpPr>
        <dsp:cNvPr id="0" name=""/>
        <dsp:cNvSpPr/>
      </dsp:nvSpPr>
      <dsp:spPr>
        <a:xfrm>
          <a:off x="0" y="2191509"/>
          <a:ext cx="10515600" cy="27027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1" kern="1200"/>
            <a:t>S3 One Zone-IA</a:t>
          </a:r>
          <a:endParaRPr lang="en-US" sz="1100" kern="1200"/>
        </a:p>
      </dsp:txBody>
      <dsp:txXfrm>
        <a:off x="13193" y="2204702"/>
        <a:ext cx="10489214" cy="243884"/>
      </dsp:txXfrm>
    </dsp:sp>
    <dsp:sp modelId="{007B5030-C151-459C-978D-8EFC05004F20}">
      <dsp:nvSpPr>
        <dsp:cNvPr id="0" name=""/>
        <dsp:cNvSpPr/>
      </dsp:nvSpPr>
      <dsp:spPr>
        <a:xfrm>
          <a:off x="0" y="2493459"/>
          <a:ext cx="10515600" cy="27027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kern="1200"/>
            <a:t>One Zone-IA keeps data in a </a:t>
          </a:r>
          <a:r>
            <a:rPr lang="en-IN" sz="1100" b="1" kern="1200"/>
            <a:t>single Availability Zone</a:t>
          </a:r>
          <a:r>
            <a:rPr lang="en-IN" sz="1100" kern="1200"/>
            <a:t> instead of multiple AZs. </a:t>
          </a:r>
          <a:endParaRPr lang="en-US" sz="1100" kern="1200"/>
        </a:p>
      </dsp:txBody>
      <dsp:txXfrm>
        <a:off x="13193" y="2506652"/>
        <a:ext cx="10489214" cy="243884"/>
      </dsp:txXfrm>
    </dsp:sp>
    <dsp:sp modelId="{FA5B8686-66E9-4493-BD6B-7650A54BD77A}">
      <dsp:nvSpPr>
        <dsp:cNvPr id="0" name=""/>
        <dsp:cNvSpPr/>
      </dsp:nvSpPr>
      <dsp:spPr>
        <a:xfrm>
          <a:off x="0" y="2795409"/>
          <a:ext cx="10515600" cy="27027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kern="1200"/>
            <a:t>This can make sense for secondary copies or information that can be recreated if necessary. </a:t>
          </a:r>
          <a:endParaRPr lang="en-US" sz="1100" kern="1200"/>
        </a:p>
      </dsp:txBody>
      <dsp:txXfrm>
        <a:off x="13193" y="2808602"/>
        <a:ext cx="10489214" cy="243884"/>
      </dsp:txXfrm>
    </dsp:sp>
    <dsp:sp modelId="{E7ACF5E0-D657-46AB-BF52-AF8F73F13B90}">
      <dsp:nvSpPr>
        <dsp:cNvPr id="0" name=""/>
        <dsp:cNvSpPr/>
      </dsp:nvSpPr>
      <dsp:spPr>
        <a:xfrm>
          <a:off x="0" y="3097359"/>
          <a:ext cx="10515600" cy="27027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1" kern="1200"/>
            <a:t>Example</a:t>
          </a:r>
          <a:endParaRPr lang="en-US" sz="1100" kern="1200"/>
        </a:p>
      </dsp:txBody>
      <dsp:txXfrm>
        <a:off x="13193" y="3110552"/>
        <a:ext cx="10489214" cy="243884"/>
      </dsp:txXfrm>
    </dsp:sp>
    <dsp:sp modelId="{E7FA8462-E7A3-40B9-9353-051775547B63}">
      <dsp:nvSpPr>
        <dsp:cNvPr id="0" name=""/>
        <dsp:cNvSpPr/>
      </dsp:nvSpPr>
      <dsp:spPr>
        <a:xfrm>
          <a:off x="0" y="3399309"/>
          <a:ext cx="10515600" cy="27027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1" kern="1200"/>
            <a:t>Current product manuals:</a:t>
          </a:r>
          <a:r>
            <a:rPr lang="en-IN" sz="1100" kern="1200"/>
            <a:t> S3 Standard</a:t>
          </a:r>
          <a:endParaRPr lang="en-US" sz="1100" kern="1200"/>
        </a:p>
      </dsp:txBody>
      <dsp:txXfrm>
        <a:off x="13193" y="3412502"/>
        <a:ext cx="10489214" cy="243884"/>
      </dsp:txXfrm>
    </dsp:sp>
    <dsp:sp modelId="{9478736B-34E8-4368-9A52-BB67752B42D9}">
      <dsp:nvSpPr>
        <dsp:cNvPr id="0" name=""/>
        <dsp:cNvSpPr/>
      </dsp:nvSpPr>
      <dsp:spPr>
        <a:xfrm>
          <a:off x="0" y="3701259"/>
          <a:ext cx="10515600" cy="27027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1" kern="1200"/>
            <a:t>Older but still needed manuals:</a:t>
          </a:r>
          <a:r>
            <a:rPr lang="en-IN" sz="1100" kern="1200"/>
            <a:t> Standard-IA</a:t>
          </a:r>
          <a:endParaRPr lang="en-US" sz="1100" kern="1200"/>
        </a:p>
      </dsp:txBody>
      <dsp:txXfrm>
        <a:off x="13193" y="3714452"/>
        <a:ext cx="10489214" cy="243884"/>
      </dsp:txXfrm>
    </dsp:sp>
    <dsp:sp modelId="{171C97EE-A833-4D23-B401-73680D24AC21}">
      <dsp:nvSpPr>
        <dsp:cNvPr id="0" name=""/>
        <dsp:cNvSpPr/>
      </dsp:nvSpPr>
      <dsp:spPr>
        <a:xfrm>
          <a:off x="0" y="4003209"/>
          <a:ext cx="10515600" cy="27027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1" kern="1200"/>
            <a:t>Re-creatable processed files:</a:t>
          </a:r>
          <a:r>
            <a:rPr lang="en-IN" sz="1100" kern="1200"/>
            <a:t> One Zone-IA</a:t>
          </a:r>
          <a:endParaRPr lang="en-US" sz="1100" kern="1200"/>
        </a:p>
      </dsp:txBody>
      <dsp:txXfrm>
        <a:off x="13193" y="4016402"/>
        <a:ext cx="10489214" cy="24388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02DFB7-247D-4D28-B077-5342144133B7}">
      <dsp:nvSpPr>
        <dsp:cNvPr id="0" name=""/>
        <dsp:cNvSpPr/>
      </dsp:nvSpPr>
      <dsp:spPr>
        <a:xfrm>
          <a:off x="0" y="592"/>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96EEC5-E6DE-4641-805A-E1E640A9CE95}">
      <dsp:nvSpPr>
        <dsp:cNvPr id="0" name=""/>
        <dsp:cNvSpPr/>
      </dsp:nvSpPr>
      <dsp:spPr>
        <a:xfrm>
          <a:off x="0" y="592"/>
          <a:ext cx="10515600" cy="323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a:t>The course explains four main ways to protect S3 objects with encryption.</a:t>
          </a:r>
          <a:endParaRPr lang="en-US" sz="1400" kern="1200"/>
        </a:p>
      </dsp:txBody>
      <dsp:txXfrm>
        <a:off x="0" y="592"/>
        <a:ext cx="10515600" cy="323335"/>
      </dsp:txXfrm>
    </dsp:sp>
    <dsp:sp modelId="{85A82A29-80C5-477D-8C31-71D1D8631B13}">
      <dsp:nvSpPr>
        <dsp:cNvPr id="0" name=""/>
        <dsp:cNvSpPr/>
      </dsp:nvSpPr>
      <dsp:spPr>
        <a:xfrm>
          <a:off x="0" y="323927"/>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314CDA-47DA-4E2B-A23C-A831E0396BD5}">
      <dsp:nvSpPr>
        <dsp:cNvPr id="0" name=""/>
        <dsp:cNvSpPr/>
      </dsp:nvSpPr>
      <dsp:spPr>
        <a:xfrm>
          <a:off x="0" y="323927"/>
          <a:ext cx="10515600" cy="323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1" kern="1200"/>
            <a:t>SSE-S3</a:t>
          </a:r>
          <a:endParaRPr lang="en-US" sz="1400" kern="1200"/>
        </a:p>
      </dsp:txBody>
      <dsp:txXfrm>
        <a:off x="0" y="323927"/>
        <a:ext cx="10515600" cy="323335"/>
      </dsp:txXfrm>
    </dsp:sp>
    <dsp:sp modelId="{77B0C51F-2887-43F6-96B5-3E57EDB75584}">
      <dsp:nvSpPr>
        <dsp:cNvPr id="0" name=""/>
        <dsp:cNvSpPr/>
      </dsp:nvSpPr>
      <dsp:spPr>
        <a:xfrm>
          <a:off x="0" y="64726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1C728B-127C-46EC-8ECF-9ED335BC4AD5}">
      <dsp:nvSpPr>
        <dsp:cNvPr id="0" name=""/>
        <dsp:cNvSpPr/>
      </dsp:nvSpPr>
      <dsp:spPr>
        <a:xfrm>
          <a:off x="0" y="647263"/>
          <a:ext cx="10515600" cy="323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a:t>Amazon S3 manages the encryption keys. </a:t>
          </a:r>
          <a:endParaRPr lang="en-US" sz="1400" kern="1200"/>
        </a:p>
      </dsp:txBody>
      <dsp:txXfrm>
        <a:off x="0" y="647263"/>
        <a:ext cx="10515600" cy="323335"/>
      </dsp:txXfrm>
    </dsp:sp>
    <dsp:sp modelId="{FB328D0E-9BA0-4897-99DD-8BBE9F7747E6}">
      <dsp:nvSpPr>
        <dsp:cNvPr id="0" name=""/>
        <dsp:cNvSpPr/>
      </dsp:nvSpPr>
      <dsp:spPr>
        <a:xfrm>
          <a:off x="0" y="97059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DA8E5B-6306-4916-8CDA-EB0FF7F682A5}">
      <dsp:nvSpPr>
        <dsp:cNvPr id="0" name=""/>
        <dsp:cNvSpPr/>
      </dsp:nvSpPr>
      <dsp:spPr>
        <a:xfrm>
          <a:off x="0" y="970599"/>
          <a:ext cx="10515600" cy="323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a:t>This is the simplest server-side encryption approach and is enabled by default for new S3 objects. </a:t>
          </a:r>
          <a:endParaRPr lang="en-US" sz="1400" kern="1200"/>
        </a:p>
      </dsp:txBody>
      <dsp:txXfrm>
        <a:off x="0" y="970599"/>
        <a:ext cx="10515600" cy="323335"/>
      </dsp:txXfrm>
    </dsp:sp>
    <dsp:sp modelId="{BAC2ED50-D58B-456A-BA2B-ACFD7F2EA6DD}">
      <dsp:nvSpPr>
        <dsp:cNvPr id="0" name=""/>
        <dsp:cNvSpPr/>
      </dsp:nvSpPr>
      <dsp:spPr>
        <a:xfrm>
          <a:off x="0" y="1293935"/>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905FD6-100D-4904-A7C5-2382A4E27FDB}">
      <dsp:nvSpPr>
        <dsp:cNvPr id="0" name=""/>
        <dsp:cNvSpPr/>
      </dsp:nvSpPr>
      <dsp:spPr>
        <a:xfrm>
          <a:off x="0" y="1293935"/>
          <a:ext cx="10515600" cy="323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1" kern="1200"/>
            <a:t>SSE-KMS</a:t>
          </a:r>
          <a:endParaRPr lang="en-US" sz="1400" kern="1200"/>
        </a:p>
      </dsp:txBody>
      <dsp:txXfrm>
        <a:off x="0" y="1293935"/>
        <a:ext cx="10515600" cy="323335"/>
      </dsp:txXfrm>
    </dsp:sp>
    <dsp:sp modelId="{30A82A9A-733B-4BBA-B441-F56DAFF7DDD1}">
      <dsp:nvSpPr>
        <dsp:cNvPr id="0" name=""/>
        <dsp:cNvSpPr/>
      </dsp:nvSpPr>
      <dsp:spPr>
        <a:xfrm>
          <a:off x="0" y="161727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C9D679-FC09-4F49-8625-2E4F2905BF3C}">
      <dsp:nvSpPr>
        <dsp:cNvPr id="0" name=""/>
        <dsp:cNvSpPr/>
      </dsp:nvSpPr>
      <dsp:spPr>
        <a:xfrm>
          <a:off x="0" y="1617271"/>
          <a:ext cx="10515600" cy="323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a:t>Uses keys managed through </a:t>
          </a:r>
          <a:r>
            <a:rPr lang="en-IN" sz="1400" b="1" kern="1200"/>
            <a:t>AWS Key Management Service</a:t>
          </a:r>
          <a:r>
            <a:rPr lang="en-IN" sz="1400" kern="1200"/>
            <a:t>. </a:t>
          </a:r>
          <a:endParaRPr lang="en-US" sz="1400" kern="1200"/>
        </a:p>
      </dsp:txBody>
      <dsp:txXfrm>
        <a:off x="0" y="1617271"/>
        <a:ext cx="10515600" cy="323335"/>
      </dsp:txXfrm>
    </dsp:sp>
    <dsp:sp modelId="{380E61D7-0AD9-4AC7-930F-EDAFBB9F752C}">
      <dsp:nvSpPr>
        <dsp:cNvPr id="0" name=""/>
        <dsp:cNvSpPr/>
      </dsp:nvSpPr>
      <dsp:spPr>
        <a:xfrm>
          <a:off x="0" y="1940606"/>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4CC209-3ECB-4237-BB3C-C05BFD0D57DE}">
      <dsp:nvSpPr>
        <dsp:cNvPr id="0" name=""/>
        <dsp:cNvSpPr/>
      </dsp:nvSpPr>
      <dsp:spPr>
        <a:xfrm>
          <a:off x="0" y="1940606"/>
          <a:ext cx="10515600" cy="323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a:t>This provides more control over keys and allows key usage to be audited. </a:t>
          </a:r>
          <a:endParaRPr lang="en-US" sz="1400" kern="1200"/>
        </a:p>
      </dsp:txBody>
      <dsp:txXfrm>
        <a:off x="0" y="1940606"/>
        <a:ext cx="10515600" cy="323335"/>
      </dsp:txXfrm>
    </dsp:sp>
    <dsp:sp modelId="{AC87F5D9-E467-4E50-886C-9C5DBB8F85EB}">
      <dsp:nvSpPr>
        <dsp:cNvPr id="0" name=""/>
        <dsp:cNvSpPr/>
      </dsp:nvSpPr>
      <dsp:spPr>
        <a:xfrm>
          <a:off x="0" y="2263942"/>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AE883E-3E51-4311-9308-5F13D45A18BF}">
      <dsp:nvSpPr>
        <dsp:cNvPr id="0" name=""/>
        <dsp:cNvSpPr/>
      </dsp:nvSpPr>
      <dsp:spPr>
        <a:xfrm>
          <a:off x="0" y="2263942"/>
          <a:ext cx="10515600" cy="323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1" kern="1200"/>
            <a:t>SSE-C</a:t>
          </a:r>
          <a:endParaRPr lang="en-US" sz="1400" kern="1200"/>
        </a:p>
      </dsp:txBody>
      <dsp:txXfrm>
        <a:off x="0" y="2263942"/>
        <a:ext cx="10515600" cy="323335"/>
      </dsp:txXfrm>
    </dsp:sp>
    <dsp:sp modelId="{2B109EED-FED5-4971-9E30-2A363B85E734}">
      <dsp:nvSpPr>
        <dsp:cNvPr id="0" name=""/>
        <dsp:cNvSpPr/>
      </dsp:nvSpPr>
      <dsp:spPr>
        <a:xfrm>
          <a:off x="0" y="2587278"/>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B1E71F-94A6-476F-90B3-CFFECCD5FBF9}">
      <dsp:nvSpPr>
        <dsp:cNvPr id="0" name=""/>
        <dsp:cNvSpPr/>
      </dsp:nvSpPr>
      <dsp:spPr>
        <a:xfrm>
          <a:off x="0" y="2587278"/>
          <a:ext cx="10515600" cy="323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a:t>The customer provides the encryption key. </a:t>
          </a:r>
          <a:endParaRPr lang="en-US" sz="1400" kern="1200"/>
        </a:p>
      </dsp:txBody>
      <dsp:txXfrm>
        <a:off x="0" y="2587278"/>
        <a:ext cx="10515600" cy="323335"/>
      </dsp:txXfrm>
    </dsp:sp>
    <dsp:sp modelId="{7FD78E02-AF40-42C4-81AE-93130EB3C794}">
      <dsp:nvSpPr>
        <dsp:cNvPr id="0" name=""/>
        <dsp:cNvSpPr/>
      </dsp:nvSpPr>
      <dsp:spPr>
        <a:xfrm>
          <a:off x="0" y="291061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01EA98-8E70-4FEA-97AA-579EE5A549CB}">
      <dsp:nvSpPr>
        <dsp:cNvPr id="0" name=""/>
        <dsp:cNvSpPr/>
      </dsp:nvSpPr>
      <dsp:spPr>
        <a:xfrm>
          <a:off x="0" y="2910614"/>
          <a:ext cx="10515600" cy="323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a:t>Amazon S3 performs the encryption, but S3 does not store the customer-provided key. </a:t>
          </a:r>
          <a:endParaRPr lang="en-US" sz="1400" kern="1200"/>
        </a:p>
      </dsp:txBody>
      <dsp:txXfrm>
        <a:off x="0" y="2910614"/>
        <a:ext cx="10515600" cy="323335"/>
      </dsp:txXfrm>
    </dsp:sp>
    <dsp:sp modelId="{EDBEA71D-DCE0-4FB4-9A0A-7E6339341F4E}">
      <dsp:nvSpPr>
        <dsp:cNvPr id="0" name=""/>
        <dsp:cNvSpPr/>
      </dsp:nvSpPr>
      <dsp:spPr>
        <a:xfrm>
          <a:off x="0" y="323394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165525-9576-410C-B171-25A1B38C310F}">
      <dsp:nvSpPr>
        <dsp:cNvPr id="0" name=""/>
        <dsp:cNvSpPr/>
      </dsp:nvSpPr>
      <dsp:spPr>
        <a:xfrm>
          <a:off x="0" y="3233949"/>
          <a:ext cx="10515600" cy="323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1" kern="1200"/>
            <a:t>Client-Side Encryption</a:t>
          </a:r>
          <a:endParaRPr lang="en-US" sz="1400" kern="1200"/>
        </a:p>
      </dsp:txBody>
      <dsp:txXfrm>
        <a:off x="0" y="3233949"/>
        <a:ext cx="10515600" cy="323335"/>
      </dsp:txXfrm>
    </dsp:sp>
    <dsp:sp modelId="{9DDAB048-9772-4083-BE22-6F3B7CEE5B6C}">
      <dsp:nvSpPr>
        <dsp:cNvPr id="0" name=""/>
        <dsp:cNvSpPr/>
      </dsp:nvSpPr>
      <dsp:spPr>
        <a:xfrm>
          <a:off x="0" y="3557285"/>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C77BD7-54A0-45CD-AD68-668A6BF6234E}">
      <dsp:nvSpPr>
        <dsp:cNvPr id="0" name=""/>
        <dsp:cNvSpPr/>
      </dsp:nvSpPr>
      <dsp:spPr>
        <a:xfrm>
          <a:off x="0" y="3557285"/>
          <a:ext cx="10515600" cy="323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a:t>The data is encrypted </a:t>
          </a:r>
          <a:r>
            <a:rPr lang="en-IN" sz="1400" b="1" kern="1200"/>
            <a:t>before it is sent to S3</a:t>
          </a:r>
          <a:r>
            <a:rPr lang="en-IN" sz="1400" kern="1200"/>
            <a:t>. </a:t>
          </a:r>
          <a:endParaRPr lang="en-US" sz="1400" kern="1200"/>
        </a:p>
      </dsp:txBody>
      <dsp:txXfrm>
        <a:off x="0" y="3557285"/>
        <a:ext cx="10515600" cy="323335"/>
      </dsp:txXfrm>
    </dsp:sp>
    <dsp:sp modelId="{A4F7CCF8-BCAB-49BA-A02C-B366A49DA3D3}">
      <dsp:nvSpPr>
        <dsp:cNvPr id="0" name=""/>
        <dsp:cNvSpPr/>
      </dsp:nvSpPr>
      <dsp:spPr>
        <a:xfrm>
          <a:off x="0" y="388062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C518E4-FDA6-49A5-AF16-BC72CFE0C16F}">
      <dsp:nvSpPr>
        <dsp:cNvPr id="0" name=""/>
        <dsp:cNvSpPr/>
      </dsp:nvSpPr>
      <dsp:spPr>
        <a:xfrm>
          <a:off x="0" y="3880621"/>
          <a:ext cx="10515600" cy="323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a:t>The customer controls both the encryption process and the keys. </a:t>
          </a:r>
          <a:endParaRPr lang="en-US" sz="1400" kern="1200"/>
        </a:p>
      </dsp:txBody>
      <dsp:txXfrm>
        <a:off x="0" y="3880621"/>
        <a:ext cx="10515600" cy="323335"/>
      </dsp:txXfrm>
    </dsp:sp>
    <dsp:sp modelId="{D47EF0C1-54E7-4EE9-BD70-27E8C55203E4}">
      <dsp:nvSpPr>
        <dsp:cNvPr id="0" name=""/>
        <dsp:cNvSpPr/>
      </dsp:nvSpPr>
      <dsp:spPr>
        <a:xfrm>
          <a:off x="0" y="4203957"/>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55DF51-CC2E-4B5F-B3F5-64D7057D83EB}">
      <dsp:nvSpPr>
        <dsp:cNvPr id="0" name=""/>
        <dsp:cNvSpPr/>
      </dsp:nvSpPr>
      <dsp:spPr>
        <a:xfrm>
          <a:off x="0" y="4203957"/>
          <a:ext cx="10515600" cy="323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a:t>The easiest way to separate these methods is to ask:</a:t>
          </a:r>
          <a:endParaRPr lang="en-US" sz="1400" kern="1200"/>
        </a:p>
      </dsp:txBody>
      <dsp:txXfrm>
        <a:off x="0" y="4203957"/>
        <a:ext cx="10515600" cy="323335"/>
      </dsp:txXfrm>
    </dsp:sp>
    <dsp:sp modelId="{27A5F44A-20F7-412F-B563-EB9C4D01264B}">
      <dsp:nvSpPr>
        <dsp:cNvPr id="0" name=""/>
        <dsp:cNvSpPr/>
      </dsp:nvSpPr>
      <dsp:spPr>
        <a:xfrm>
          <a:off x="0" y="452729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A51627-53E9-4C55-AC33-BA0109D57015}">
      <dsp:nvSpPr>
        <dsp:cNvPr id="0" name=""/>
        <dsp:cNvSpPr/>
      </dsp:nvSpPr>
      <dsp:spPr>
        <a:xfrm>
          <a:off x="0" y="4527293"/>
          <a:ext cx="10515600" cy="323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1" kern="1200"/>
            <a:t>Who owns and manages the encryption key?</a:t>
          </a:r>
          <a:endParaRPr lang="en-US" sz="1400" kern="1200"/>
        </a:p>
      </dsp:txBody>
      <dsp:txXfrm>
        <a:off x="0" y="4527293"/>
        <a:ext cx="10515600" cy="32333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A52E80-3E5B-47A8-A134-CA1AAA4892BA}">
      <dsp:nvSpPr>
        <dsp:cNvPr id="0" name=""/>
        <dsp:cNvSpPr/>
      </dsp:nvSpPr>
      <dsp:spPr>
        <a:xfrm>
          <a:off x="0" y="569"/>
          <a:ext cx="10515600" cy="4785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E581AD-B643-4F5E-BF97-8F45AF349BC0}">
      <dsp:nvSpPr>
        <dsp:cNvPr id="0" name=""/>
        <dsp:cNvSpPr/>
      </dsp:nvSpPr>
      <dsp:spPr>
        <a:xfrm>
          <a:off x="144769" y="108249"/>
          <a:ext cx="263216" cy="26321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71F7DA-42D2-4E97-B5B1-9D8D25331B27}">
      <dsp:nvSpPr>
        <dsp:cNvPr id="0" name=""/>
        <dsp:cNvSpPr/>
      </dsp:nvSpPr>
      <dsp:spPr>
        <a:xfrm>
          <a:off x="552754" y="569"/>
          <a:ext cx="9962845" cy="478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649" tIns="50649" rIns="50649" bIns="50649" numCol="1" spcCol="1270" anchor="ctr" anchorCtr="0">
          <a:noAutofit/>
        </a:bodyPr>
        <a:lstStyle/>
        <a:p>
          <a:pPr marL="0" lvl="0" indent="0" algn="l" defTabSz="622300">
            <a:lnSpc>
              <a:spcPct val="100000"/>
            </a:lnSpc>
            <a:spcBef>
              <a:spcPct val="0"/>
            </a:spcBef>
            <a:spcAft>
              <a:spcPct val="35000"/>
            </a:spcAft>
            <a:buNone/>
          </a:pPr>
          <a:r>
            <a:rPr lang="en-IN" sz="1400" kern="1200"/>
            <a:t>Encryption at rest protects stored files, but the data should also be protected while it moves across the network.</a:t>
          </a:r>
          <a:endParaRPr lang="en-US" sz="1400" kern="1200"/>
        </a:p>
      </dsp:txBody>
      <dsp:txXfrm>
        <a:off x="552754" y="569"/>
        <a:ext cx="9962845" cy="478575"/>
      </dsp:txXfrm>
    </dsp:sp>
    <dsp:sp modelId="{DAFD9BB6-449E-4002-B69A-11337DD4BB39}">
      <dsp:nvSpPr>
        <dsp:cNvPr id="0" name=""/>
        <dsp:cNvSpPr/>
      </dsp:nvSpPr>
      <dsp:spPr>
        <a:xfrm>
          <a:off x="0" y="598789"/>
          <a:ext cx="10515600" cy="4785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CA9677-98FB-4389-B5E2-791E5CFE0588}">
      <dsp:nvSpPr>
        <dsp:cNvPr id="0" name=""/>
        <dsp:cNvSpPr/>
      </dsp:nvSpPr>
      <dsp:spPr>
        <a:xfrm>
          <a:off x="144769" y="706468"/>
          <a:ext cx="263216" cy="26321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551ABB-E4CF-4D5A-A6AD-84E7A75AF4DD}">
      <dsp:nvSpPr>
        <dsp:cNvPr id="0" name=""/>
        <dsp:cNvSpPr/>
      </dsp:nvSpPr>
      <dsp:spPr>
        <a:xfrm>
          <a:off x="552754" y="598789"/>
          <a:ext cx="9962845" cy="478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649" tIns="50649" rIns="50649" bIns="50649" numCol="1" spcCol="1270" anchor="ctr" anchorCtr="0">
          <a:noAutofit/>
        </a:bodyPr>
        <a:lstStyle/>
        <a:p>
          <a:pPr marL="0" lvl="0" indent="0" algn="l" defTabSz="622300">
            <a:lnSpc>
              <a:spcPct val="100000"/>
            </a:lnSpc>
            <a:spcBef>
              <a:spcPct val="0"/>
            </a:spcBef>
            <a:spcAft>
              <a:spcPct val="35000"/>
            </a:spcAft>
            <a:buNone/>
          </a:pPr>
          <a:r>
            <a:rPr lang="en-IN" sz="1400" b="1" kern="1200"/>
            <a:t>Encryption in transit uses SSL/TLS</a:t>
          </a:r>
          <a:r>
            <a:rPr lang="en-IN" sz="1400" kern="1200"/>
            <a:t>, which is normally provided through HTTPS. </a:t>
          </a:r>
          <a:endParaRPr lang="en-US" sz="1400" kern="1200"/>
        </a:p>
      </dsp:txBody>
      <dsp:txXfrm>
        <a:off x="552754" y="598789"/>
        <a:ext cx="9962845" cy="478575"/>
      </dsp:txXfrm>
    </dsp:sp>
    <dsp:sp modelId="{FBB31528-8419-49CC-A71E-BFC1C01B82A6}">
      <dsp:nvSpPr>
        <dsp:cNvPr id="0" name=""/>
        <dsp:cNvSpPr/>
      </dsp:nvSpPr>
      <dsp:spPr>
        <a:xfrm>
          <a:off x="0" y="1197008"/>
          <a:ext cx="10515600" cy="4785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DA3D36-717F-49BE-8E9C-67008BA57E1D}">
      <dsp:nvSpPr>
        <dsp:cNvPr id="0" name=""/>
        <dsp:cNvSpPr/>
      </dsp:nvSpPr>
      <dsp:spPr>
        <a:xfrm>
          <a:off x="144769" y="1304687"/>
          <a:ext cx="263216" cy="26321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5092D7-E1A7-41B2-A79E-69F1219B2101}">
      <dsp:nvSpPr>
        <dsp:cNvPr id="0" name=""/>
        <dsp:cNvSpPr/>
      </dsp:nvSpPr>
      <dsp:spPr>
        <a:xfrm>
          <a:off x="552754" y="1197008"/>
          <a:ext cx="9962845" cy="478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649" tIns="50649" rIns="50649" bIns="50649" numCol="1" spcCol="1270" anchor="ctr" anchorCtr="0">
          <a:noAutofit/>
        </a:bodyPr>
        <a:lstStyle/>
        <a:p>
          <a:pPr marL="0" lvl="0" indent="0" algn="l" defTabSz="622300">
            <a:lnSpc>
              <a:spcPct val="100000"/>
            </a:lnSpc>
            <a:spcBef>
              <a:spcPct val="0"/>
            </a:spcBef>
            <a:spcAft>
              <a:spcPct val="35000"/>
            </a:spcAft>
            <a:buNone/>
          </a:pPr>
          <a:r>
            <a:rPr lang="en-IN" sz="1400" kern="1200"/>
            <a:t>S3 supports both HTTP and HTTPS endpoints, but HTTPS provides encryption while the data is moving between the client and S3. </a:t>
          </a:r>
          <a:endParaRPr lang="en-US" sz="1400" kern="1200"/>
        </a:p>
      </dsp:txBody>
      <dsp:txXfrm>
        <a:off x="552754" y="1197008"/>
        <a:ext cx="9962845" cy="478575"/>
      </dsp:txXfrm>
    </dsp:sp>
    <dsp:sp modelId="{3AA4A254-4E15-4E72-8D4B-737D18E1E492}">
      <dsp:nvSpPr>
        <dsp:cNvPr id="0" name=""/>
        <dsp:cNvSpPr/>
      </dsp:nvSpPr>
      <dsp:spPr>
        <a:xfrm>
          <a:off x="0" y="1795227"/>
          <a:ext cx="10515600" cy="4785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C870C7-AF04-4F68-A2B6-612A5305FD46}">
      <dsp:nvSpPr>
        <dsp:cNvPr id="0" name=""/>
        <dsp:cNvSpPr/>
      </dsp:nvSpPr>
      <dsp:spPr>
        <a:xfrm>
          <a:off x="144769" y="1902907"/>
          <a:ext cx="263216" cy="26321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7EB87B-D296-4251-A43C-F5254B397276}">
      <dsp:nvSpPr>
        <dsp:cNvPr id="0" name=""/>
        <dsp:cNvSpPr/>
      </dsp:nvSpPr>
      <dsp:spPr>
        <a:xfrm>
          <a:off x="552754" y="1795227"/>
          <a:ext cx="9962845" cy="478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649" tIns="50649" rIns="50649" bIns="50649" numCol="1" spcCol="1270" anchor="ctr" anchorCtr="0">
          <a:noAutofit/>
        </a:bodyPr>
        <a:lstStyle/>
        <a:p>
          <a:pPr marL="0" lvl="0" indent="0" algn="l" defTabSz="622300">
            <a:lnSpc>
              <a:spcPct val="100000"/>
            </a:lnSpc>
            <a:spcBef>
              <a:spcPct val="0"/>
            </a:spcBef>
            <a:spcAft>
              <a:spcPct val="35000"/>
            </a:spcAft>
            <a:buNone/>
          </a:pPr>
          <a:r>
            <a:rPr lang="en-IN" sz="1400" kern="1200"/>
            <a:t>The course recommends HTTPS and notes that it is required when using SSE-C. </a:t>
          </a:r>
          <a:endParaRPr lang="en-US" sz="1400" kern="1200"/>
        </a:p>
      </dsp:txBody>
      <dsp:txXfrm>
        <a:off x="552754" y="1795227"/>
        <a:ext cx="9962845" cy="478575"/>
      </dsp:txXfrm>
    </dsp:sp>
    <dsp:sp modelId="{D21210D7-398D-476E-9B5B-0DA9877A91A5}">
      <dsp:nvSpPr>
        <dsp:cNvPr id="0" name=""/>
        <dsp:cNvSpPr/>
      </dsp:nvSpPr>
      <dsp:spPr>
        <a:xfrm>
          <a:off x="0" y="2393446"/>
          <a:ext cx="10515600" cy="4785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B0156B-75B6-4D5F-8022-7DD7A8B262D0}">
      <dsp:nvSpPr>
        <dsp:cNvPr id="0" name=""/>
        <dsp:cNvSpPr/>
      </dsp:nvSpPr>
      <dsp:spPr>
        <a:xfrm>
          <a:off x="144769" y="2501126"/>
          <a:ext cx="263216" cy="26321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CC44CC-94D6-4287-92FA-5D46F6748650}">
      <dsp:nvSpPr>
        <dsp:cNvPr id="0" name=""/>
        <dsp:cNvSpPr/>
      </dsp:nvSpPr>
      <dsp:spPr>
        <a:xfrm>
          <a:off x="552754" y="2393446"/>
          <a:ext cx="9962845" cy="478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649" tIns="50649" rIns="50649" bIns="50649" numCol="1" spcCol="1270" anchor="ctr" anchorCtr="0">
          <a:noAutofit/>
        </a:bodyPr>
        <a:lstStyle/>
        <a:p>
          <a:pPr marL="0" lvl="0" indent="0" algn="l" defTabSz="622300">
            <a:lnSpc>
              <a:spcPct val="100000"/>
            </a:lnSpc>
            <a:spcBef>
              <a:spcPct val="0"/>
            </a:spcBef>
            <a:spcAft>
              <a:spcPct val="35000"/>
            </a:spcAft>
            <a:buNone/>
          </a:pPr>
          <a:r>
            <a:rPr lang="en-IN" sz="1400" b="1" kern="1200"/>
            <a:t>Easy Difference</a:t>
          </a:r>
          <a:endParaRPr lang="en-US" sz="1400" kern="1200"/>
        </a:p>
      </dsp:txBody>
      <dsp:txXfrm>
        <a:off x="552754" y="2393446"/>
        <a:ext cx="9962845" cy="478575"/>
      </dsp:txXfrm>
    </dsp:sp>
    <dsp:sp modelId="{475C5E22-1C2A-4317-AD50-9B6A07C4D9EE}">
      <dsp:nvSpPr>
        <dsp:cNvPr id="0" name=""/>
        <dsp:cNvSpPr/>
      </dsp:nvSpPr>
      <dsp:spPr>
        <a:xfrm>
          <a:off x="0" y="2991666"/>
          <a:ext cx="10515600" cy="4785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8C628B-A22F-4DDF-AF80-E71D8DAD2709}">
      <dsp:nvSpPr>
        <dsp:cNvPr id="0" name=""/>
        <dsp:cNvSpPr/>
      </dsp:nvSpPr>
      <dsp:spPr>
        <a:xfrm>
          <a:off x="144769" y="3099345"/>
          <a:ext cx="263216" cy="26321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A85A14-D1A5-4A08-AE75-192753E41A18}">
      <dsp:nvSpPr>
        <dsp:cNvPr id="0" name=""/>
        <dsp:cNvSpPr/>
      </dsp:nvSpPr>
      <dsp:spPr>
        <a:xfrm>
          <a:off x="552754" y="2991666"/>
          <a:ext cx="9962845" cy="478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649" tIns="50649" rIns="50649" bIns="50649" numCol="1" spcCol="1270" anchor="ctr" anchorCtr="0">
          <a:noAutofit/>
        </a:bodyPr>
        <a:lstStyle/>
        <a:p>
          <a:pPr marL="0" lvl="0" indent="0" algn="l" defTabSz="622300">
            <a:lnSpc>
              <a:spcPct val="100000"/>
            </a:lnSpc>
            <a:spcBef>
              <a:spcPct val="0"/>
            </a:spcBef>
            <a:spcAft>
              <a:spcPct val="35000"/>
            </a:spcAft>
            <a:buNone/>
          </a:pPr>
          <a:r>
            <a:rPr lang="en-IN" sz="1400" b="1" kern="1200"/>
            <a:t>Encryption at rest:</a:t>
          </a:r>
          <a:r>
            <a:rPr lang="en-IN" sz="1400" kern="1200"/>
            <a:t> protects the file while it is stored.</a:t>
          </a:r>
          <a:endParaRPr lang="en-US" sz="1400" kern="1200"/>
        </a:p>
      </dsp:txBody>
      <dsp:txXfrm>
        <a:off x="552754" y="2991666"/>
        <a:ext cx="9962845" cy="478575"/>
      </dsp:txXfrm>
    </dsp:sp>
    <dsp:sp modelId="{52601C65-A617-4E7F-BEF5-5408DB346074}">
      <dsp:nvSpPr>
        <dsp:cNvPr id="0" name=""/>
        <dsp:cNvSpPr/>
      </dsp:nvSpPr>
      <dsp:spPr>
        <a:xfrm>
          <a:off x="0" y="3589885"/>
          <a:ext cx="10515600" cy="4785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64400D-5FB6-463C-91F7-7FCEA3F0BB7C}">
      <dsp:nvSpPr>
        <dsp:cNvPr id="0" name=""/>
        <dsp:cNvSpPr/>
      </dsp:nvSpPr>
      <dsp:spPr>
        <a:xfrm>
          <a:off x="144769" y="3697565"/>
          <a:ext cx="263216" cy="26321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03773D-B467-4BF8-8E16-6E6CDA4A7B21}">
      <dsp:nvSpPr>
        <dsp:cNvPr id="0" name=""/>
        <dsp:cNvSpPr/>
      </dsp:nvSpPr>
      <dsp:spPr>
        <a:xfrm>
          <a:off x="552754" y="3589885"/>
          <a:ext cx="9962845" cy="478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649" tIns="50649" rIns="50649" bIns="50649" numCol="1" spcCol="1270" anchor="ctr" anchorCtr="0">
          <a:noAutofit/>
        </a:bodyPr>
        <a:lstStyle/>
        <a:p>
          <a:pPr marL="0" lvl="0" indent="0" algn="l" defTabSz="622300">
            <a:lnSpc>
              <a:spcPct val="100000"/>
            </a:lnSpc>
            <a:spcBef>
              <a:spcPct val="0"/>
            </a:spcBef>
            <a:spcAft>
              <a:spcPct val="35000"/>
            </a:spcAft>
            <a:buNone/>
          </a:pPr>
          <a:r>
            <a:rPr lang="en-IN" sz="1400" b="1" kern="1200"/>
            <a:t>Encryption in transit:</a:t>
          </a:r>
          <a:r>
            <a:rPr lang="en-IN" sz="1400" kern="1200"/>
            <a:t> protects the file while it is traveling between systems.</a:t>
          </a:r>
          <a:endParaRPr lang="en-US" sz="1400" kern="1200"/>
        </a:p>
      </dsp:txBody>
      <dsp:txXfrm>
        <a:off x="552754" y="3589885"/>
        <a:ext cx="9962845" cy="478575"/>
      </dsp:txXfrm>
    </dsp:sp>
    <dsp:sp modelId="{2796B523-A7D4-4B42-94EE-8069D7BFD771}">
      <dsp:nvSpPr>
        <dsp:cNvPr id="0" name=""/>
        <dsp:cNvSpPr/>
      </dsp:nvSpPr>
      <dsp:spPr>
        <a:xfrm>
          <a:off x="0" y="4188104"/>
          <a:ext cx="10515600" cy="47857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599895-F78D-4422-A605-D1FE0EB1356D}">
      <dsp:nvSpPr>
        <dsp:cNvPr id="0" name=""/>
        <dsp:cNvSpPr/>
      </dsp:nvSpPr>
      <dsp:spPr>
        <a:xfrm>
          <a:off x="144769" y="4295784"/>
          <a:ext cx="263216" cy="26321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9745AC-4A41-47FC-9BA6-21AFAADECCE2}">
      <dsp:nvSpPr>
        <dsp:cNvPr id="0" name=""/>
        <dsp:cNvSpPr/>
      </dsp:nvSpPr>
      <dsp:spPr>
        <a:xfrm>
          <a:off x="552754" y="4188104"/>
          <a:ext cx="9962845" cy="478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649" tIns="50649" rIns="50649" bIns="50649" numCol="1" spcCol="1270" anchor="ctr" anchorCtr="0">
          <a:noAutofit/>
        </a:bodyPr>
        <a:lstStyle/>
        <a:p>
          <a:pPr marL="0" lvl="0" indent="0" algn="l" defTabSz="622300">
            <a:lnSpc>
              <a:spcPct val="100000"/>
            </a:lnSpc>
            <a:spcBef>
              <a:spcPct val="0"/>
            </a:spcBef>
            <a:spcAft>
              <a:spcPct val="35000"/>
            </a:spcAft>
            <a:buNone/>
          </a:pPr>
          <a:r>
            <a:rPr lang="en-IN" sz="1400" kern="1200"/>
            <a:t>A secure GenAI data pipeline usually needs both kinds of protection.</a:t>
          </a:r>
          <a:endParaRPr lang="en-US" sz="1400" kern="1200"/>
        </a:p>
      </dsp:txBody>
      <dsp:txXfrm>
        <a:off x="552754" y="4188104"/>
        <a:ext cx="9962845" cy="4785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3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6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7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3CE4A-1243-4AA0-BF1B-D85045561B1C}" type="datetimeFigureOut">
              <a:rPr lang="en-IN" smtClean="0"/>
              <a:t>01-10-2026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38C97D-00BB-455D-8436-A3E08FD16FC9}" type="slidenum">
              <a:rPr lang="en-IN" smtClean="0"/>
              <a:t>‹#›</a:t>
            </a:fld>
            <a:endParaRPr lang="en-IN"/>
          </a:p>
        </p:txBody>
      </p:sp>
    </p:spTree>
    <p:extLst>
      <p:ext uri="{BB962C8B-B14F-4D97-AF65-F5344CB8AC3E}">
        <p14:creationId xmlns:p14="http://schemas.microsoft.com/office/powerpoint/2010/main" val="2573721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38C97D-00BB-455D-8436-A3E08FD16FC9}" type="slidenum">
              <a:rPr lang="en-IN" smtClean="0"/>
              <a:t>19</a:t>
            </a:fld>
            <a:endParaRPr lang="en-IN"/>
          </a:p>
        </p:txBody>
      </p:sp>
    </p:spTree>
    <p:extLst>
      <p:ext uri="{BB962C8B-B14F-4D97-AF65-F5344CB8AC3E}">
        <p14:creationId xmlns:p14="http://schemas.microsoft.com/office/powerpoint/2010/main" val="990548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7CE77-E520-75DC-D876-77E200E89F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D343C7-4C2D-476F-4B6A-F9E3D54179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BD67506-B047-7243-CF75-62750F6A40DD}"/>
              </a:ext>
            </a:extLst>
          </p:cNvPr>
          <p:cNvSpPr>
            <a:spLocks noGrp="1"/>
          </p:cNvSpPr>
          <p:nvPr>
            <p:ph type="dt" sz="half" idx="10"/>
          </p:nvPr>
        </p:nvSpPr>
        <p:spPr/>
        <p:txBody>
          <a:bodyPr/>
          <a:lstStyle/>
          <a:p>
            <a:fld id="{F3AEE5A4-99F4-4EFB-AB7C-E10863B3B23D}" type="datetimeFigureOut">
              <a:rPr lang="en-IN" smtClean="0"/>
              <a:t>01-10-2026</a:t>
            </a:fld>
            <a:endParaRPr lang="en-IN"/>
          </a:p>
        </p:txBody>
      </p:sp>
      <p:sp>
        <p:nvSpPr>
          <p:cNvPr id="5" name="Footer Placeholder 4">
            <a:extLst>
              <a:ext uri="{FF2B5EF4-FFF2-40B4-BE49-F238E27FC236}">
                <a16:creationId xmlns:a16="http://schemas.microsoft.com/office/drawing/2014/main" id="{BEB89842-4848-5995-8AC0-7CFD38930C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180CDE-F6CA-8F26-0753-0DADE708315B}"/>
              </a:ext>
            </a:extLst>
          </p:cNvPr>
          <p:cNvSpPr>
            <a:spLocks noGrp="1"/>
          </p:cNvSpPr>
          <p:nvPr>
            <p:ph type="sldNum" sz="quarter" idx="12"/>
          </p:nvPr>
        </p:nvSpPr>
        <p:spPr/>
        <p:txBody>
          <a:bodyPr/>
          <a:lstStyle/>
          <a:p>
            <a:fld id="{38683036-B391-4B4F-A532-81E5FD244F49}" type="slidenum">
              <a:rPr lang="en-IN" smtClean="0"/>
              <a:t>‹#›</a:t>
            </a:fld>
            <a:endParaRPr lang="en-IN"/>
          </a:p>
        </p:txBody>
      </p:sp>
    </p:spTree>
    <p:extLst>
      <p:ext uri="{BB962C8B-B14F-4D97-AF65-F5344CB8AC3E}">
        <p14:creationId xmlns:p14="http://schemas.microsoft.com/office/powerpoint/2010/main" val="3152393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FFEA1-7028-2845-0F78-071EEDD3FB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246A5A-79CE-E4CB-95C0-A347B08FCE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FF79A2-FB29-5ECA-8720-03840075BBC4}"/>
              </a:ext>
            </a:extLst>
          </p:cNvPr>
          <p:cNvSpPr>
            <a:spLocks noGrp="1"/>
          </p:cNvSpPr>
          <p:nvPr>
            <p:ph type="dt" sz="half" idx="10"/>
          </p:nvPr>
        </p:nvSpPr>
        <p:spPr/>
        <p:txBody>
          <a:bodyPr/>
          <a:lstStyle/>
          <a:p>
            <a:fld id="{F3AEE5A4-99F4-4EFB-AB7C-E10863B3B23D}" type="datetimeFigureOut">
              <a:rPr lang="en-IN" smtClean="0"/>
              <a:t>01-10-2026</a:t>
            </a:fld>
            <a:endParaRPr lang="en-IN"/>
          </a:p>
        </p:txBody>
      </p:sp>
      <p:sp>
        <p:nvSpPr>
          <p:cNvPr id="5" name="Footer Placeholder 4">
            <a:extLst>
              <a:ext uri="{FF2B5EF4-FFF2-40B4-BE49-F238E27FC236}">
                <a16:creationId xmlns:a16="http://schemas.microsoft.com/office/drawing/2014/main" id="{2BB535F9-CC6D-94A1-1EFE-DFE50157F6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200C46-F387-2013-FE38-DF7C73763AD0}"/>
              </a:ext>
            </a:extLst>
          </p:cNvPr>
          <p:cNvSpPr>
            <a:spLocks noGrp="1"/>
          </p:cNvSpPr>
          <p:nvPr>
            <p:ph type="sldNum" sz="quarter" idx="12"/>
          </p:nvPr>
        </p:nvSpPr>
        <p:spPr/>
        <p:txBody>
          <a:bodyPr/>
          <a:lstStyle/>
          <a:p>
            <a:fld id="{38683036-B391-4B4F-A532-81E5FD244F49}" type="slidenum">
              <a:rPr lang="en-IN" smtClean="0"/>
              <a:t>‹#›</a:t>
            </a:fld>
            <a:endParaRPr lang="en-IN"/>
          </a:p>
        </p:txBody>
      </p:sp>
    </p:spTree>
    <p:extLst>
      <p:ext uri="{BB962C8B-B14F-4D97-AF65-F5344CB8AC3E}">
        <p14:creationId xmlns:p14="http://schemas.microsoft.com/office/powerpoint/2010/main" val="1850743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3907F-ED72-E9A0-7235-E8D4E71158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BB5904-F8BE-1D69-77C4-3C1F2ABF4A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582FC7-CCD9-D66A-15A9-C6090018B34D}"/>
              </a:ext>
            </a:extLst>
          </p:cNvPr>
          <p:cNvSpPr>
            <a:spLocks noGrp="1"/>
          </p:cNvSpPr>
          <p:nvPr>
            <p:ph type="dt" sz="half" idx="10"/>
          </p:nvPr>
        </p:nvSpPr>
        <p:spPr/>
        <p:txBody>
          <a:bodyPr/>
          <a:lstStyle/>
          <a:p>
            <a:fld id="{F3AEE5A4-99F4-4EFB-AB7C-E10863B3B23D}" type="datetimeFigureOut">
              <a:rPr lang="en-IN" smtClean="0"/>
              <a:t>01-10-2026</a:t>
            </a:fld>
            <a:endParaRPr lang="en-IN"/>
          </a:p>
        </p:txBody>
      </p:sp>
      <p:sp>
        <p:nvSpPr>
          <p:cNvPr id="5" name="Footer Placeholder 4">
            <a:extLst>
              <a:ext uri="{FF2B5EF4-FFF2-40B4-BE49-F238E27FC236}">
                <a16:creationId xmlns:a16="http://schemas.microsoft.com/office/drawing/2014/main" id="{6AE801B4-D563-DF58-1287-65ED6D0FAB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A6961D-E953-876D-2C5B-CFDDCCA3D651}"/>
              </a:ext>
            </a:extLst>
          </p:cNvPr>
          <p:cNvSpPr>
            <a:spLocks noGrp="1"/>
          </p:cNvSpPr>
          <p:nvPr>
            <p:ph type="sldNum" sz="quarter" idx="12"/>
          </p:nvPr>
        </p:nvSpPr>
        <p:spPr/>
        <p:txBody>
          <a:bodyPr/>
          <a:lstStyle/>
          <a:p>
            <a:fld id="{38683036-B391-4B4F-A532-81E5FD244F49}" type="slidenum">
              <a:rPr lang="en-IN" smtClean="0"/>
              <a:t>‹#›</a:t>
            </a:fld>
            <a:endParaRPr lang="en-IN"/>
          </a:p>
        </p:txBody>
      </p:sp>
    </p:spTree>
    <p:extLst>
      <p:ext uri="{BB962C8B-B14F-4D97-AF65-F5344CB8AC3E}">
        <p14:creationId xmlns:p14="http://schemas.microsoft.com/office/powerpoint/2010/main" val="1411023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2CAB9-8357-48DD-BF16-6ABC844543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C52774-61F2-2A37-53C4-006544638C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68DD6E8-078E-3965-A0D7-F56B5A9F04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69C4951-79AD-B001-FA46-E82C88E9FBE4}"/>
              </a:ext>
            </a:extLst>
          </p:cNvPr>
          <p:cNvSpPr>
            <a:spLocks noGrp="1"/>
          </p:cNvSpPr>
          <p:nvPr>
            <p:ph type="dt" sz="half" idx="10"/>
          </p:nvPr>
        </p:nvSpPr>
        <p:spPr/>
        <p:txBody>
          <a:bodyPr/>
          <a:lstStyle/>
          <a:p>
            <a:fld id="{F3AEE5A4-99F4-4EFB-AB7C-E10863B3B23D}" type="datetimeFigureOut">
              <a:rPr lang="en-IN" smtClean="0"/>
              <a:t>01-10-2026</a:t>
            </a:fld>
            <a:endParaRPr lang="en-IN"/>
          </a:p>
        </p:txBody>
      </p:sp>
      <p:sp>
        <p:nvSpPr>
          <p:cNvPr id="6" name="Footer Placeholder 5">
            <a:extLst>
              <a:ext uri="{FF2B5EF4-FFF2-40B4-BE49-F238E27FC236}">
                <a16:creationId xmlns:a16="http://schemas.microsoft.com/office/drawing/2014/main" id="{46F6C4E2-C19B-8C97-06A4-5264880CDB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7B8939-E800-6A48-3B8E-C8D9B5298661}"/>
              </a:ext>
            </a:extLst>
          </p:cNvPr>
          <p:cNvSpPr>
            <a:spLocks noGrp="1"/>
          </p:cNvSpPr>
          <p:nvPr>
            <p:ph type="sldNum" sz="quarter" idx="12"/>
          </p:nvPr>
        </p:nvSpPr>
        <p:spPr/>
        <p:txBody>
          <a:bodyPr/>
          <a:lstStyle/>
          <a:p>
            <a:fld id="{38683036-B391-4B4F-A532-81E5FD244F49}" type="slidenum">
              <a:rPr lang="en-IN" smtClean="0"/>
              <a:t>‹#›</a:t>
            </a:fld>
            <a:endParaRPr lang="en-IN"/>
          </a:p>
        </p:txBody>
      </p:sp>
    </p:spTree>
    <p:extLst>
      <p:ext uri="{BB962C8B-B14F-4D97-AF65-F5344CB8AC3E}">
        <p14:creationId xmlns:p14="http://schemas.microsoft.com/office/powerpoint/2010/main" val="1362470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702FB-1BFA-74A8-2D89-66758FD04F4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980861-15B7-2B17-1DA6-F3E4683AD8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C60D53-CDAC-8369-1452-2FDAEF5D44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D149A90-4377-0C55-8ACA-59A1C6CE4E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4C4C82-D0C2-CCFC-3DCB-E18938C828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8732478-C654-035B-9D36-5A7A02B3EEBE}"/>
              </a:ext>
            </a:extLst>
          </p:cNvPr>
          <p:cNvSpPr>
            <a:spLocks noGrp="1"/>
          </p:cNvSpPr>
          <p:nvPr>
            <p:ph type="dt" sz="half" idx="10"/>
          </p:nvPr>
        </p:nvSpPr>
        <p:spPr/>
        <p:txBody>
          <a:bodyPr/>
          <a:lstStyle/>
          <a:p>
            <a:fld id="{F3AEE5A4-99F4-4EFB-AB7C-E10863B3B23D}" type="datetimeFigureOut">
              <a:rPr lang="en-IN" smtClean="0"/>
              <a:t>01-10-2026</a:t>
            </a:fld>
            <a:endParaRPr lang="en-IN"/>
          </a:p>
        </p:txBody>
      </p:sp>
      <p:sp>
        <p:nvSpPr>
          <p:cNvPr id="8" name="Footer Placeholder 7">
            <a:extLst>
              <a:ext uri="{FF2B5EF4-FFF2-40B4-BE49-F238E27FC236}">
                <a16:creationId xmlns:a16="http://schemas.microsoft.com/office/drawing/2014/main" id="{0664BD76-4C3A-BB86-FA4C-874B5175BD7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88E8BC4-F603-4490-251F-24BC48E87C01}"/>
              </a:ext>
            </a:extLst>
          </p:cNvPr>
          <p:cNvSpPr>
            <a:spLocks noGrp="1"/>
          </p:cNvSpPr>
          <p:nvPr>
            <p:ph type="sldNum" sz="quarter" idx="12"/>
          </p:nvPr>
        </p:nvSpPr>
        <p:spPr/>
        <p:txBody>
          <a:bodyPr/>
          <a:lstStyle/>
          <a:p>
            <a:fld id="{38683036-B391-4B4F-A532-81E5FD244F49}" type="slidenum">
              <a:rPr lang="en-IN" smtClean="0"/>
              <a:t>‹#›</a:t>
            </a:fld>
            <a:endParaRPr lang="en-IN"/>
          </a:p>
        </p:txBody>
      </p:sp>
    </p:spTree>
    <p:extLst>
      <p:ext uri="{BB962C8B-B14F-4D97-AF65-F5344CB8AC3E}">
        <p14:creationId xmlns:p14="http://schemas.microsoft.com/office/powerpoint/2010/main" val="4242209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381E1-2EA6-3D1E-639A-F958D29048D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73D6B3-5AF9-8138-5578-26262A7D018D}"/>
              </a:ext>
            </a:extLst>
          </p:cNvPr>
          <p:cNvSpPr>
            <a:spLocks noGrp="1"/>
          </p:cNvSpPr>
          <p:nvPr>
            <p:ph type="dt" sz="half" idx="10"/>
          </p:nvPr>
        </p:nvSpPr>
        <p:spPr/>
        <p:txBody>
          <a:bodyPr/>
          <a:lstStyle/>
          <a:p>
            <a:fld id="{F3AEE5A4-99F4-4EFB-AB7C-E10863B3B23D}" type="datetimeFigureOut">
              <a:rPr lang="en-IN" smtClean="0"/>
              <a:t>01-10-2026</a:t>
            </a:fld>
            <a:endParaRPr lang="en-IN"/>
          </a:p>
        </p:txBody>
      </p:sp>
      <p:sp>
        <p:nvSpPr>
          <p:cNvPr id="4" name="Footer Placeholder 3">
            <a:extLst>
              <a:ext uri="{FF2B5EF4-FFF2-40B4-BE49-F238E27FC236}">
                <a16:creationId xmlns:a16="http://schemas.microsoft.com/office/drawing/2014/main" id="{1592EE0E-CC75-C524-5ED4-7AEB0EB1C29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894CE27-6387-8FAE-6A5D-BA14CB569402}"/>
              </a:ext>
            </a:extLst>
          </p:cNvPr>
          <p:cNvSpPr>
            <a:spLocks noGrp="1"/>
          </p:cNvSpPr>
          <p:nvPr>
            <p:ph type="sldNum" sz="quarter" idx="12"/>
          </p:nvPr>
        </p:nvSpPr>
        <p:spPr/>
        <p:txBody>
          <a:bodyPr/>
          <a:lstStyle/>
          <a:p>
            <a:fld id="{38683036-B391-4B4F-A532-81E5FD244F49}" type="slidenum">
              <a:rPr lang="en-IN" smtClean="0"/>
              <a:t>‹#›</a:t>
            </a:fld>
            <a:endParaRPr lang="en-IN"/>
          </a:p>
        </p:txBody>
      </p:sp>
    </p:spTree>
    <p:extLst>
      <p:ext uri="{BB962C8B-B14F-4D97-AF65-F5344CB8AC3E}">
        <p14:creationId xmlns:p14="http://schemas.microsoft.com/office/powerpoint/2010/main" val="3869542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6E57BC-9461-158A-8F64-2AC07AE51778}"/>
              </a:ext>
            </a:extLst>
          </p:cNvPr>
          <p:cNvSpPr>
            <a:spLocks noGrp="1"/>
          </p:cNvSpPr>
          <p:nvPr>
            <p:ph type="dt" sz="half" idx="10"/>
          </p:nvPr>
        </p:nvSpPr>
        <p:spPr/>
        <p:txBody>
          <a:bodyPr/>
          <a:lstStyle/>
          <a:p>
            <a:fld id="{F3AEE5A4-99F4-4EFB-AB7C-E10863B3B23D}" type="datetimeFigureOut">
              <a:rPr lang="en-IN" smtClean="0"/>
              <a:t>01-10-2026</a:t>
            </a:fld>
            <a:endParaRPr lang="en-IN"/>
          </a:p>
        </p:txBody>
      </p:sp>
      <p:sp>
        <p:nvSpPr>
          <p:cNvPr id="3" name="Footer Placeholder 2">
            <a:extLst>
              <a:ext uri="{FF2B5EF4-FFF2-40B4-BE49-F238E27FC236}">
                <a16:creationId xmlns:a16="http://schemas.microsoft.com/office/drawing/2014/main" id="{44CCD520-1DCE-F4B0-2680-1E03C1718ED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C037CCD-9CF8-4842-405C-B24D6752C611}"/>
              </a:ext>
            </a:extLst>
          </p:cNvPr>
          <p:cNvSpPr>
            <a:spLocks noGrp="1"/>
          </p:cNvSpPr>
          <p:nvPr>
            <p:ph type="sldNum" sz="quarter" idx="12"/>
          </p:nvPr>
        </p:nvSpPr>
        <p:spPr/>
        <p:txBody>
          <a:bodyPr/>
          <a:lstStyle/>
          <a:p>
            <a:fld id="{38683036-B391-4B4F-A532-81E5FD244F49}" type="slidenum">
              <a:rPr lang="en-IN" smtClean="0"/>
              <a:t>‹#›</a:t>
            </a:fld>
            <a:endParaRPr lang="en-IN"/>
          </a:p>
        </p:txBody>
      </p:sp>
    </p:spTree>
    <p:extLst>
      <p:ext uri="{BB962C8B-B14F-4D97-AF65-F5344CB8AC3E}">
        <p14:creationId xmlns:p14="http://schemas.microsoft.com/office/powerpoint/2010/main" val="4161032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8CB67-73F9-C65B-6A03-C5C17526E1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45886B3-8D0B-B41D-F8D0-AC86B6DAAA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169D0EF-8AC5-F952-F040-E0DC5A1EFF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184FFA-EBD8-9EA2-6AF2-68E2AB89031B}"/>
              </a:ext>
            </a:extLst>
          </p:cNvPr>
          <p:cNvSpPr>
            <a:spLocks noGrp="1"/>
          </p:cNvSpPr>
          <p:nvPr>
            <p:ph type="dt" sz="half" idx="10"/>
          </p:nvPr>
        </p:nvSpPr>
        <p:spPr/>
        <p:txBody>
          <a:bodyPr/>
          <a:lstStyle/>
          <a:p>
            <a:fld id="{F3AEE5A4-99F4-4EFB-AB7C-E10863B3B23D}" type="datetimeFigureOut">
              <a:rPr lang="en-IN" smtClean="0"/>
              <a:t>01-10-2026</a:t>
            </a:fld>
            <a:endParaRPr lang="en-IN"/>
          </a:p>
        </p:txBody>
      </p:sp>
      <p:sp>
        <p:nvSpPr>
          <p:cNvPr id="6" name="Footer Placeholder 5">
            <a:extLst>
              <a:ext uri="{FF2B5EF4-FFF2-40B4-BE49-F238E27FC236}">
                <a16:creationId xmlns:a16="http://schemas.microsoft.com/office/drawing/2014/main" id="{91EEECEC-BA5A-05C7-EDF3-10310489B4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22B541-E1A5-0BF9-111B-4A0268F4C8D7}"/>
              </a:ext>
            </a:extLst>
          </p:cNvPr>
          <p:cNvSpPr>
            <a:spLocks noGrp="1"/>
          </p:cNvSpPr>
          <p:nvPr>
            <p:ph type="sldNum" sz="quarter" idx="12"/>
          </p:nvPr>
        </p:nvSpPr>
        <p:spPr/>
        <p:txBody>
          <a:bodyPr/>
          <a:lstStyle/>
          <a:p>
            <a:fld id="{38683036-B391-4B4F-A532-81E5FD244F49}" type="slidenum">
              <a:rPr lang="en-IN" smtClean="0"/>
              <a:t>‹#›</a:t>
            </a:fld>
            <a:endParaRPr lang="en-IN"/>
          </a:p>
        </p:txBody>
      </p:sp>
    </p:spTree>
    <p:extLst>
      <p:ext uri="{BB962C8B-B14F-4D97-AF65-F5344CB8AC3E}">
        <p14:creationId xmlns:p14="http://schemas.microsoft.com/office/powerpoint/2010/main" val="924895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AD847-7EC8-1370-2C3D-04442C7BBD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840400C-BB7A-62B9-D10B-A4BF3196A5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1203BED-C04D-21B0-3E2A-36979AC31F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679BED-96EE-098B-AEA3-5FD93E2A21B2}"/>
              </a:ext>
            </a:extLst>
          </p:cNvPr>
          <p:cNvSpPr>
            <a:spLocks noGrp="1"/>
          </p:cNvSpPr>
          <p:nvPr>
            <p:ph type="dt" sz="half" idx="10"/>
          </p:nvPr>
        </p:nvSpPr>
        <p:spPr/>
        <p:txBody>
          <a:bodyPr/>
          <a:lstStyle/>
          <a:p>
            <a:fld id="{F3AEE5A4-99F4-4EFB-AB7C-E10863B3B23D}" type="datetimeFigureOut">
              <a:rPr lang="en-IN" smtClean="0"/>
              <a:t>01-10-2026</a:t>
            </a:fld>
            <a:endParaRPr lang="en-IN"/>
          </a:p>
        </p:txBody>
      </p:sp>
      <p:sp>
        <p:nvSpPr>
          <p:cNvPr id="6" name="Footer Placeholder 5">
            <a:extLst>
              <a:ext uri="{FF2B5EF4-FFF2-40B4-BE49-F238E27FC236}">
                <a16:creationId xmlns:a16="http://schemas.microsoft.com/office/drawing/2014/main" id="{87D9EA4A-44E9-F3AD-9CCB-C33916C1286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F14AA9-2905-2F21-558B-F2EECA81435F}"/>
              </a:ext>
            </a:extLst>
          </p:cNvPr>
          <p:cNvSpPr>
            <a:spLocks noGrp="1"/>
          </p:cNvSpPr>
          <p:nvPr>
            <p:ph type="sldNum" sz="quarter" idx="12"/>
          </p:nvPr>
        </p:nvSpPr>
        <p:spPr/>
        <p:txBody>
          <a:bodyPr/>
          <a:lstStyle/>
          <a:p>
            <a:fld id="{38683036-B391-4B4F-A532-81E5FD244F49}" type="slidenum">
              <a:rPr lang="en-IN" smtClean="0"/>
              <a:t>‹#›</a:t>
            </a:fld>
            <a:endParaRPr lang="en-IN"/>
          </a:p>
        </p:txBody>
      </p:sp>
    </p:spTree>
    <p:extLst>
      <p:ext uri="{BB962C8B-B14F-4D97-AF65-F5344CB8AC3E}">
        <p14:creationId xmlns:p14="http://schemas.microsoft.com/office/powerpoint/2010/main" val="1088757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E09BF-1B10-2F75-1AE1-D2D5AE38C85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9ADA2D-2812-6549-1683-B8E598CCCF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38D9F1-D6AD-A5DA-9EB7-64B8043FC6B0}"/>
              </a:ext>
            </a:extLst>
          </p:cNvPr>
          <p:cNvSpPr>
            <a:spLocks noGrp="1"/>
          </p:cNvSpPr>
          <p:nvPr>
            <p:ph type="dt" sz="half" idx="10"/>
          </p:nvPr>
        </p:nvSpPr>
        <p:spPr/>
        <p:txBody>
          <a:bodyPr/>
          <a:lstStyle/>
          <a:p>
            <a:fld id="{F3AEE5A4-99F4-4EFB-AB7C-E10863B3B23D}" type="datetimeFigureOut">
              <a:rPr lang="en-IN" smtClean="0"/>
              <a:t>01-10-2026</a:t>
            </a:fld>
            <a:endParaRPr lang="en-IN"/>
          </a:p>
        </p:txBody>
      </p:sp>
      <p:sp>
        <p:nvSpPr>
          <p:cNvPr id="5" name="Footer Placeholder 4">
            <a:extLst>
              <a:ext uri="{FF2B5EF4-FFF2-40B4-BE49-F238E27FC236}">
                <a16:creationId xmlns:a16="http://schemas.microsoft.com/office/drawing/2014/main" id="{E3E8D18B-77EC-F727-0ACB-98086771C5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337748-80B7-986B-48DF-4D68CF881B65}"/>
              </a:ext>
            </a:extLst>
          </p:cNvPr>
          <p:cNvSpPr>
            <a:spLocks noGrp="1"/>
          </p:cNvSpPr>
          <p:nvPr>
            <p:ph type="sldNum" sz="quarter" idx="12"/>
          </p:nvPr>
        </p:nvSpPr>
        <p:spPr/>
        <p:txBody>
          <a:bodyPr/>
          <a:lstStyle/>
          <a:p>
            <a:fld id="{38683036-B391-4B4F-A532-81E5FD244F49}" type="slidenum">
              <a:rPr lang="en-IN" smtClean="0"/>
              <a:t>‹#›</a:t>
            </a:fld>
            <a:endParaRPr lang="en-IN"/>
          </a:p>
        </p:txBody>
      </p:sp>
    </p:spTree>
    <p:extLst>
      <p:ext uri="{BB962C8B-B14F-4D97-AF65-F5344CB8AC3E}">
        <p14:creationId xmlns:p14="http://schemas.microsoft.com/office/powerpoint/2010/main" val="3683128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4C4E37-23AB-AFA2-BE63-163EFE3429F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FAEEA7-48A2-E384-E6A0-DA685D80CF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1DD5F7-9B9B-56E5-1E5B-8E1C18B7E327}"/>
              </a:ext>
            </a:extLst>
          </p:cNvPr>
          <p:cNvSpPr>
            <a:spLocks noGrp="1"/>
          </p:cNvSpPr>
          <p:nvPr>
            <p:ph type="dt" sz="half" idx="10"/>
          </p:nvPr>
        </p:nvSpPr>
        <p:spPr/>
        <p:txBody>
          <a:bodyPr/>
          <a:lstStyle/>
          <a:p>
            <a:fld id="{F3AEE5A4-99F4-4EFB-AB7C-E10863B3B23D}" type="datetimeFigureOut">
              <a:rPr lang="en-IN" smtClean="0"/>
              <a:t>01-10-2026</a:t>
            </a:fld>
            <a:endParaRPr lang="en-IN"/>
          </a:p>
        </p:txBody>
      </p:sp>
      <p:sp>
        <p:nvSpPr>
          <p:cNvPr id="5" name="Footer Placeholder 4">
            <a:extLst>
              <a:ext uri="{FF2B5EF4-FFF2-40B4-BE49-F238E27FC236}">
                <a16:creationId xmlns:a16="http://schemas.microsoft.com/office/drawing/2014/main" id="{7B163731-766C-35ED-46D7-C60AF9DBD6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1A842E-FE78-02F2-C87A-DA254B6E7D0E}"/>
              </a:ext>
            </a:extLst>
          </p:cNvPr>
          <p:cNvSpPr>
            <a:spLocks noGrp="1"/>
          </p:cNvSpPr>
          <p:nvPr>
            <p:ph type="sldNum" sz="quarter" idx="12"/>
          </p:nvPr>
        </p:nvSpPr>
        <p:spPr/>
        <p:txBody>
          <a:bodyPr/>
          <a:lstStyle/>
          <a:p>
            <a:fld id="{38683036-B391-4B4F-A532-81E5FD244F49}" type="slidenum">
              <a:rPr lang="en-IN" smtClean="0"/>
              <a:t>‹#›</a:t>
            </a:fld>
            <a:endParaRPr lang="en-IN"/>
          </a:p>
        </p:txBody>
      </p:sp>
    </p:spTree>
    <p:extLst>
      <p:ext uri="{BB962C8B-B14F-4D97-AF65-F5344CB8AC3E}">
        <p14:creationId xmlns:p14="http://schemas.microsoft.com/office/powerpoint/2010/main" val="2706092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51F4E6-D3B8-B56B-26A5-8BF12E220D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9C7397-AE72-E0AC-F943-A04232414D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874C9E-90A5-38AE-5F84-A432F19724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AEE5A4-99F4-4EFB-AB7C-E10863B3B23D}" type="datetimeFigureOut">
              <a:rPr lang="en-IN" smtClean="0"/>
              <a:t>01-10-2026</a:t>
            </a:fld>
            <a:endParaRPr lang="en-IN"/>
          </a:p>
        </p:txBody>
      </p:sp>
      <p:sp>
        <p:nvSpPr>
          <p:cNvPr id="5" name="Footer Placeholder 4">
            <a:extLst>
              <a:ext uri="{FF2B5EF4-FFF2-40B4-BE49-F238E27FC236}">
                <a16:creationId xmlns:a16="http://schemas.microsoft.com/office/drawing/2014/main" id="{1CC2D790-2AEC-77C8-5E76-43D5995954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3697F3E-07D4-FF1B-3DDF-A830474DC4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8683036-B391-4B4F-A532-81E5FD244F49}" type="slidenum">
              <a:rPr lang="en-IN" smtClean="0"/>
              <a:t>‹#›</a:t>
            </a:fld>
            <a:endParaRPr lang="en-IN"/>
          </a:p>
        </p:txBody>
      </p:sp>
    </p:spTree>
    <p:extLst>
      <p:ext uri="{BB962C8B-B14F-4D97-AF65-F5344CB8AC3E}">
        <p14:creationId xmlns:p14="http://schemas.microsoft.com/office/powerpoint/2010/main" val="16858230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421026-FD31-9F3A-C60F-2294F8E05BD8}"/>
              </a:ext>
            </a:extLst>
          </p:cNvPr>
          <p:cNvSpPr>
            <a:spLocks noGrp="1"/>
          </p:cNvSpPr>
          <p:nvPr>
            <p:ph type="ctrTitle"/>
          </p:nvPr>
        </p:nvSpPr>
        <p:spPr>
          <a:xfrm>
            <a:off x="6590662" y="4267832"/>
            <a:ext cx="4805996" cy="1297115"/>
          </a:xfrm>
        </p:spPr>
        <p:txBody>
          <a:bodyPr anchor="t">
            <a:normAutofit/>
          </a:bodyPr>
          <a:lstStyle/>
          <a:p>
            <a:pPr algn="l"/>
            <a:r>
              <a:rPr lang="en-IN" sz="1600" b="1">
                <a:solidFill>
                  <a:schemeClr val="tx2"/>
                </a:solidFill>
              </a:rPr>
              <a:t>Keeping GenAI Data Reliable: Vector Maintenance and Amazon S3 Storage &amp; Security</a:t>
            </a:r>
            <a:br>
              <a:rPr lang="en-IN" sz="1600">
                <a:solidFill>
                  <a:schemeClr val="tx2"/>
                </a:solidFill>
              </a:rPr>
            </a:br>
            <a:r>
              <a:rPr lang="en-IN" sz="1600">
                <a:solidFill>
                  <a:schemeClr val="tx2"/>
                </a:solidFill>
              </a:rPr>
              <a:t>Updating Vector Stores, Reranking Results, Managing S3 Storage Classes, Lifecycle, Replication, Encryption, Logs, and Access Points</a:t>
            </a:r>
          </a:p>
        </p:txBody>
      </p:sp>
      <p:sp>
        <p:nvSpPr>
          <p:cNvPr id="3" name="Subtitle 2">
            <a:extLst>
              <a:ext uri="{FF2B5EF4-FFF2-40B4-BE49-F238E27FC236}">
                <a16:creationId xmlns:a16="http://schemas.microsoft.com/office/drawing/2014/main" id="{748BD6A8-6015-0D30-B520-9127CB3AFCC5}"/>
              </a:ext>
            </a:extLst>
          </p:cNvPr>
          <p:cNvSpPr>
            <a:spLocks noGrp="1"/>
          </p:cNvSpPr>
          <p:nvPr>
            <p:ph type="subTitle" idx="1"/>
          </p:nvPr>
        </p:nvSpPr>
        <p:spPr>
          <a:xfrm>
            <a:off x="6590966" y="3428999"/>
            <a:ext cx="4805691" cy="838831"/>
          </a:xfrm>
        </p:spPr>
        <p:txBody>
          <a:bodyPr anchor="b">
            <a:normAutofit/>
          </a:bodyPr>
          <a:lstStyle/>
          <a:p>
            <a:pPr algn="l"/>
            <a:endParaRPr lang="en-IN" sz="1100" b="1" dirty="0">
              <a:solidFill>
                <a:schemeClr val="tx2"/>
              </a:solidFill>
            </a:endParaRPr>
          </a:p>
          <a:p>
            <a:pPr algn="l"/>
            <a:r>
              <a:rPr lang="en-IN" sz="1100" b="1" dirty="0">
                <a:solidFill>
                  <a:schemeClr val="tx2"/>
                </a:solidFill>
              </a:rPr>
              <a:t>Presented by: Akash Patel</a:t>
            </a:r>
            <a:br>
              <a:rPr lang="en-IN" sz="1100" dirty="0">
                <a:solidFill>
                  <a:schemeClr val="tx2"/>
                </a:solidFill>
              </a:rPr>
            </a:br>
            <a:r>
              <a:rPr lang="en-IN" sz="1100" b="1" dirty="0">
                <a:solidFill>
                  <a:schemeClr val="tx2"/>
                </a:solidFill>
              </a:rPr>
              <a:t>Professor: Dr. Victor </a:t>
            </a:r>
            <a:r>
              <a:rPr lang="en-IN" sz="1100" b="1" dirty="0" err="1">
                <a:solidFill>
                  <a:schemeClr val="tx2"/>
                </a:solidFill>
              </a:rPr>
              <a:t>Govindaswamy</a:t>
            </a:r>
            <a:br>
              <a:rPr lang="en-IN" sz="1100" dirty="0">
                <a:solidFill>
                  <a:schemeClr val="tx2"/>
                </a:solidFill>
              </a:rPr>
            </a:br>
            <a:r>
              <a:rPr lang="en-IN" sz="1100" b="1" dirty="0">
                <a:solidFill>
                  <a:schemeClr val="tx2"/>
                </a:solidFill>
              </a:rPr>
              <a:t>Concordia University Chicago</a:t>
            </a:r>
            <a:endParaRPr lang="en-IN" sz="1100" dirty="0">
              <a:solidFill>
                <a:schemeClr val="tx2"/>
              </a:solidFill>
            </a:endParaRPr>
          </a:p>
        </p:txBody>
      </p:sp>
      <p:pic>
        <p:nvPicPr>
          <p:cNvPr id="7" name="Graphic 6" descr="Computer">
            <a:extLst>
              <a:ext uri="{FF2B5EF4-FFF2-40B4-BE49-F238E27FC236}">
                <a16:creationId xmlns:a16="http://schemas.microsoft.com/office/drawing/2014/main" id="{517F3BDF-048F-4C33-7AEF-7B8F98E04B6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152844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764387-D1AA-25E2-2028-BFEDF93F6C74}"/>
              </a:ext>
            </a:extLst>
          </p:cNvPr>
          <p:cNvSpPr>
            <a:spLocks noGrp="1"/>
          </p:cNvSpPr>
          <p:nvPr>
            <p:ph type="title"/>
          </p:nvPr>
        </p:nvSpPr>
        <p:spPr>
          <a:xfrm>
            <a:off x="841248" y="251312"/>
            <a:ext cx="10506456" cy="1010264"/>
          </a:xfrm>
        </p:spPr>
        <p:txBody>
          <a:bodyPr anchor="ctr">
            <a:normAutofit/>
          </a:bodyPr>
          <a:lstStyle/>
          <a:p>
            <a:r>
              <a:rPr lang="en-IN" dirty="0"/>
              <a:t>Why This Topic Matters</a:t>
            </a:r>
          </a:p>
        </p:txBody>
      </p:sp>
      <p:sp>
        <p:nvSpPr>
          <p:cNvPr id="11" name="Rectangle 10">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7EE76D4-9839-7465-3E55-F34B832CC366}"/>
              </a:ext>
            </a:extLst>
          </p:cNvPr>
          <p:cNvGraphicFramePr>
            <a:graphicFrameLocks noGrp="1"/>
          </p:cNvGraphicFramePr>
          <p:nvPr>
            <p:ph idx="1"/>
            <p:extLst>
              <p:ext uri="{D42A27DB-BD31-4B8C-83A1-F6EECF244321}">
                <p14:modId xmlns:p14="http://schemas.microsoft.com/office/powerpoint/2010/main" val="744662120"/>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58728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11305-DD1D-F989-67CA-EBDA2A50010F}"/>
              </a:ext>
            </a:extLst>
          </p:cNvPr>
          <p:cNvSpPr>
            <a:spLocks noGrp="1"/>
          </p:cNvSpPr>
          <p:nvPr>
            <p:ph type="title"/>
          </p:nvPr>
        </p:nvSpPr>
        <p:spPr/>
        <p:txBody>
          <a:bodyPr/>
          <a:lstStyle/>
          <a:p>
            <a:r>
              <a:rPr lang="en-IN" dirty="0"/>
              <a:t>Keeping a Vector Store Up to Date</a:t>
            </a:r>
          </a:p>
        </p:txBody>
      </p:sp>
      <p:graphicFrame>
        <p:nvGraphicFramePr>
          <p:cNvPr id="7" name="Content Placeholder 2">
            <a:extLst>
              <a:ext uri="{FF2B5EF4-FFF2-40B4-BE49-F238E27FC236}">
                <a16:creationId xmlns:a16="http://schemas.microsoft.com/office/drawing/2014/main" id="{F2644479-A00F-4F50-5E05-97F898E613F9}"/>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67388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D3C723-D71B-DCEB-BA09-B335CD14DAEA}"/>
              </a:ext>
            </a:extLst>
          </p:cNvPr>
          <p:cNvSpPr>
            <a:spLocks noGrp="1"/>
          </p:cNvSpPr>
          <p:nvPr>
            <p:ph type="title"/>
          </p:nvPr>
        </p:nvSpPr>
        <p:spPr>
          <a:xfrm>
            <a:off x="686834" y="591344"/>
            <a:ext cx="3200400" cy="5585619"/>
          </a:xfrm>
        </p:spPr>
        <p:txBody>
          <a:bodyPr>
            <a:normAutofit/>
          </a:bodyPr>
          <a:lstStyle/>
          <a:p>
            <a:r>
              <a:rPr lang="en-IN">
                <a:solidFill>
                  <a:srgbClr val="FFFFFF"/>
                </a:solidFill>
              </a:rPr>
              <a:t>Example: Updating a GenAI Knowledge Source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64039FD-AE80-1ABF-5F73-4E5D37D72DF9}"/>
              </a:ext>
            </a:extLst>
          </p:cNvPr>
          <p:cNvSpPr>
            <a:spLocks noGrp="1"/>
          </p:cNvSpPr>
          <p:nvPr>
            <p:ph idx="1"/>
          </p:nvPr>
        </p:nvSpPr>
        <p:spPr>
          <a:xfrm>
            <a:off x="4447308" y="591344"/>
            <a:ext cx="6906491" cy="5585619"/>
          </a:xfrm>
        </p:spPr>
        <p:txBody>
          <a:bodyPr anchor="ctr">
            <a:normAutofit/>
          </a:bodyPr>
          <a:lstStyle/>
          <a:p>
            <a:r>
              <a:rPr lang="en-IN" sz="1800"/>
              <a:t>Imagine a company stores HR documents in Amazon S3.</a:t>
            </a:r>
          </a:p>
          <a:p>
            <a:r>
              <a:rPr lang="en-IN" sz="1800" b="1"/>
              <a:t>What happens when a document changes?</a:t>
            </a:r>
          </a:p>
          <a:p>
            <a:pPr marL="514350" indent="-514350">
              <a:buFont typeface="+mj-lt"/>
              <a:buAutoNum type="arabicPeriod"/>
            </a:pPr>
            <a:r>
              <a:rPr lang="en-IN" sz="1800"/>
              <a:t>A new version of the employee policy is uploaded.</a:t>
            </a:r>
          </a:p>
          <a:p>
            <a:pPr marL="514350" indent="-514350">
              <a:buFont typeface="+mj-lt"/>
              <a:buAutoNum type="arabicPeriod"/>
            </a:pPr>
            <a:r>
              <a:rPr lang="en-IN" sz="1800"/>
              <a:t>The system detects the change.</a:t>
            </a:r>
          </a:p>
          <a:p>
            <a:pPr marL="514350" indent="-514350">
              <a:buFont typeface="+mj-lt"/>
              <a:buAutoNum type="arabicPeriod"/>
            </a:pPr>
            <a:r>
              <a:rPr lang="en-IN" sz="1800"/>
              <a:t>A workflow is triggered using services such as </a:t>
            </a:r>
            <a:r>
              <a:rPr lang="en-IN" sz="1800" err="1"/>
              <a:t>EventBridge</a:t>
            </a:r>
            <a:r>
              <a:rPr lang="en-IN" sz="1800"/>
              <a:t> and Lambda.</a:t>
            </a:r>
          </a:p>
          <a:p>
            <a:pPr marL="514350" indent="-514350">
              <a:buFont typeface="+mj-lt"/>
              <a:buAutoNum type="arabicPeriod"/>
            </a:pPr>
            <a:r>
              <a:rPr lang="en-IN" sz="1800"/>
              <a:t>The changed document is processed again.</a:t>
            </a:r>
          </a:p>
          <a:p>
            <a:pPr marL="514350" indent="-514350">
              <a:buFont typeface="+mj-lt"/>
              <a:buAutoNum type="arabicPeriod"/>
            </a:pPr>
            <a:r>
              <a:rPr lang="en-IN" sz="1800"/>
              <a:t>New embeddings are created.</a:t>
            </a:r>
          </a:p>
          <a:p>
            <a:pPr marL="514350" indent="-514350">
              <a:buFont typeface="+mj-lt"/>
              <a:buAutoNum type="arabicPeriod"/>
            </a:pPr>
            <a:r>
              <a:rPr lang="en-IN" sz="1800"/>
              <a:t>The vector store is updated.</a:t>
            </a:r>
          </a:p>
          <a:p>
            <a:r>
              <a:rPr lang="en-IN" sz="1800" b="1"/>
              <a:t>Why is this important?</a:t>
            </a:r>
          </a:p>
          <a:p>
            <a:r>
              <a:rPr lang="en-IN" sz="1800"/>
              <a:t>If the source document says employees now receive </a:t>
            </a:r>
            <a:r>
              <a:rPr lang="en-IN" sz="1800" b="1"/>
              <a:t>18 vacation days</a:t>
            </a:r>
            <a:r>
              <a:rPr lang="en-IN" sz="1800"/>
              <a:t>, but the vector store still contains the old </a:t>
            </a:r>
            <a:r>
              <a:rPr lang="en-IN" sz="1800" b="1"/>
              <a:t>15-day policy</a:t>
            </a:r>
            <a:r>
              <a:rPr lang="en-IN" sz="1800"/>
              <a:t>, the AI assistant could give the wrong answer.</a:t>
            </a:r>
          </a:p>
          <a:p>
            <a:r>
              <a:rPr lang="en-IN" sz="1800"/>
              <a:t>The goal is to keep:</a:t>
            </a:r>
          </a:p>
          <a:p>
            <a:r>
              <a:rPr lang="en-IN" sz="1800" b="1"/>
              <a:t>Source Data → Embeddings → Vector Store</a:t>
            </a:r>
            <a:endParaRPr lang="en-IN" sz="1800"/>
          </a:p>
          <a:p>
            <a:r>
              <a:rPr lang="en-IN" sz="1800"/>
              <a:t>as closely synchronized as possible.</a:t>
            </a:r>
          </a:p>
        </p:txBody>
      </p:sp>
    </p:spTree>
    <p:extLst>
      <p:ext uri="{BB962C8B-B14F-4D97-AF65-F5344CB8AC3E}">
        <p14:creationId xmlns:p14="http://schemas.microsoft.com/office/powerpoint/2010/main" val="1272809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BB4882-A174-D6FF-9D63-089A39B28CE7}"/>
              </a:ext>
            </a:extLst>
          </p:cNvPr>
          <p:cNvSpPr>
            <a:spLocks noGrp="1"/>
          </p:cNvSpPr>
          <p:nvPr>
            <p:ph type="title"/>
          </p:nvPr>
        </p:nvSpPr>
        <p:spPr>
          <a:xfrm>
            <a:off x="686834" y="1153572"/>
            <a:ext cx="3200400" cy="4461163"/>
          </a:xfrm>
        </p:spPr>
        <p:txBody>
          <a:bodyPr>
            <a:normAutofit/>
          </a:bodyPr>
          <a:lstStyle/>
          <a:p>
            <a:r>
              <a:rPr lang="en-IN">
                <a:solidFill>
                  <a:srgbClr val="FFFFFF"/>
                </a:solidFill>
              </a:rPr>
              <a:t>Vector Index Maintenance Over Time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1ADC61A-F050-D527-CA9C-73E5C9A55931}"/>
              </a:ext>
            </a:extLst>
          </p:cNvPr>
          <p:cNvSpPr>
            <a:spLocks noGrp="1"/>
          </p:cNvSpPr>
          <p:nvPr>
            <p:ph idx="1"/>
          </p:nvPr>
        </p:nvSpPr>
        <p:spPr>
          <a:xfrm>
            <a:off x="4447308" y="591344"/>
            <a:ext cx="6906491" cy="5585619"/>
          </a:xfrm>
        </p:spPr>
        <p:txBody>
          <a:bodyPr anchor="ctr">
            <a:normAutofit/>
          </a:bodyPr>
          <a:lstStyle/>
          <a:p>
            <a:r>
              <a:rPr lang="en-IN" sz="1500"/>
              <a:t>Even if data is updated correctly, a vector index may still need maintenance.</a:t>
            </a:r>
          </a:p>
          <a:p>
            <a:pPr lvl="0"/>
            <a:r>
              <a:rPr lang="en-IN" sz="1500" b="1"/>
              <a:t>The course explains that drift and fragmentation can become problems over time.</a:t>
            </a:r>
            <a:r>
              <a:rPr lang="en-IN" sz="1500"/>
              <a:t> As data is continuously added, changed, or removed, the index may no longer be organized as efficiently as it was when first created. </a:t>
            </a:r>
          </a:p>
          <a:p>
            <a:pPr lvl="0"/>
            <a:r>
              <a:rPr lang="en-IN" sz="1500"/>
              <a:t>One approach is to periodically rebuild the vector index instead of keeping the same index forever. </a:t>
            </a:r>
          </a:p>
          <a:p>
            <a:pPr lvl="0"/>
            <a:r>
              <a:rPr lang="en-IN" sz="1500" err="1"/>
              <a:t>EventBridge</a:t>
            </a:r>
            <a:r>
              <a:rPr lang="en-IN" sz="1500"/>
              <a:t> can trigger a scheduled maintenance process, while </a:t>
            </a:r>
            <a:r>
              <a:rPr lang="en-IN" sz="1500" b="1"/>
              <a:t>AWS Batch can run larger background jobs</a:t>
            </a:r>
            <a:r>
              <a:rPr lang="en-IN" sz="1500"/>
              <a:t> needed to rebuild the vector data. </a:t>
            </a:r>
          </a:p>
          <a:p>
            <a:r>
              <a:rPr lang="en-IN" sz="1500" b="1"/>
              <a:t>Example Maintenance Flow</a:t>
            </a:r>
          </a:p>
          <a:p>
            <a:r>
              <a:rPr lang="en-IN" sz="1500" b="1" err="1"/>
              <a:t>EventBridge</a:t>
            </a:r>
            <a:r>
              <a:rPr lang="en-IN" sz="1500" b="1"/>
              <a:t> Trigger</a:t>
            </a:r>
            <a:br>
              <a:rPr lang="en-IN" sz="1500"/>
            </a:br>
            <a:r>
              <a:rPr lang="en-IN" sz="1500"/>
              <a:t>→ </a:t>
            </a:r>
            <a:r>
              <a:rPr lang="en-IN" sz="1500" b="1"/>
              <a:t>AWS Batch Job</a:t>
            </a:r>
            <a:br>
              <a:rPr lang="en-IN" sz="1500"/>
            </a:br>
            <a:r>
              <a:rPr lang="en-IN" sz="1500"/>
              <a:t>→ Create New Embeddings</a:t>
            </a:r>
            <a:br>
              <a:rPr lang="en-IN" sz="1500"/>
            </a:br>
            <a:r>
              <a:rPr lang="en-IN" sz="1500"/>
              <a:t>→ Create New Vector Database</a:t>
            </a:r>
            <a:br>
              <a:rPr lang="en-IN" sz="1500"/>
            </a:br>
            <a:r>
              <a:rPr lang="en-IN" sz="1500"/>
              <a:t>→ Validate New Index</a:t>
            </a:r>
            <a:br>
              <a:rPr lang="en-IN" sz="1500"/>
            </a:br>
            <a:r>
              <a:rPr lang="en-IN" sz="1500"/>
              <a:t>→ Replace Old Index with New One</a:t>
            </a:r>
          </a:p>
          <a:p>
            <a:pPr lvl="0"/>
            <a:r>
              <a:rPr lang="en-IN" sz="1500"/>
              <a:t>The important part is </a:t>
            </a:r>
            <a:r>
              <a:rPr lang="en-IN" sz="1500" b="1"/>
              <a:t>validation before switching</a:t>
            </a:r>
            <a:r>
              <a:rPr lang="en-IN" sz="1500"/>
              <a:t>. A new index should be checked before replacing the working version so the application does not move to a broken or incomplete dataset.</a:t>
            </a:r>
          </a:p>
        </p:txBody>
      </p:sp>
    </p:spTree>
    <p:extLst>
      <p:ext uri="{BB962C8B-B14F-4D97-AF65-F5344CB8AC3E}">
        <p14:creationId xmlns:p14="http://schemas.microsoft.com/office/powerpoint/2010/main" val="3621375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534426-9B13-5AA3-B096-8DEBCC2DA953}"/>
              </a:ext>
            </a:extLst>
          </p:cNvPr>
          <p:cNvSpPr>
            <a:spLocks noGrp="1"/>
          </p:cNvSpPr>
          <p:nvPr>
            <p:ph type="title"/>
          </p:nvPr>
        </p:nvSpPr>
        <p:spPr>
          <a:xfrm>
            <a:off x="956826" y="1112969"/>
            <a:ext cx="3937298" cy="4166010"/>
          </a:xfrm>
        </p:spPr>
        <p:txBody>
          <a:bodyPr>
            <a:normAutofit/>
          </a:bodyPr>
          <a:lstStyle/>
          <a:p>
            <a:r>
              <a:rPr lang="en-IN">
                <a:solidFill>
                  <a:srgbClr val="FFFFFF"/>
                </a:solidFill>
              </a:rPr>
              <a:t>Why Reranking Can Improve Retrieval</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B351F5B5-9E53-24E1-6AD6-ED546132EDA7}"/>
              </a:ext>
            </a:extLst>
          </p:cNvPr>
          <p:cNvSpPr>
            <a:spLocks noGrp="1"/>
          </p:cNvSpPr>
          <p:nvPr>
            <p:ph idx="1"/>
          </p:nvPr>
        </p:nvSpPr>
        <p:spPr>
          <a:xfrm>
            <a:off x="6096000" y="820880"/>
            <a:ext cx="5257799" cy="4889350"/>
          </a:xfrm>
        </p:spPr>
        <p:txBody>
          <a:bodyPr anchor="t">
            <a:normAutofit/>
          </a:bodyPr>
          <a:lstStyle/>
          <a:p>
            <a:r>
              <a:rPr lang="en-IN" sz="1300"/>
              <a:t>Vector search may return several relevant chunks, but the first result is not always the most useful one.</a:t>
            </a:r>
          </a:p>
          <a:p>
            <a:pPr lvl="0"/>
            <a:r>
              <a:rPr lang="en-IN" sz="1300" b="1"/>
              <a:t>A </a:t>
            </a:r>
            <a:r>
              <a:rPr lang="en-IN" sz="1300" b="1" err="1"/>
              <a:t>reranker</a:t>
            </a:r>
            <a:r>
              <a:rPr lang="en-IN" sz="1300" b="1"/>
              <a:t> looks at the retrieved results again and decides which chunks are most relevant to the actual query.</a:t>
            </a:r>
            <a:r>
              <a:rPr lang="en-IN" sz="1300"/>
              <a:t> </a:t>
            </a:r>
          </a:p>
          <a:p>
            <a:pPr lvl="0"/>
            <a:r>
              <a:rPr lang="en-IN" sz="1300"/>
              <a:t>For example, a vector search may return ten sections that are all related to employee benefits. A </a:t>
            </a:r>
            <a:r>
              <a:rPr lang="en-IN" sz="1300" err="1"/>
              <a:t>reranker</a:t>
            </a:r>
            <a:r>
              <a:rPr lang="en-IN" sz="1300"/>
              <a:t> can place the section that most directly answers the user's question at the top. </a:t>
            </a:r>
          </a:p>
          <a:p>
            <a:pPr lvl="0"/>
            <a:r>
              <a:rPr lang="en-IN" sz="1300"/>
              <a:t>Amazon Bedrock supports reranking through a </a:t>
            </a:r>
            <a:r>
              <a:rPr lang="en-IN" sz="1300" b="1" err="1"/>
              <a:t>Rerank</a:t>
            </a:r>
            <a:r>
              <a:rPr lang="en-IN" sz="1300" b="1"/>
              <a:t> operation</a:t>
            </a:r>
            <a:r>
              <a:rPr lang="en-IN" sz="1300"/>
              <a:t>, and the course also explains that a </a:t>
            </a:r>
            <a:r>
              <a:rPr lang="en-IN" sz="1300" err="1"/>
              <a:t>reranker</a:t>
            </a:r>
            <a:r>
              <a:rPr lang="en-IN" sz="1300"/>
              <a:t> model can be specified when using a Knowledge Base. </a:t>
            </a:r>
          </a:p>
          <a:p>
            <a:pPr lvl="0"/>
            <a:r>
              <a:rPr lang="en-IN" sz="1300"/>
              <a:t>The </a:t>
            </a:r>
            <a:r>
              <a:rPr lang="en-IN" sz="1300" err="1"/>
              <a:t>reranker</a:t>
            </a:r>
            <a:r>
              <a:rPr lang="en-IN" sz="1300"/>
              <a:t> does not replace the vector store. Instead, it works </a:t>
            </a:r>
            <a:r>
              <a:rPr lang="en-IN" sz="1300" b="1"/>
              <a:t>after retrieval</a:t>
            </a:r>
            <a:r>
              <a:rPr lang="en-IN" sz="1300"/>
              <a:t> to improve the order of the returned information. </a:t>
            </a:r>
          </a:p>
          <a:p>
            <a:r>
              <a:rPr lang="en-IN" sz="1300" b="1"/>
              <a:t>Simple Flow</a:t>
            </a:r>
          </a:p>
          <a:p>
            <a:r>
              <a:rPr lang="en-IN" sz="1300" b="1"/>
              <a:t>Query</a:t>
            </a:r>
            <a:br>
              <a:rPr lang="en-IN" sz="1300"/>
            </a:br>
            <a:r>
              <a:rPr lang="en-IN" sz="1300"/>
              <a:t>→ Vector Search</a:t>
            </a:r>
            <a:br>
              <a:rPr lang="en-IN" sz="1300"/>
            </a:br>
            <a:r>
              <a:rPr lang="en-IN" sz="1300"/>
              <a:t>→ Several Relevant Chunks</a:t>
            </a:r>
            <a:br>
              <a:rPr lang="en-IN" sz="1300"/>
            </a:br>
            <a:r>
              <a:rPr lang="en-IN" sz="1300"/>
              <a:t>→ </a:t>
            </a:r>
            <a:r>
              <a:rPr lang="en-IN" sz="1300" err="1"/>
              <a:t>Reranker</a:t>
            </a:r>
            <a:br>
              <a:rPr lang="en-IN" sz="1300"/>
            </a:br>
            <a:r>
              <a:rPr lang="en-IN" sz="1300"/>
              <a:t>→ Best Chunks First</a:t>
            </a:r>
            <a:br>
              <a:rPr lang="en-IN" sz="1300"/>
            </a:br>
            <a:r>
              <a:rPr lang="en-IN" sz="1300"/>
              <a:t>→ Foundation Model</a:t>
            </a:r>
          </a:p>
          <a:p>
            <a:r>
              <a:rPr lang="en-IN" sz="1300"/>
              <a:t>This can improve RAG quality because the model receives the most useful context earlier in the retrieved results. </a:t>
            </a:r>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851665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86077-BC53-1DBA-1D79-BC19BC928245}"/>
              </a:ext>
            </a:extLst>
          </p:cNvPr>
          <p:cNvSpPr>
            <a:spLocks noGrp="1"/>
          </p:cNvSpPr>
          <p:nvPr>
            <p:ph type="title"/>
          </p:nvPr>
        </p:nvSpPr>
        <p:spPr/>
        <p:txBody>
          <a:bodyPr/>
          <a:lstStyle/>
          <a:p>
            <a:r>
              <a:rPr lang="en-IN"/>
              <a:t>Why Amazon S3 Is Important in GenAI</a:t>
            </a:r>
            <a:endParaRPr lang="en-IN" dirty="0"/>
          </a:p>
        </p:txBody>
      </p:sp>
      <p:graphicFrame>
        <p:nvGraphicFramePr>
          <p:cNvPr id="13" name="Content Placeholder 2">
            <a:extLst>
              <a:ext uri="{FF2B5EF4-FFF2-40B4-BE49-F238E27FC236}">
                <a16:creationId xmlns:a16="http://schemas.microsoft.com/office/drawing/2014/main" id="{973634BD-736C-1CB9-D45F-A698BEEDCDD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29866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C7D015-0DD8-420F-A568-AC4FEDC41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DC595556-C814-4F1F-B0E5-71812F38A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Glacier at night">
            <a:extLst>
              <a:ext uri="{FF2B5EF4-FFF2-40B4-BE49-F238E27FC236}">
                <a16:creationId xmlns:a16="http://schemas.microsoft.com/office/drawing/2014/main" id="{0E5B4DD5-542B-43DE-CE1A-B047D2B3A689}"/>
              </a:ext>
            </a:extLst>
          </p:cNvPr>
          <p:cNvPicPr>
            <a:picLocks noChangeAspect="1"/>
          </p:cNvPicPr>
          <p:nvPr/>
        </p:nvPicPr>
        <p:blipFill>
          <a:blip r:embed="rId2">
            <a:alphaModFix amt="60000"/>
          </a:blip>
          <a:srcRect t="2368" b="13362"/>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D8125B32-5618-61CF-EA6E-87D5C3D48E1A}"/>
              </a:ext>
            </a:extLst>
          </p:cNvPr>
          <p:cNvSpPr>
            <a:spLocks noGrp="1"/>
          </p:cNvSpPr>
          <p:nvPr>
            <p:ph type="title"/>
          </p:nvPr>
        </p:nvSpPr>
        <p:spPr>
          <a:xfrm>
            <a:off x="838200" y="557189"/>
            <a:ext cx="4155825" cy="5571898"/>
          </a:xfrm>
        </p:spPr>
        <p:txBody>
          <a:bodyPr>
            <a:normAutofit/>
          </a:bodyPr>
          <a:lstStyle/>
          <a:p>
            <a:r>
              <a:rPr lang="en-IN">
                <a:solidFill>
                  <a:srgbClr val="FFFFFF"/>
                </a:solidFill>
              </a:rPr>
              <a:t>S3 Storage Classes: Different Data, Different Cost</a:t>
            </a:r>
          </a:p>
        </p:txBody>
      </p:sp>
      <p:sp>
        <p:nvSpPr>
          <p:cNvPr id="3" name="Content Placeholder 2">
            <a:extLst>
              <a:ext uri="{FF2B5EF4-FFF2-40B4-BE49-F238E27FC236}">
                <a16:creationId xmlns:a16="http://schemas.microsoft.com/office/drawing/2014/main" id="{13818002-17A1-A523-FA74-047101C258F0}"/>
              </a:ext>
            </a:extLst>
          </p:cNvPr>
          <p:cNvSpPr>
            <a:spLocks noGrp="1"/>
          </p:cNvSpPr>
          <p:nvPr>
            <p:ph idx="1"/>
          </p:nvPr>
        </p:nvSpPr>
        <p:spPr>
          <a:xfrm>
            <a:off x="5186552" y="557189"/>
            <a:ext cx="6167246" cy="5571898"/>
          </a:xfrm>
        </p:spPr>
        <p:txBody>
          <a:bodyPr anchor="ctr">
            <a:normAutofit/>
          </a:bodyPr>
          <a:lstStyle/>
          <a:p>
            <a:r>
              <a:rPr lang="en-IN" sz="1600">
                <a:solidFill>
                  <a:srgbClr val="FFFFFF"/>
                </a:solidFill>
              </a:rPr>
              <a:t>The course covers several major S3 storage classes:</a:t>
            </a:r>
          </a:p>
          <a:p>
            <a:r>
              <a:rPr lang="en-IN" sz="1600" b="1">
                <a:solidFill>
                  <a:srgbClr val="FFFFFF"/>
                </a:solidFill>
              </a:rPr>
              <a:t>S3 Standard</a:t>
            </a:r>
            <a:endParaRPr lang="en-IN" sz="1600">
              <a:solidFill>
                <a:srgbClr val="FFFFFF"/>
              </a:solidFill>
            </a:endParaRPr>
          </a:p>
          <a:p>
            <a:r>
              <a:rPr lang="en-IN" sz="1600" b="1">
                <a:solidFill>
                  <a:srgbClr val="FFFFFF"/>
                </a:solidFill>
              </a:rPr>
              <a:t>S3 Standard-Infrequent Access</a:t>
            </a:r>
            <a:endParaRPr lang="en-IN" sz="1600">
              <a:solidFill>
                <a:srgbClr val="FFFFFF"/>
              </a:solidFill>
            </a:endParaRPr>
          </a:p>
          <a:p>
            <a:r>
              <a:rPr lang="en-IN" sz="1600" b="1">
                <a:solidFill>
                  <a:srgbClr val="FFFFFF"/>
                </a:solidFill>
              </a:rPr>
              <a:t>S3 One Zone-Infrequent Access</a:t>
            </a:r>
            <a:endParaRPr lang="en-IN" sz="1600">
              <a:solidFill>
                <a:srgbClr val="FFFFFF"/>
              </a:solidFill>
            </a:endParaRPr>
          </a:p>
          <a:p>
            <a:r>
              <a:rPr lang="en-IN" sz="1600" b="1">
                <a:solidFill>
                  <a:srgbClr val="FFFFFF"/>
                </a:solidFill>
              </a:rPr>
              <a:t>S3 Glacier Instant Retrieval</a:t>
            </a:r>
            <a:endParaRPr lang="en-IN" sz="1600">
              <a:solidFill>
                <a:srgbClr val="FFFFFF"/>
              </a:solidFill>
            </a:endParaRPr>
          </a:p>
          <a:p>
            <a:r>
              <a:rPr lang="en-IN" sz="1600" b="1">
                <a:solidFill>
                  <a:srgbClr val="FFFFFF"/>
                </a:solidFill>
              </a:rPr>
              <a:t>S3 Glacier Flexible Retrieval</a:t>
            </a:r>
            <a:endParaRPr lang="en-IN" sz="1600">
              <a:solidFill>
                <a:srgbClr val="FFFFFF"/>
              </a:solidFill>
            </a:endParaRPr>
          </a:p>
          <a:p>
            <a:r>
              <a:rPr lang="en-IN" sz="1600" b="1">
                <a:solidFill>
                  <a:srgbClr val="FFFFFF"/>
                </a:solidFill>
              </a:rPr>
              <a:t>S3 Glacier Deep Archive</a:t>
            </a:r>
            <a:endParaRPr lang="en-IN" sz="1600">
              <a:solidFill>
                <a:srgbClr val="FFFFFF"/>
              </a:solidFill>
            </a:endParaRPr>
          </a:p>
          <a:p>
            <a:r>
              <a:rPr lang="en-IN" sz="1600" b="1">
                <a:solidFill>
                  <a:srgbClr val="FFFFFF"/>
                </a:solidFill>
              </a:rPr>
              <a:t>S3 Intelligent-Tiering</a:t>
            </a:r>
            <a:endParaRPr lang="en-IN" sz="1600">
              <a:solidFill>
                <a:srgbClr val="FFFFFF"/>
              </a:solidFill>
            </a:endParaRPr>
          </a:p>
          <a:p>
            <a:pPr lvl="0"/>
            <a:r>
              <a:rPr lang="en-IN" sz="1600">
                <a:solidFill>
                  <a:srgbClr val="FFFFFF"/>
                </a:solidFill>
              </a:rPr>
              <a:t>These classes are designed for </a:t>
            </a:r>
            <a:r>
              <a:rPr lang="en-IN" sz="1600" b="1">
                <a:solidFill>
                  <a:srgbClr val="FFFFFF"/>
                </a:solidFill>
              </a:rPr>
              <a:t>different access patterns and cost requirements</a:t>
            </a:r>
            <a:r>
              <a:rPr lang="en-IN" sz="1600">
                <a:solidFill>
                  <a:srgbClr val="FFFFFF"/>
                </a:solidFill>
              </a:rPr>
              <a:t>. </a:t>
            </a:r>
          </a:p>
          <a:p>
            <a:pPr lvl="0"/>
            <a:r>
              <a:rPr lang="en-IN" sz="1600">
                <a:solidFill>
                  <a:srgbClr val="FFFFFF"/>
                </a:solidFill>
              </a:rPr>
              <a:t>A file that is read every day should not necessarily be stored in the same class as a compliance archive that may not be opened for several years. </a:t>
            </a:r>
          </a:p>
          <a:p>
            <a:pPr lvl="0"/>
            <a:r>
              <a:rPr lang="en-IN" sz="1600">
                <a:solidFill>
                  <a:srgbClr val="FFFFFF"/>
                </a:solidFill>
              </a:rPr>
              <a:t>Objects can also move between storage classes later, either manually or automatically through </a:t>
            </a:r>
            <a:r>
              <a:rPr lang="en-IN" sz="1600" b="1">
                <a:solidFill>
                  <a:srgbClr val="FFFFFF"/>
                </a:solidFill>
              </a:rPr>
              <a:t>Lifecycle configurations</a:t>
            </a:r>
            <a:r>
              <a:rPr lang="en-IN" sz="1600">
                <a:solidFill>
                  <a:srgbClr val="FFFFFF"/>
                </a:solidFill>
              </a:rPr>
              <a:t>. </a:t>
            </a:r>
          </a:p>
          <a:p>
            <a:r>
              <a:rPr lang="en-IN" sz="1600" b="1">
                <a:solidFill>
                  <a:srgbClr val="FFFFFF"/>
                </a:solidFill>
              </a:rPr>
              <a:t>Main idea:</a:t>
            </a:r>
            <a:endParaRPr lang="en-IN" sz="1600">
              <a:solidFill>
                <a:srgbClr val="FFFFFF"/>
              </a:solidFill>
            </a:endParaRPr>
          </a:p>
          <a:p>
            <a:r>
              <a:rPr lang="en-IN" sz="1600">
                <a:solidFill>
                  <a:srgbClr val="FFFFFF"/>
                </a:solidFill>
              </a:rPr>
              <a:t>The correct storage class depends mainly on </a:t>
            </a:r>
            <a:r>
              <a:rPr lang="en-IN" sz="1600" b="1">
                <a:solidFill>
                  <a:srgbClr val="FFFFFF"/>
                </a:solidFill>
              </a:rPr>
              <a:t>how often the data is needed and how quickly it must be retrieved</a:t>
            </a:r>
            <a:r>
              <a:rPr lang="en-IN" sz="1600">
                <a:solidFill>
                  <a:srgbClr val="FFFFFF"/>
                </a:solidFill>
              </a:rPr>
              <a:t>.</a:t>
            </a:r>
          </a:p>
        </p:txBody>
      </p:sp>
    </p:spTree>
    <p:extLst>
      <p:ext uri="{BB962C8B-B14F-4D97-AF65-F5344CB8AC3E}">
        <p14:creationId xmlns:p14="http://schemas.microsoft.com/office/powerpoint/2010/main" val="2822370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7FF3A6-DAA1-F90E-2E16-D0C2EF0DF073}"/>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Durability vs. Availability</a:t>
            </a:r>
          </a:p>
        </p:txBody>
      </p:sp>
      <p:sp>
        <p:nvSpPr>
          <p:cNvPr id="3" name="Content Placeholder 2">
            <a:extLst>
              <a:ext uri="{FF2B5EF4-FFF2-40B4-BE49-F238E27FC236}">
                <a16:creationId xmlns:a16="http://schemas.microsoft.com/office/drawing/2014/main" id="{CB6AFABD-AB64-F488-B50C-6C450CABDD57}"/>
              </a:ext>
            </a:extLst>
          </p:cNvPr>
          <p:cNvSpPr>
            <a:spLocks noGrp="1"/>
          </p:cNvSpPr>
          <p:nvPr>
            <p:ph idx="1"/>
          </p:nvPr>
        </p:nvSpPr>
        <p:spPr>
          <a:xfrm>
            <a:off x="4810259" y="649480"/>
            <a:ext cx="6555347" cy="5546047"/>
          </a:xfrm>
        </p:spPr>
        <p:txBody>
          <a:bodyPr anchor="ctr">
            <a:normAutofit/>
          </a:bodyPr>
          <a:lstStyle/>
          <a:p>
            <a:r>
              <a:rPr lang="en-IN" sz="1400"/>
              <a:t>These two terms sound similar, but they describe different risks.</a:t>
            </a:r>
          </a:p>
          <a:p>
            <a:endParaRPr lang="en-IN" sz="1400" b="1"/>
          </a:p>
          <a:p>
            <a:r>
              <a:rPr lang="en-IN" sz="1400" b="1"/>
              <a:t>Durability</a:t>
            </a:r>
          </a:p>
          <a:p>
            <a:pPr lvl="0"/>
            <a:r>
              <a:rPr lang="en-IN" sz="1400" b="1"/>
              <a:t>Durability is about whether the object is preserved over time.</a:t>
            </a:r>
            <a:r>
              <a:rPr lang="en-IN" sz="1400"/>
              <a:t> </a:t>
            </a:r>
          </a:p>
          <a:p>
            <a:pPr lvl="0"/>
            <a:r>
              <a:rPr lang="en-IN" sz="1400"/>
              <a:t>The course states that S3 provides </a:t>
            </a:r>
            <a:r>
              <a:rPr lang="en-IN" sz="1400" b="1"/>
              <a:t>99.999999999% durability, or eleven 9s</a:t>
            </a:r>
            <a:r>
              <a:rPr lang="en-IN" sz="1400"/>
              <a:t>, across its storage classes. </a:t>
            </a:r>
          </a:p>
          <a:p>
            <a:pPr lvl="0"/>
            <a:r>
              <a:rPr lang="en-IN" sz="1400"/>
              <a:t>This means S3 is designed so the chance of permanently losing an object is extremely small. </a:t>
            </a:r>
          </a:p>
          <a:p>
            <a:endParaRPr lang="en-IN" sz="1400" b="1"/>
          </a:p>
          <a:p>
            <a:r>
              <a:rPr lang="en-IN" sz="1400" b="1"/>
              <a:t>Availability</a:t>
            </a:r>
          </a:p>
          <a:p>
            <a:pPr lvl="0"/>
            <a:r>
              <a:rPr lang="en-IN" sz="1400" b="1"/>
              <a:t>Availability is about whether the object can be accessed when we request it.</a:t>
            </a:r>
            <a:r>
              <a:rPr lang="en-IN" sz="1400"/>
              <a:t> </a:t>
            </a:r>
          </a:p>
          <a:p>
            <a:pPr lvl="0"/>
            <a:r>
              <a:rPr lang="en-IN" sz="1400"/>
              <a:t>Availability can be different depending on the storage class. </a:t>
            </a:r>
          </a:p>
          <a:p>
            <a:endParaRPr lang="en-IN" sz="1400" b="1"/>
          </a:p>
          <a:p>
            <a:r>
              <a:rPr lang="en-IN" sz="1400" b="1"/>
              <a:t>Easy Way to Remember</a:t>
            </a:r>
          </a:p>
          <a:p>
            <a:r>
              <a:rPr lang="en-IN" sz="1400" b="1"/>
              <a:t>Durability:</a:t>
            </a:r>
            <a:r>
              <a:rPr lang="en-IN" sz="1400"/>
              <a:t> “Will my file still exist?”</a:t>
            </a:r>
          </a:p>
          <a:p>
            <a:r>
              <a:rPr lang="en-IN" sz="1400" b="1"/>
              <a:t>Availability:</a:t>
            </a:r>
            <a:r>
              <a:rPr lang="en-IN" sz="1400"/>
              <a:t> “Can I access my file right now?”</a:t>
            </a:r>
          </a:p>
          <a:p>
            <a:r>
              <a:rPr lang="en-IN" sz="1400"/>
              <a:t>This distinction is important because a storage class can have very high durability while offering a different availability level. </a:t>
            </a:r>
          </a:p>
        </p:txBody>
      </p:sp>
    </p:spTree>
    <p:extLst>
      <p:ext uri="{BB962C8B-B14F-4D97-AF65-F5344CB8AC3E}">
        <p14:creationId xmlns:p14="http://schemas.microsoft.com/office/powerpoint/2010/main" val="1421004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26AAC-0DB7-E5BA-1F8E-BE39A94EBD3C}"/>
              </a:ext>
            </a:extLst>
          </p:cNvPr>
          <p:cNvSpPr>
            <a:spLocks noGrp="1"/>
          </p:cNvSpPr>
          <p:nvPr>
            <p:ph type="title"/>
          </p:nvPr>
        </p:nvSpPr>
        <p:spPr/>
        <p:txBody>
          <a:bodyPr/>
          <a:lstStyle/>
          <a:p>
            <a:r>
              <a:rPr lang="en-IN" dirty="0"/>
              <a:t>S3 Standard and Infrequent Access</a:t>
            </a:r>
          </a:p>
        </p:txBody>
      </p:sp>
      <p:graphicFrame>
        <p:nvGraphicFramePr>
          <p:cNvPr id="5" name="Content Placeholder 2">
            <a:extLst>
              <a:ext uri="{FF2B5EF4-FFF2-40B4-BE49-F238E27FC236}">
                <a16:creationId xmlns:a16="http://schemas.microsoft.com/office/drawing/2014/main" id="{6EB9D89D-471B-EF20-DD64-D6894604CD58}"/>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8119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E2E679-1CA1-B848-4CD2-3A3B53B01A93}"/>
              </a:ext>
            </a:extLst>
          </p:cNvPr>
          <p:cNvSpPr>
            <a:spLocks noGrp="1"/>
          </p:cNvSpPr>
          <p:nvPr>
            <p:ph type="title"/>
          </p:nvPr>
        </p:nvSpPr>
        <p:spPr>
          <a:xfrm>
            <a:off x="686834" y="1153572"/>
            <a:ext cx="3200400" cy="4461163"/>
          </a:xfrm>
        </p:spPr>
        <p:txBody>
          <a:bodyPr>
            <a:normAutofit/>
          </a:bodyPr>
          <a:lstStyle/>
          <a:p>
            <a:r>
              <a:rPr lang="en-IN">
                <a:solidFill>
                  <a:srgbClr val="FFFFFF"/>
                </a:solidFill>
              </a:rPr>
              <a:t>Amazon S3 Glacier Storage Classes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FF6E24E-7742-A709-830E-3D13EDFA0F87}"/>
              </a:ext>
            </a:extLst>
          </p:cNvPr>
          <p:cNvSpPr>
            <a:spLocks noGrp="1"/>
          </p:cNvSpPr>
          <p:nvPr>
            <p:ph idx="1"/>
          </p:nvPr>
        </p:nvSpPr>
        <p:spPr>
          <a:xfrm>
            <a:off x="4447308" y="591344"/>
            <a:ext cx="6906491" cy="5585619"/>
          </a:xfrm>
        </p:spPr>
        <p:txBody>
          <a:bodyPr anchor="ctr">
            <a:normAutofit/>
          </a:bodyPr>
          <a:lstStyle/>
          <a:p>
            <a:r>
              <a:rPr lang="en-IN" sz="1500"/>
              <a:t>Glacier storage classes are mainly designed for </a:t>
            </a:r>
            <a:r>
              <a:rPr lang="en-IN" sz="1500" b="1"/>
              <a:t>archiving and backup</a:t>
            </a:r>
            <a:r>
              <a:rPr lang="en-IN" sz="1500"/>
              <a:t>.</a:t>
            </a:r>
          </a:p>
          <a:p>
            <a:r>
              <a:rPr lang="en-IN" sz="1500" b="1"/>
              <a:t>Glacier Instant Retrieval</a:t>
            </a:r>
          </a:p>
          <a:p>
            <a:pPr lvl="0"/>
            <a:r>
              <a:rPr lang="en-IN" sz="1500"/>
              <a:t>Used when archived data is not accessed often, but the application still needs </a:t>
            </a:r>
            <a:r>
              <a:rPr lang="en-IN" sz="1500" b="1"/>
              <a:t>millisecond retrieval</a:t>
            </a:r>
            <a:r>
              <a:rPr lang="en-IN" sz="1500"/>
              <a:t> when it is requested. </a:t>
            </a:r>
          </a:p>
          <a:p>
            <a:r>
              <a:rPr lang="en-IN" sz="1500" b="1"/>
              <a:t>Glacier Flexible Retrieval</a:t>
            </a:r>
          </a:p>
          <a:p>
            <a:pPr lvl="0"/>
            <a:r>
              <a:rPr lang="en-IN" sz="1500"/>
              <a:t>Lower-cost archive storage where retrieval can take longer. </a:t>
            </a:r>
          </a:p>
          <a:p>
            <a:pPr lvl="0"/>
            <a:r>
              <a:rPr lang="en-IN" sz="1500"/>
              <a:t>The course shows different retrieval speeds such as expedited, standard, and bulk retrieval. </a:t>
            </a:r>
          </a:p>
          <a:p>
            <a:r>
              <a:rPr lang="en-IN" sz="1500" b="1"/>
              <a:t>Glacier Deep Archive</a:t>
            </a:r>
          </a:p>
          <a:p>
            <a:pPr lvl="0"/>
            <a:r>
              <a:rPr lang="en-IN" sz="1500"/>
              <a:t>Designed for </a:t>
            </a:r>
            <a:r>
              <a:rPr lang="en-IN" sz="1500" b="1"/>
              <a:t>very long-term storage</a:t>
            </a:r>
            <a:r>
              <a:rPr lang="en-IN" sz="1500"/>
              <a:t> where data is rarely needed. </a:t>
            </a:r>
          </a:p>
          <a:p>
            <a:pPr lvl="0"/>
            <a:r>
              <a:rPr lang="en-IN" sz="1500"/>
              <a:t>It provides very low storage cost, but retrieval can take many hours. </a:t>
            </a:r>
          </a:p>
          <a:p>
            <a:r>
              <a:rPr lang="en-IN" sz="1500" b="1"/>
              <a:t>GenAI Example</a:t>
            </a:r>
          </a:p>
          <a:p>
            <a:r>
              <a:rPr lang="en-IN" sz="1500"/>
              <a:t>A company may keep:</a:t>
            </a:r>
          </a:p>
          <a:p>
            <a:pPr lvl="0"/>
            <a:r>
              <a:rPr lang="en-IN" sz="1500"/>
              <a:t>Active training documents in S3 Standard </a:t>
            </a:r>
          </a:p>
          <a:p>
            <a:pPr lvl="0"/>
            <a:r>
              <a:rPr lang="en-IN" sz="1500"/>
              <a:t>Older reference material in Standard-IA </a:t>
            </a:r>
          </a:p>
          <a:p>
            <a:pPr lvl="0"/>
            <a:r>
              <a:rPr lang="en-IN" sz="1500"/>
              <a:t>Historical AI training datasets or compliance archives in Glacier </a:t>
            </a:r>
          </a:p>
          <a:p>
            <a:r>
              <a:rPr lang="en-IN" sz="1500"/>
              <a:t>The data still exists, but the company does not pay the same storage price for information that is rarely accessed. </a:t>
            </a:r>
          </a:p>
        </p:txBody>
      </p:sp>
    </p:spTree>
    <p:extLst>
      <p:ext uri="{BB962C8B-B14F-4D97-AF65-F5344CB8AC3E}">
        <p14:creationId xmlns:p14="http://schemas.microsoft.com/office/powerpoint/2010/main" val="3226478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FA4F08-F740-12F7-C3B7-F513E489D8F3}"/>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S3 Intelligent-Tiering</a:t>
            </a:r>
          </a:p>
        </p:txBody>
      </p:sp>
      <p:sp>
        <p:nvSpPr>
          <p:cNvPr id="3" name="Content Placeholder 2">
            <a:extLst>
              <a:ext uri="{FF2B5EF4-FFF2-40B4-BE49-F238E27FC236}">
                <a16:creationId xmlns:a16="http://schemas.microsoft.com/office/drawing/2014/main" id="{A4A3A362-DF98-37DB-F076-DEFFCE161137}"/>
              </a:ext>
            </a:extLst>
          </p:cNvPr>
          <p:cNvSpPr>
            <a:spLocks noGrp="1"/>
          </p:cNvSpPr>
          <p:nvPr>
            <p:ph idx="1"/>
          </p:nvPr>
        </p:nvSpPr>
        <p:spPr>
          <a:xfrm>
            <a:off x="4810259" y="649480"/>
            <a:ext cx="6555347" cy="5546047"/>
          </a:xfrm>
        </p:spPr>
        <p:txBody>
          <a:bodyPr anchor="ctr">
            <a:normAutofit/>
          </a:bodyPr>
          <a:lstStyle/>
          <a:p>
            <a:r>
              <a:rPr lang="en-IN" sz="1700"/>
              <a:t>Sometimes a company does not know how often a file will be used.</a:t>
            </a:r>
          </a:p>
          <a:p>
            <a:pPr lvl="0"/>
            <a:r>
              <a:rPr lang="en-IN" sz="1700" b="1"/>
              <a:t>S3 Intelligent-Tiering monitors access patterns and automatically moves objects between access tiers.</a:t>
            </a:r>
            <a:r>
              <a:rPr lang="en-IN" sz="1700"/>
              <a:t> </a:t>
            </a:r>
          </a:p>
          <a:p>
            <a:pPr lvl="0"/>
            <a:r>
              <a:rPr lang="en-IN" sz="1700"/>
              <a:t>Frequently used objects remain in the Frequent Access tier. </a:t>
            </a:r>
          </a:p>
          <a:p>
            <a:pPr lvl="0"/>
            <a:r>
              <a:rPr lang="en-IN" sz="1700"/>
              <a:t>Objects that are not accessed for a period of time can automatically move into lower-cost tiers. </a:t>
            </a:r>
          </a:p>
          <a:p>
            <a:pPr lvl="0"/>
            <a:r>
              <a:rPr lang="en-IN" sz="1700"/>
              <a:t>The course also includes optional archive and deep archive tiers for data that remains unused for much longer periods. </a:t>
            </a:r>
          </a:p>
          <a:p>
            <a:pPr lvl="0"/>
            <a:r>
              <a:rPr lang="en-IN" sz="1700"/>
              <a:t>Intelligent-Tiering has a monitoring and auto-tiering fee, but it can be useful when the access pattern is unpredictable. </a:t>
            </a:r>
          </a:p>
          <a:p>
            <a:r>
              <a:rPr lang="en-IN" sz="1700" b="1"/>
              <a:t>Example</a:t>
            </a:r>
          </a:p>
          <a:p>
            <a:r>
              <a:rPr lang="en-IN" sz="1700"/>
              <a:t>A company uploads thousands of technical documents.</a:t>
            </a:r>
          </a:p>
          <a:p>
            <a:r>
              <a:rPr lang="en-IN" sz="1700"/>
              <a:t>Some may become popular because of a new product release, while others may not be opened for months.</a:t>
            </a:r>
          </a:p>
          <a:p>
            <a:r>
              <a:rPr lang="en-IN" sz="1700"/>
              <a:t>Instead of guessing the correct storage class for each document, Intelligent-Tiering can adjust the storage tier based on actual usage.</a:t>
            </a:r>
          </a:p>
        </p:txBody>
      </p:sp>
    </p:spTree>
    <p:extLst>
      <p:ext uri="{BB962C8B-B14F-4D97-AF65-F5344CB8AC3E}">
        <p14:creationId xmlns:p14="http://schemas.microsoft.com/office/powerpoint/2010/main" val="735619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ED68B27C-E898-A3DE-14B1-E452865F057C}"/>
              </a:ext>
            </a:extLst>
          </p:cNvPr>
          <p:cNvSpPr>
            <a:spLocks noGrp="1"/>
          </p:cNvSpPr>
          <p:nvPr>
            <p:ph type="title"/>
          </p:nvPr>
        </p:nvSpPr>
        <p:spPr>
          <a:xfrm>
            <a:off x="1188069" y="381935"/>
            <a:ext cx="4008583" cy="5974414"/>
          </a:xfrm>
        </p:spPr>
        <p:txBody>
          <a:bodyPr anchor="ctr">
            <a:normAutofit/>
          </a:bodyPr>
          <a:lstStyle/>
          <a:p>
            <a:r>
              <a:rPr lang="en-IN" sz="6200">
                <a:solidFill>
                  <a:srgbClr val="FFFFFF"/>
                </a:solidFill>
              </a:rPr>
              <a:t>Automating Storage with S3 Lifecycle Rules</a:t>
            </a:r>
          </a:p>
        </p:txBody>
      </p:sp>
      <p:grpSp>
        <p:nvGrpSpPr>
          <p:cNvPr id="38" name="Group 37">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39"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40"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41"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339658CE-B9D6-C93D-59DB-C2A4271DE936}"/>
              </a:ext>
            </a:extLst>
          </p:cNvPr>
          <p:cNvSpPr>
            <a:spLocks noGrp="1"/>
          </p:cNvSpPr>
          <p:nvPr>
            <p:ph idx="1"/>
          </p:nvPr>
        </p:nvSpPr>
        <p:spPr>
          <a:xfrm>
            <a:off x="6297233" y="518400"/>
            <a:ext cx="4771607" cy="5837949"/>
          </a:xfrm>
        </p:spPr>
        <p:txBody>
          <a:bodyPr anchor="ctr">
            <a:normAutofit/>
          </a:bodyPr>
          <a:lstStyle/>
          <a:p>
            <a:r>
              <a:rPr lang="en-IN" sz="1400">
                <a:solidFill>
                  <a:schemeClr val="tx1">
                    <a:alpha val="80000"/>
                  </a:schemeClr>
                </a:solidFill>
              </a:rPr>
              <a:t>S3 Lifecycle Rules allow storage management to happen automatically.</a:t>
            </a:r>
          </a:p>
          <a:p>
            <a:pPr lvl="0"/>
            <a:r>
              <a:rPr lang="en-IN" sz="1400" b="1">
                <a:solidFill>
                  <a:schemeClr val="tx1">
                    <a:alpha val="80000"/>
                  </a:schemeClr>
                </a:solidFill>
              </a:rPr>
              <a:t>Transition actions move objects into another storage class after a defined amount of time.</a:t>
            </a:r>
            <a:r>
              <a:rPr lang="en-IN" sz="1400">
                <a:solidFill>
                  <a:schemeClr val="tx1">
                    <a:alpha val="80000"/>
                  </a:schemeClr>
                </a:solidFill>
              </a:rPr>
              <a:t> </a:t>
            </a:r>
          </a:p>
          <a:p>
            <a:pPr lvl="0"/>
            <a:r>
              <a:rPr lang="en-IN" sz="1400">
                <a:solidFill>
                  <a:schemeClr val="tx1">
                    <a:alpha val="80000"/>
                  </a:schemeClr>
                </a:solidFill>
              </a:rPr>
              <a:t>For example, a file could start in S3 Standard and move to Standard-IA after 60 days. </a:t>
            </a:r>
          </a:p>
          <a:p>
            <a:pPr lvl="0"/>
            <a:r>
              <a:rPr lang="en-IN" sz="1400">
                <a:solidFill>
                  <a:schemeClr val="tx1">
                    <a:alpha val="80000"/>
                  </a:schemeClr>
                </a:solidFill>
              </a:rPr>
              <a:t>Later, the same object could move into Glacier for long-term archiving. </a:t>
            </a:r>
          </a:p>
          <a:p>
            <a:pPr lvl="0"/>
            <a:r>
              <a:rPr lang="en-IN" sz="1400" b="1">
                <a:solidFill>
                  <a:schemeClr val="tx1">
                    <a:alpha val="80000"/>
                  </a:schemeClr>
                </a:solidFill>
              </a:rPr>
              <a:t>Expiration actions automatically delete objects when they are no longer required.</a:t>
            </a:r>
            <a:r>
              <a:rPr lang="en-IN" sz="1400">
                <a:solidFill>
                  <a:schemeClr val="tx1">
                    <a:alpha val="80000"/>
                  </a:schemeClr>
                </a:solidFill>
              </a:rPr>
              <a:t> </a:t>
            </a:r>
          </a:p>
          <a:p>
            <a:pPr lvl="0"/>
            <a:r>
              <a:rPr lang="en-IN" sz="1400">
                <a:solidFill>
                  <a:schemeClr val="tx1">
                    <a:alpha val="80000"/>
                  </a:schemeClr>
                </a:solidFill>
              </a:rPr>
              <a:t>Lifecycle Rules can also clean up old file versions or incomplete multipart uploads. </a:t>
            </a:r>
          </a:p>
          <a:p>
            <a:pPr lvl="0"/>
            <a:r>
              <a:rPr lang="en-IN" sz="1400">
                <a:solidFill>
                  <a:schemeClr val="tx1">
                    <a:alpha val="80000"/>
                  </a:schemeClr>
                </a:solidFill>
              </a:rPr>
              <a:t>Rules can target only certain objects using prefixes or tags. </a:t>
            </a:r>
          </a:p>
          <a:p>
            <a:r>
              <a:rPr lang="en-IN" sz="1400" b="1">
                <a:solidFill>
                  <a:schemeClr val="tx1">
                    <a:alpha val="80000"/>
                  </a:schemeClr>
                </a:solidFill>
              </a:rPr>
              <a:t>Example GenAI Policy</a:t>
            </a:r>
          </a:p>
          <a:p>
            <a:r>
              <a:rPr lang="en-IN" sz="1400" b="1">
                <a:solidFill>
                  <a:schemeClr val="tx1">
                    <a:alpha val="80000"/>
                  </a:schemeClr>
                </a:solidFill>
              </a:rPr>
              <a:t>0–30 days:</a:t>
            </a:r>
            <a:r>
              <a:rPr lang="en-IN" sz="1400">
                <a:solidFill>
                  <a:schemeClr val="tx1">
                    <a:alpha val="80000"/>
                  </a:schemeClr>
                </a:solidFill>
              </a:rPr>
              <a:t> S3 Standard</a:t>
            </a:r>
          </a:p>
          <a:p>
            <a:r>
              <a:rPr lang="en-IN" sz="1400" b="1">
                <a:solidFill>
                  <a:schemeClr val="tx1">
                    <a:alpha val="80000"/>
                  </a:schemeClr>
                </a:solidFill>
              </a:rPr>
              <a:t>31–180 days:</a:t>
            </a:r>
            <a:r>
              <a:rPr lang="en-IN" sz="1400">
                <a:solidFill>
                  <a:schemeClr val="tx1">
                    <a:alpha val="80000"/>
                  </a:schemeClr>
                </a:solidFill>
              </a:rPr>
              <a:t> Standard-IA</a:t>
            </a:r>
          </a:p>
          <a:p>
            <a:r>
              <a:rPr lang="en-IN" sz="1400" b="1">
                <a:solidFill>
                  <a:schemeClr val="tx1">
                    <a:alpha val="80000"/>
                  </a:schemeClr>
                </a:solidFill>
              </a:rPr>
              <a:t>After 180 days:</a:t>
            </a:r>
            <a:r>
              <a:rPr lang="en-IN" sz="1400">
                <a:solidFill>
                  <a:schemeClr val="tx1">
                    <a:alpha val="80000"/>
                  </a:schemeClr>
                </a:solidFill>
              </a:rPr>
              <a:t> Glacier</a:t>
            </a:r>
          </a:p>
          <a:p>
            <a:r>
              <a:rPr lang="en-IN" sz="1400" b="1">
                <a:solidFill>
                  <a:schemeClr val="tx1">
                    <a:alpha val="80000"/>
                  </a:schemeClr>
                </a:solidFill>
              </a:rPr>
              <a:t>After 5 years:</a:t>
            </a:r>
            <a:r>
              <a:rPr lang="en-IN" sz="1400">
                <a:solidFill>
                  <a:schemeClr val="tx1">
                    <a:alpha val="80000"/>
                  </a:schemeClr>
                </a:solidFill>
              </a:rPr>
              <a:t> Delete if company policy allows it</a:t>
            </a:r>
          </a:p>
          <a:p>
            <a:r>
              <a:rPr lang="en-IN" sz="1400">
                <a:solidFill>
                  <a:schemeClr val="tx1">
                    <a:alpha val="80000"/>
                  </a:schemeClr>
                </a:solidFill>
              </a:rPr>
              <a:t>This can control cost without requiring someone to manually move thousands of files every month.</a:t>
            </a:r>
          </a:p>
        </p:txBody>
      </p:sp>
      <p:cxnSp>
        <p:nvCxnSpPr>
          <p:cNvPr id="42" name="Straight Connector 41">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6587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F2268-5DEE-4FDD-BCDB-8542B4EF8949}"/>
              </a:ext>
            </a:extLst>
          </p:cNvPr>
          <p:cNvSpPr>
            <a:spLocks noGrp="1"/>
          </p:cNvSpPr>
          <p:nvPr>
            <p:ph type="title"/>
          </p:nvPr>
        </p:nvSpPr>
        <p:spPr>
          <a:xfrm>
            <a:off x="762001" y="1138265"/>
            <a:ext cx="3056625" cy="2909296"/>
          </a:xfrm>
        </p:spPr>
        <p:txBody>
          <a:bodyPr anchor="t">
            <a:normAutofit/>
          </a:bodyPr>
          <a:lstStyle/>
          <a:p>
            <a:r>
              <a:rPr lang="en-IN" sz="3200"/>
              <a:t>S3 Replication: CRR and SRR</a:t>
            </a:r>
          </a:p>
        </p:txBody>
      </p:sp>
      <p:cxnSp>
        <p:nvCxnSpPr>
          <p:cNvPr id="22" name="Straight Connector 21">
            <a:extLst>
              <a:ext uri="{FF2B5EF4-FFF2-40B4-BE49-F238E27FC236}">
                <a16:creationId xmlns:a16="http://schemas.microsoft.com/office/drawing/2014/main" id="{00CD8E7C-C23B-A3B9-B18A-838AED877A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78C3738-2116-D115-44AB-0909F59D6246}"/>
              </a:ext>
            </a:extLst>
          </p:cNvPr>
          <p:cNvSpPr>
            <a:spLocks noGrp="1"/>
          </p:cNvSpPr>
          <p:nvPr>
            <p:ph idx="1"/>
          </p:nvPr>
        </p:nvSpPr>
        <p:spPr>
          <a:xfrm>
            <a:off x="4600755" y="753376"/>
            <a:ext cx="6661029" cy="5434637"/>
          </a:xfrm>
        </p:spPr>
        <p:txBody>
          <a:bodyPr>
            <a:normAutofit/>
          </a:bodyPr>
          <a:lstStyle/>
          <a:p>
            <a:r>
              <a:rPr lang="en-IN" sz="1600"/>
              <a:t>Amazon S3 can automatically replicate objects into another bucket.</a:t>
            </a:r>
          </a:p>
          <a:p>
            <a:r>
              <a:rPr lang="en-IN" sz="1600" b="1"/>
              <a:t>Cross-Region Replication – CRR</a:t>
            </a:r>
          </a:p>
          <a:p>
            <a:pPr lvl="0"/>
            <a:r>
              <a:rPr lang="en-IN" sz="1600"/>
              <a:t>Copies objects into a bucket in a </a:t>
            </a:r>
            <a:r>
              <a:rPr lang="en-IN" sz="1600" b="1"/>
              <a:t>different AWS Region</a:t>
            </a:r>
            <a:r>
              <a:rPr lang="en-IN" sz="1600"/>
              <a:t>. </a:t>
            </a:r>
          </a:p>
          <a:p>
            <a:pPr lvl="0"/>
            <a:r>
              <a:rPr lang="en-IN" sz="1600"/>
              <a:t>Possible uses include compliance, lower-latency access in another geographic area, or maintaining copies across accounts. </a:t>
            </a:r>
          </a:p>
          <a:p>
            <a:r>
              <a:rPr lang="en-IN" sz="1600" b="1"/>
              <a:t>Same-Region Replication – SRR</a:t>
            </a:r>
          </a:p>
          <a:p>
            <a:pPr lvl="0"/>
            <a:r>
              <a:rPr lang="en-IN" sz="1600"/>
              <a:t>Copies objects into another bucket in the </a:t>
            </a:r>
            <a:r>
              <a:rPr lang="en-IN" sz="1600" b="1"/>
              <a:t>same AWS Region</a:t>
            </a:r>
            <a:r>
              <a:rPr lang="en-IN" sz="1600"/>
              <a:t>. </a:t>
            </a:r>
          </a:p>
          <a:p>
            <a:pPr lvl="0"/>
            <a:r>
              <a:rPr lang="en-IN" sz="1600"/>
              <a:t>The course gives examples such as log aggregation or copying production data into another environment. </a:t>
            </a:r>
          </a:p>
          <a:p>
            <a:r>
              <a:rPr lang="en-IN" sz="1600" b="1"/>
              <a:t>Important Requirements</a:t>
            </a:r>
          </a:p>
          <a:p>
            <a:pPr lvl="0"/>
            <a:r>
              <a:rPr lang="en-IN" sz="1600"/>
              <a:t>Versioning must be enabled on both the source and destination buckets. </a:t>
            </a:r>
          </a:p>
          <a:p>
            <a:pPr lvl="0"/>
            <a:r>
              <a:rPr lang="en-IN" sz="1600"/>
              <a:t>Replication happens asynchronously. </a:t>
            </a:r>
          </a:p>
          <a:p>
            <a:pPr lvl="0"/>
            <a:r>
              <a:rPr lang="en-IN" sz="1600"/>
              <a:t>S3 needs the correct IAM permissions to perform the copy. </a:t>
            </a:r>
          </a:p>
          <a:p>
            <a:r>
              <a:rPr lang="en-IN" sz="1600"/>
              <a:t>In a GenAI system, replication can help protect important source documents or make copies available for separate environments.</a:t>
            </a:r>
            <a:endParaRPr lang="en-IN" sz="1600" dirty="0"/>
          </a:p>
        </p:txBody>
      </p:sp>
    </p:spTree>
    <p:extLst>
      <p:ext uri="{BB962C8B-B14F-4D97-AF65-F5344CB8AC3E}">
        <p14:creationId xmlns:p14="http://schemas.microsoft.com/office/powerpoint/2010/main" val="561676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21772-5A30-3598-6D05-93D8E327EAA4}"/>
              </a:ext>
            </a:extLst>
          </p:cNvPr>
          <p:cNvSpPr>
            <a:spLocks noGrp="1"/>
          </p:cNvSpPr>
          <p:nvPr>
            <p:ph type="title"/>
          </p:nvPr>
        </p:nvSpPr>
        <p:spPr/>
        <p:txBody>
          <a:bodyPr/>
          <a:lstStyle/>
          <a:p>
            <a:r>
              <a:rPr lang="en-IN"/>
              <a:t>S3 Encryption: Four Main Approaches</a:t>
            </a:r>
            <a:endParaRPr lang="en-IN" dirty="0"/>
          </a:p>
        </p:txBody>
      </p:sp>
      <p:graphicFrame>
        <p:nvGraphicFramePr>
          <p:cNvPr id="5" name="Content Placeholder 2">
            <a:extLst>
              <a:ext uri="{FF2B5EF4-FFF2-40B4-BE49-F238E27FC236}">
                <a16:creationId xmlns:a16="http://schemas.microsoft.com/office/drawing/2014/main" id="{811A46EC-2884-C574-2CFA-16C885D61B68}"/>
              </a:ext>
            </a:extLst>
          </p:cNvPr>
          <p:cNvGraphicFramePr>
            <a:graphicFrameLocks noGrp="1"/>
          </p:cNvGraphicFramePr>
          <p:nvPr>
            <p:ph idx="1"/>
          </p:nvPr>
        </p:nvGraphicFramePr>
        <p:xfrm>
          <a:off x="838200" y="1825624"/>
          <a:ext cx="10515600" cy="48512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89039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84AA68A-4EC1-C624-F769-B0FE1CD8A102}"/>
              </a:ext>
            </a:extLst>
          </p:cNvPr>
          <p:cNvSpPr>
            <a:spLocks noGrp="1"/>
          </p:cNvSpPr>
          <p:nvPr>
            <p:ph type="title"/>
          </p:nvPr>
        </p:nvSpPr>
        <p:spPr>
          <a:xfrm>
            <a:off x="838200" y="365125"/>
            <a:ext cx="10515600" cy="1325563"/>
          </a:xfrm>
        </p:spPr>
        <p:txBody>
          <a:bodyPr>
            <a:normAutofit/>
          </a:bodyPr>
          <a:lstStyle/>
          <a:p>
            <a:r>
              <a:rPr lang="en-IN" dirty="0"/>
              <a:t>SSE-KMS and KMS Request Limits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A8072BA-7EF4-F39D-E5F4-485EAA938F52}"/>
              </a:ext>
            </a:extLst>
          </p:cNvPr>
          <p:cNvSpPr>
            <a:spLocks noGrp="1"/>
          </p:cNvSpPr>
          <p:nvPr>
            <p:ph idx="1"/>
          </p:nvPr>
        </p:nvSpPr>
        <p:spPr>
          <a:xfrm>
            <a:off x="838200" y="1825625"/>
            <a:ext cx="10515600" cy="4351338"/>
          </a:xfrm>
        </p:spPr>
        <p:txBody>
          <a:bodyPr>
            <a:normAutofit/>
          </a:bodyPr>
          <a:lstStyle/>
          <a:p>
            <a:r>
              <a:rPr lang="en-IN" sz="2000"/>
              <a:t>SSE-KMS gives more key control, but it also adds another AWS service into the request path.</a:t>
            </a:r>
          </a:p>
          <a:p>
            <a:pPr lvl="0"/>
            <a:r>
              <a:rPr lang="en-IN" sz="2000"/>
              <a:t>When an object is uploaded using SSE-KMS, S3 may call the </a:t>
            </a:r>
            <a:r>
              <a:rPr lang="en-IN" sz="2000" b="1" err="1"/>
              <a:t>GenerateDataKey</a:t>
            </a:r>
            <a:r>
              <a:rPr lang="en-IN" sz="2000"/>
              <a:t> KMS API. </a:t>
            </a:r>
          </a:p>
          <a:p>
            <a:pPr lvl="0"/>
            <a:r>
              <a:rPr lang="en-IN" sz="2000"/>
              <a:t>When an encrypted object is downloaded, the </a:t>
            </a:r>
            <a:r>
              <a:rPr lang="en-IN" sz="2000" b="1"/>
              <a:t>Decrypt</a:t>
            </a:r>
            <a:r>
              <a:rPr lang="en-IN" sz="2000"/>
              <a:t> API may be called. </a:t>
            </a:r>
          </a:p>
          <a:p>
            <a:pPr lvl="0"/>
            <a:r>
              <a:rPr lang="en-IN" sz="2000"/>
              <a:t>These requests count against AWS KMS service quotas. </a:t>
            </a:r>
          </a:p>
          <a:p>
            <a:pPr lvl="0"/>
            <a:r>
              <a:rPr lang="en-IN" sz="2000"/>
              <a:t>If an application has very high S3 request volume, KMS limits may become part of the performance design. </a:t>
            </a:r>
          </a:p>
          <a:p>
            <a:pPr lvl="0"/>
            <a:r>
              <a:rPr lang="en-IN" sz="2000"/>
              <a:t>The course notes that quota increases can be requested through the Service Quotas console. </a:t>
            </a:r>
          </a:p>
          <a:p>
            <a:r>
              <a:rPr lang="en-IN" sz="2000"/>
              <a:t>This is a good example of why security choices can also affect </a:t>
            </a:r>
            <a:r>
              <a:rPr lang="en-IN" sz="2000" b="1"/>
              <a:t>performance and architecture</a:t>
            </a:r>
            <a:r>
              <a:rPr lang="en-IN" sz="2000"/>
              <a:t>, not only encryption.</a:t>
            </a:r>
          </a:p>
        </p:txBody>
      </p:sp>
    </p:spTree>
    <p:extLst>
      <p:ext uri="{BB962C8B-B14F-4D97-AF65-F5344CB8AC3E}">
        <p14:creationId xmlns:p14="http://schemas.microsoft.com/office/powerpoint/2010/main" val="1389356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A15DD-0E1D-AD17-ADF6-8EBCBE0B0E42}"/>
              </a:ext>
            </a:extLst>
          </p:cNvPr>
          <p:cNvSpPr>
            <a:spLocks noGrp="1"/>
          </p:cNvSpPr>
          <p:nvPr>
            <p:ph type="title"/>
          </p:nvPr>
        </p:nvSpPr>
        <p:spPr/>
        <p:txBody>
          <a:bodyPr/>
          <a:lstStyle/>
          <a:p>
            <a:r>
              <a:rPr lang="en-IN" dirty="0"/>
              <a:t>Encryption in Transit</a:t>
            </a:r>
          </a:p>
        </p:txBody>
      </p:sp>
      <p:graphicFrame>
        <p:nvGraphicFramePr>
          <p:cNvPr id="5" name="Content Placeholder 2">
            <a:extLst>
              <a:ext uri="{FF2B5EF4-FFF2-40B4-BE49-F238E27FC236}">
                <a16:creationId xmlns:a16="http://schemas.microsoft.com/office/drawing/2014/main" id="{D5559C75-0CE4-357A-58EE-933BA8F87BC9}"/>
              </a:ext>
            </a:extLst>
          </p:cNvPr>
          <p:cNvGraphicFramePr>
            <a:graphicFrameLocks noGrp="1"/>
          </p:cNvGraphicFramePr>
          <p:nvPr>
            <p:ph idx="1"/>
          </p:nvPr>
        </p:nvGraphicFramePr>
        <p:xfrm>
          <a:off x="838200" y="1825625"/>
          <a:ext cx="10515600" cy="4667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30995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8095FE-14BA-FFAF-B87A-F9D54A3EE638}"/>
              </a:ext>
            </a:extLst>
          </p:cNvPr>
          <p:cNvSpPr>
            <a:spLocks noGrp="1"/>
          </p:cNvSpPr>
          <p:nvPr>
            <p:ph type="title"/>
          </p:nvPr>
        </p:nvSpPr>
        <p:spPr>
          <a:xfrm>
            <a:off x="645065" y="1463040"/>
            <a:ext cx="3796306" cy="2690949"/>
          </a:xfrm>
        </p:spPr>
        <p:txBody>
          <a:bodyPr anchor="t">
            <a:normAutofit/>
          </a:bodyPr>
          <a:lstStyle/>
          <a:p>
            <a:r>
              <a:rPr lang="en-IN" sz="4800" b="1"/>
              <a:t>S3 Access Logs</a:t>
            </a:r>
            <a:endParaRPr lang="en-IN" sz="480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1D6AC46-66CD-EC4B-C435-F759A71E4112}"/>
              </a:ext>
            </a:extLst>
          </p:cNvPr>
          <p:cNvSpPr>
            <a:spLocks noGrp="1"/>
          </p:cNvSpPr>
          <p:nvPr>
            <p:ph idx="1"/>
          </p:nvPr>
        </p:nvSpPr>
        <p:spPr>
          <a:xfrm>
            <a:off x="5656218" y="1463039"/>
            <a:ext cx="5542387" cy="4300447"/>
          </a:xfrm>
        </p:spPr>
        <p:txBody>
          <a:bodyPr anchor="t">
            <a:normAutofit/>
          </a:bodyPr>
          <a:lstStyle/>
          <a:p>
            <a:r>
              <a:rPr lang="en-IN" sz="1200"/>
              <a:t>Security is not only about preventing access. Organizations also need to know </a:t>
            </a:r>
            <a:r>
              <a:rPr lang="en-IN" sz="1200" b="1"/>
              <a:t>who tried to access the data</a:t>
            </a:r>
            <a:r>
              <a:rPr lang="en-IN" sz="1200"/>
              <a:t>.</a:t>
            </a:r>
          </a:p>
          <a:p>
            <a:pPr lvl="0"/>
            <a:r>
              <a:rPr lang="en-IN" sz="1200" b="1"/>
              <a:t>S3 Access Logging can record requests made to a bucket</a:t>
            </a:r>
            <a:r>
              <a:rPr lang="en-IN" sz="1200"/>
              <a:t>, including requests that were authorized and requests that were denied. </a:t>
            </a:r>
          </a:p>
          <a:p>
            <a:pPr lvl="0"/>
            <a:r>
              <a:rPr lang="en-IN" sz="1200"/>
              <a:t>The logs are written into another S3 bucket where they can later be analyzed. </a:t>
            </a:r>
          </a:p>
          <a:p>
            <a:pPr lvl="0"/>
            <a:r>
              <a:rPr lang="en-IN" sz="1200"/>
              <a:t>This can support auditing, troubleshooting, and security investigations. </a:t>
            </a:r>
          </a:p>
          <a:p>
            <a:pPr lvl="0"/>
            <a:r>
              <a:rPr lang="en-IN" sz="1200"/>
              <a:t>The course notes that the target logging bucket must be in the same AWS Region. </a:t>
            </a:r>
          </a:p>
          <a:p>
            <a:endParaRPr lang="en-IN" sz="1200" b="1"/>
          </a:p>
          <a:p>
            <a:r>
              <a:rPr lang="en-IN" sz="1200" b="1"/>
              <a:t>Important Warning</a:t>
            </a:r>
          </a:p>
          <a:p>
            <a:r>
              <a:rPr lang="en-IN" sz="1200"/>
              <a:t>The logging bucket should </a:t>
            </a:r>
            <a:r>
              <a:rPr lang="en-IN" sz="1200" b="1"/>
              <a:t>not be the same bucket being monitored</a:t>
            </a:r>
            <a:r>
              <a:rPr lang="en-IN" sz="1200"/>
              <a:t>.</a:t>
            </a:r>
          </a:p>
          <a:p>
            <a:r>
              <a:rPr lang="en-IN" sz="1200"/>
              <a:t>If a bucket writes access logs back into itself, every new log creates another access event, which can create a logging loop and continuously increase the number of objects.</a:t>
            </a:r>
          </a:p>
          <a:p>
            <a:r>
              <a:rPr lang="en-IN" sz="1200"/>
              <a:t>So a separate logging bucket should be used. </a:t>
            </a:r>
          </a:p>
        </p:txBody>
      </p:sp>
    </p:spTree>
    <p:extLst>
      <p:ext uri="{BB962C8B-B14F-4D97-AF65-F5344CB8AC3E}">
        <p14:creationId xmlns:p14="http://schemas.microsoft.com/office/powerpoint/2010/main" val="4101379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55CB96-4910-FD56-A157-8AABC761D407}"/>
              </a:ext>
            </a:extLst>
          </p:cNvPr>
          <p:cNvSpPr>
            <a:spLocks noGrp="1"/>
          </p:cNvSpPr>
          <p:nvPr>
            <p:ph type="title"/>
          </p:nvPr>
        </p:nvSpPr>
        <p:spPr>
          <a:xfrm>
            <a:off x="686834" y="1153572"/>
            <a:ext cx="3200400" cy="4461163"/>
          </a:xfrm>
        </p:spPr>
        <p:txBody>
          <a:bodyPr>
            <a:normAutofit/>
          </a:bodyPr>
          <a:lstStyle/>
          <a:p>
            <a:r>
              <a:rPr lang="en-IN">
                <a:solidFill>
                  <a:srgbClr val="FFFFFF"/>
                </a:solidFill>
              </a:rPr>
              <a:t>S3 Access Points and a GenAI Example</a:t>
            </a:r>
          </a:p>
        </p:txBody>
      </p:sp>
      <p:sp>
        <p:nvSpPr>
          <p:cNvPr id="24" name="Arc 2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220049B-F25D-D72B-CEA9-C4C4566D0A73}"/>
              </a:ext>
            </a:extLst>
          </p:cNvPr>
          <p:cNvSpPr>
            <a:spLocks noGrp="1"/>
          </p:cNvSpPr>
          <p:nvPr>
            <p:ph idx="1"/>
          </p:nvPr>
        </p:nvSpPr>
        <p:spPr>
          <a:xfrm>
            <a:off x="4447308" y="591344"/>
            <a:ext cx="6906491" cy="5585619"/>
          </a:xfrm>
        </p:spPr>
        <p:txBody>
          <a:bodyPr anchor="ctr">
            <a:normAutofit/>
          </a:bodyPr>
          <a:lstStyle/>
          <a:p>
            <a:r>
              <a:rPr lang="en-IN" sz="1100"/>
              <a:t>When many teams or applications use the same S3 bucket, one large bucket policy can become difficult to manage.</a:t>
            </a:r>
          </a:p>
          <a:p>
            <a:pPr lvl="0"/>
            <a:r>
              <a:rPr lang="en-IN" sz="1100" b="1"/>
              <a:t>S3 Access Points provide separate access paths to the same bucket.</a:t>
            </a:r>
            <a:r>
              <a:rPr lang="en-IN" sz="1100"/>
              <a:t> </a:t>
            </a:r>
          </a:p>
          <a:p>
            <a:pPr lvl="0"/>
            <a:r>
              <a:rPr lang="en-IN" sz="1100"/>
              <a:t>Each Access Point has its own DNS name and its own access-point policy. </a:t>
            </a:r>
          </a:p>
          <a:p>
            <a:pPr lvl="0"/>
            <a:r>
              <a:rPr lang="en-IN" sz="1100"/>
              <a:t>For example, the Finance team could have an Access Point that allows access only to /finance/, while the Sales team has a different Access Point for /sales/. </a:t>
            </a:r>
          </a:p>
          <a:p>
            <a:pPr lvl="0"/>
            <a:r>
              <a:rPr lang="en-IN" sz="1100"/>
              <a:t>An Access Point can also be configured with </a:t>
            </a:r>
            <a:r>
              <a:rPr lang="en-IN" sz="1100" b="1"/>
              <a:t>VPC Origin</a:t>
            </a:r>
            <a:r>
              <a:rPr lang="en-IN" sz="1100"/>
              <a:t>, which means access is limited to resources inside a VPC. </a:t>
            </a:r>
          </a:p>
          <a:p>
            <a:pPr lvl="0"/>
            <a:r>
              <a:rPr lang="en-IN" sz="1100"/>
              <a:t>In that case, a VPC endpoint is needed, and the endpoint policy must allow access to the target bucket and Access Point. </a:t>
            </a:r>
          </a:p>
          <a:p>
            <a:r>
              <a:rPr lang="en-IN" sz="1100" b="1"/>
              <a:t>Complete GenAI Example</a:t>
            </a:r>
          </a:p>
          <a:p>
            <a:r>
              <a:rPr lang="en-IN" sz="1100"/>
              <a:t>Imagine a company builds an internal HR assistant.</a:t>
            </a:r>
          </a:p>
          <a:p>
            <a:r>
              <a:rPr lang="en-IN" sz="1100" b="1"/>
              <a:t>S3</a:t>
            </a:r>
            <a:r>
              <a:rPr lang="en-IN" sz="1100"/>
              <a:t> stores HR documents.</a:t>
            </a:r>
          </a:p>
          <a:p>
            <a:r>
              <a:rPr lang="en-IN" sz="1100" b="1"/>
              <a:t>Lifecycle Rules</a:t>
            </a:r>
            <a:r>
              <a:rPr lang="en-IN" sz="1100"/>
              <a:t> move older documents into cheaper storage.</a:t>
            </a:r>
          </a:p>
          <a:p>
            <a:r>
              <a:rPr lang="en-IN" sz="1100" b="1"/>
              <a:t>Encryption</a:t>
            </a:r>
            <a:r>
              <a:rPr lang="en-IN" sz="1100"/>
              <a:t> protects sensitive employee files.</a:t>
            </a:r>
          </a:p>
          <a:p>
            <a:r>
              <a:rPr lang="en-IN" sz="1100" b="1"/>
              <a:t>Access Points</a:t>
            </a:r>
            <a:r>
              <a:rPr lang="en-IN" sz="1100"/>
              <a:t> allow only the HR application to read the correct folder.</a:t>
            </a:r>
          </a:p>
          <a:p>
            <a:r>
              <a:rPr lang="en-IN" sz="1100" b="1" err="1"/>
              <a:t>EventBridge</a:t>
            </a:r>
            <a:r>
              <a:rPr lang="en-IN" sz="1100"/>
              <a:t> detects updates.</a:t>
            </a:r>
          </a:p>
          <a:p>
            <a:r>
              <a:rPr lang="en-IN" sz="1100" b="1"/>
              <a:t>New embeddings</a:t>
            </a:r>
            <a:r>
              <a:rPr lang="en-IN" sz="1100"/>
              <a:t> are created.</a:t>
            </a:r>
          </a:p>
          <a:p>
            <a:r>
              <a:rPr lang="en-IN" sz="1100" b="1"/>
              <a:t>Vector store</a:t>
            </a:r>
            <a:r>
              <a:rPr lang="en-IN" sz="1100"/>
              <a:t> is updated.</a:t>
            </a:r>
          </a:p>
          <a:p>
            <a:r>
              <a:rPr lang="en-IN" sz="1100" b="1"/>
              <a:t>Reranking</a:t>
            </a:r>
            <a:r>
              <a:rPr lang="en-IN" sz="1100"/>
              <a:t> improves the order of retrieved chunks.</a:t>
            </a:r>
          </a:p>
          <a:p>
            <a:r>
              <a:rPr lang="en-IN" sz="1100" b="1"/>
              <a:t>Bedrock</a:t>
            </a:r>
            <a:r>
              <a:rPr lang="en-IN" sz="1100"/>
              <a:t> generates the final answer.</a:t>
            </a:r>
          </a:p>
          <a:p>
            <a:r>
              <a:rPr lang="en-IN" sz="1100"/>
              <a:t>This shows how storage, security, automation, and retrieval all connect in one real GenAI architecture.</a:t>
            </a:r>
          </a:p>
        </p:txBody>
      </p:sp>
    </p:spTree>
    <p:extLst>
      <p:ext uri="{BB962C8B-B14F-4D97-AF65-F5344CB8AC3E}">
        <p14:creationId xmlns:p14="http://schemas.microsoft.com/office/powerpoint/2010/main" val="8289513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EA8AEC-EE7F-11DD-09ED-C7F519F54915}"/>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Key Takeaways &amp; Thank You</a:t>
            </a:r>
          </a:p>
        </p:txBody>
      </p:sp>
      <p:sp>
        <p:nvSpPr>
          <p:cNvPr id="3" name="Content Placeholder 2">
            <a:extLst>
              <a:ext uri="{FF2B5EF4-FFF2-40B4-BE49-F238E27FC236}">
                <a16:creationId xmlns:a16="http://schemas.microsoft.com/office/drawing/2014/main" id="{063307D6-CA1E-F1F2-86C4-5E5B776C3199}"/>
              </a:ext>
            </a:extLst>
          </p:cNvPr>
          <p:cNvSpPr>
            <a:spLocks noGrp="1"/>
          </p:cNvSpPr>
          <p:nvPr>
            <p:ph idx="1"/>
          </p:nvPr>
        </p:nvSpPr>
        <p:spPr>
          <a:xfrm>
            <a:off x="4810259" y="649480"/>
            <a:ext cx="6555347" cy="5546047"/>
          </a:xfrm>
        </p:spPr>
        <p:txBody>
          <a:bodyPr anchor="ctr">
            <a:normAutofit/>
          </a:bodyPr>
          <a:lstStyle/>
          <a:p>
            <a:r>
              <a:rPr lang="en-IN" sz="1000" b="1" dirty="0"/>
              <a:t>Key Takeaways</a:t>
            </a:r>
          </a:p>
          <a:p>
            <a:pPr lvl="0"/>
            <a:r>
              <a:rPr lang="en-IN" sz="1000" b="1" dirty="0"/>
              <a:t>Vector stores need maintenance after deployment.</a:t>
            </a:r>
            <a:r>
              <a:rPr lang="en-IN" sz="1000" dirty="0"/>
              <a:t> New or changed information must be synchronized, and large indexes may eventually need rebuilding. </a:t>
            </a:r>
          </a:p>
          <a:p>
            <a:pPr lvl="0"/>
            <a:r>
              <a:rPr lang="en-IN" sz="1000" b="1" dirty="0"/>
              <a:t>Reranking can improve RAG retrieval</a:t>
            </a:r>
            <a:r>
              <a:rPr lang="en-IN" sz="1000" dirty="0"/>
              <a:t> by reorganizing retrieved chunks according to how relevant they are to the user's question. </a:t>
            </a:r>
          </a:p>
          <a:p>
            <a:pPr lvl="0"/>
            <a:r>
              <a:rPr lang="en-IN" sz="1000" dirty="0"/>
              <a:t>Amazon S3 provides different storage classes so active and archived GenAI data do not need to be stored at the same cost level. </a:t>
            </a:r>
          </a:p>
          <a:p>
            <a:pPr lvl="0"/>
            <a:r>
              <a:rPr lang="en-IN" sz="1000" b="1" dirty="0"/>
              <a:t>Lifecycle Rules automate movement and deletion</a:t>
            </a:r>
            <a:r>
              <a:rPr lang="en-IN" sz="1000" dirty="0"/>
              <a:t>, while replication can create additional copies in the same or another AWS Region. </a:t>
            </a:r>
          </a:p>
          <a:p>
            <a:pPr lvl="0"/>
            <a:r>
              <a:rPr lang="en-IN" sz="1000" dirty="0"/>
              <a:t>Encryption can protect S3 data both </a:t>
            </a:r>
            <a:r>
              <a:rPr lang="en-IN" sz="1000" b="1" dirty="0"/>
              <a:t>at rest and in transit</a:t>
            </a:r>
            <a:r>
              <a:rPr lang="en-IN" sz="1000" dirty="0"/>
              <a:t>, and different encryption methods provide different levels of key control. </a:t>
            </a:r>
          </a:p>
          <a:p>
            <a:pPr lvl="0"/>
            <a:r>
              <a:rPr lang="en-IN" sz="1000" dirty="0"/>
              <a:t>Access logs improve auditing, while </a:t>
            </a:r>
            <a:r>
              <a:rPr lang="en-IN" sz="1000" b="1" dirty="0"/>
              <a:t>S3 Access Points simplify access management</a:t>
            </a:r>
            <a:r>
              <a:rPr lang="en-IN" sz="1000" dirty="0"/>
              <a:t> when different applications or teams use the same bucket. </a:t>
            </a:r>
          </a:p>
          <a:p>
            <a:r>
              <a:rPr lang="en-IN" sz="1000" b="1" dirty="0"/>
              <a:t>Main Lesson</a:t>
            </a:r>
          </a:p>
          <a:p>
            <a:r>
              <a:rPr lang="en-IN" sz="1000" dirty="0"/>
              <a:t>A reliable Generative AI application needs more than a model and a vector database.</a:t>
            </a:r>
          </a:p>
          <a:p>
            <a:r>
              <a:rPr lang="en-IN" sz="1000" dirty="0"/>
              <a:t>The data behind the model must remain:</a:t>
            </a:r>
          </a:p>
          <a:p>
            <a:r>
              <a:rPr lang="en-IN" sz="1000" b="1" dirty="0"/>
              <a:t>Current → Relevant → Cost-Efficient → Protected → Accessible to the Right Users</a:t>
            </a:r>
            <a:endParaRPr lang="en-IN" sz="1000" dirty="0"/>
          </a:p>
          <a:p>
            <a:r>
              <a:rPr lang="en-IN" sz="1000" b="1" dirty="0"/>
              <a:t>Thank You</a:t>
            </a:r>
          </a:p>
          <a:p>
            <a:r>
              <a:rPr lang="en-IN" sz="1000" b="1" dirty="0"/>
              <a:t>Prepared by: Akash Patel</a:t>
            </a:r>
            <a:endParaRPr lang="en-IN" sz="1000" dirty="0"/>
          </a:p>
          <a:p>
            <a:r>
              <a:rPr lang="en-IN" sz="1000" b="1" dirty="0"/>
              <a:t>Concordia University Chicago</a:t>
            </a:r>
            <a:endParaRPr lang="en-IN" sz="1000" dirty="0"/>
          </a:p>
          <a:p>
            <a:r>
              <a:rPr lang="en-IN" sz="1000" b="1" dirty="0"/>
              <a:t>Special thanks to Professor Dr. Victor </a:t>
            </a:r>
            <a:r>
              <a:rPr lang="en-IN" sz="1000" b="1" dirty="0" err="1"/>
              <a:t>Govindaswamy</a:t>
            </a:r>
            <a:r>
              <a:rPr lang="en-IN" sz="1000" b="1" dirty="0"/>
              <a:t> for his continued guidance and support throughout this course. This part of the course helped me understand that building a real Generative AI application is not only about generating responses. The data also needs to be updated, stored at the right cost, protected with proper security, and managed throughout its lifecycle. I appreciate his guidance in helping us connect these AWS services into complete and practical cloud architectures.</a:t>
            </a:r>
            <a:endParaRPr lang="en-IN" sz="1000" dirty="0"/>
          </a:p>
        </p:txBody>
      </p:sp>
    </p:spTree>
    <p:extLst>
      <p:ext uri="{BB962C8B-B14F-4D97-AF65-F5344CB8AC3E}">
        <p14:creationId xmlns:p14="http://schemas.microsoft.com/office/powerpoint/2010/main" val="1979798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TotalTime>
  <Words>2949</Words>
  <Application>Microsoft Office PowerPoint</Application>
  <PresentationFormat>Widescreen</PresentationFormat>
  <Paragraphs>232</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Calibri</vt:lpstr>
      <vt:lpstr>Office Theme</vt:lpstr>
      <vt:lpstr>Keeping GenAI Data Reliable: Vector Maintenance and Amazon S3 Storage &amp; Security Updating Vector Stores, Reranking Results, Managing S3 Storage Classes, Lifecycle, Replication, Encryption, Logs, and Access Points</vt:lpstr>
      <vt:lpstr>Why This Topic Matters</vt:lpstr>
      <vt:lpstr>Keeping a Vector Store Up to Date</vt:lpstr>
      <vt:lpstr>Example: Updating a GenAI Knowledge Source</vt:lpstr>
      <vt:lpstr>Vector Index Maintenance Over Time</vt:lpstr>
      <vt:lpstr>Why Reranking Can Improve Retrieval</vt:lpstr>
      <vt:lpstr>Why Amazon S3 Is Important in GenAI</vt:lpstr>
      <vt:lpstr>S3 Storage Classes: Different Data, Different Cost</vt:lpstr>
      <vt:lpstr>Durability vs. Availability</vt:lpstr>
      <vt:lpstr>S3 Standard and Infrequent Access</vt:lpstr>
      <vt:lpstr>Amazon S3 Glacier Storage Classes</vt:lpstr>
      <vt:lpstr>S3 Intelligent-Tiering</vt:lpstr>
      <vt:lpstr>Automating Storage with S3 Lifecycle Rules</vt:lpstr>
      <vt:lpstr>S3 Replication: CRR and SRR</vt:lpstr>
      <vt:lpstr>S3 Encryption: Four Main Approaches</vt:lpstr>
      <vt:lpstr>SSE-KMS and KMS Request Limits</vt:lpstr>
      <vt:lpstr>Encryption in Transit</vt:lpstr>
      <vt:lpstr>S3 Access Logs</vt:lpstr>
      <vt:lpstr>S3 Access Points and a GenAI Example</vt:lpstr>
      <vt:lpstr>Key Takeaways &amp;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Akash Patel</dc:creator>
  <cp:lastModifiedBy>Akash Patel</cp:lastModifiedBy>
  <cp:revision>4</cp:revision>
  <dcterms:created xsi:type="dcterms:W3CDTF">2026-09-25T21:18:06Z</dcterms:created>
  <dcterms:modified xsi:type="dcterms:W3CDTF">2026-10-01T19:27:21Z</dcterms:modified>
</cp:coreProperties>
</file>